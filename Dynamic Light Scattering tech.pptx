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5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71" r:id="rId9"/>
    <p:sldId id="272" r:id="rId10"/>
    <p:sldId id="263" r:id="rId11"/>
    <p:sldId id="264" r:id="rId12"/>
    <p:sldId id="266" r:id="rId13"/>
    <p:sldId id="267" r:id="rId14"/>
    <p:sldId id="268" r:id="rId15"/>
    <p:sldId id="269" r:id="rId16"/>
    <p:sldId id="265" r:id="rId17"/>
    <p:sldId id="273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CA6B4F6-2C55-D9AA-94A5-B1767CB086C5}" v="196" dt="2024-12-03T15:32:38.392"/>
    <p1510:client id="{505A4B28-03E9-A2A1-B77C-55ED1BABC95D}" v="337" dt="2024-12-03T17:15:08.772"/>
    <p1510:client id="{9341E669-5228-014B-5194-7525B086348E}" v="160" dt="2024-12-03T17:48:22.385"/>
    <p1510:client id="{D89CC59A-96FE-456E-AF64-8DE5EC797FAF}" v="127" dt="2024-12-03T18:23:06.26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972" autoAdjust="0"/>
    <p:restoredTop sz="94660"/>
  </p:normalViewPr>
  <p:slideViewPr>
    <p:cSldViewPr snapToGrid="0">
      <p:cViewPr varScale="1">
        <p:scale>
          <a:sx n="82" d="100"/>
          <a:sy n="82" d="100"/>
        </p:scale>
        <p:origin x="490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4F9D393-4AD8-4941-9BAA-E9D51A9A136D}" type="doc">
      <dgm:prSet loTypeId="urn:microsoft.com/office/officeart/2005/8/layout/vList2" loCatId="list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06D6809E-DB33-4C0B-BAF9-453DFBD571C5}">
      <dgm:prSet/>
      <dgm:spPr/>
      <dgm:t>
        <a:bodyPr/>
        <a:lstStyle/>
        <a:p>
          <a:r>
            <a:rPr lang="en-US"/>
            <a:t>Step 1: Autocorrelation Function</a:t>
          </a:r>
        </a:p>
      </dgm:t>
    </dgm:pt>
    <dgm:pt modelId="{9F2A5F78-A2A9-46CF-9643-A814B4E0F4C6}" type="parTrans" cxnId="{86431B47-6985-41F9-B2E3-E81249EFC731}">
      <dgm:prSet/>
      <dgm:spPr/>
      <dgm:t>
        <a:bodyPr/>
        <a:lstStyle/>
        <a:p>
          <a:endParaRPr lang="en-US"/>
        </a:p>
      </dgm:t>
    </dgm:pt>
    <dgm:pt modelId="{EA95513B-37E8-4CD0-8350-B9AD7BC040ED}" type="sibTrans" cxnId="{86431B47-6985-41F9-B2E3-E81249EFC731}">
      <dgm:prSet/>
      <dgm:spPr/>
      <dgm:t>
        <a:bodyPr/>
        <a:lstStyle/>
        <a:p>
          <a:endParaRPr lang="en-US"/>
        </a:p>
      </dgm:t>
    </dgm:pt>
    <dgm:pt modelId="{FEDD9A1C-CB22-4D50-9FCA-9B0CE8EC0B54}">
      <dgm:prSet/>
      <dgm:spPr/>
      <dgm:t>
        <a:bodyPr/>
        <a:lstStyle/>
        <a:p>
          <a:r>
            <a:rPr lang="en-US"/>
            <a:t>The intensity fluctuations are analyzed using a mathematical tool called the autocorrelation function.</a:t>
          </a:r>
        </a:p>
      </dgm:t>
    </dgm:pt>
    <dgm:pt modelId="{ED442089-7F46-47BC-A364-03CCB5ADC630}" type="parTrans" cxnId="{A1D7B045-29A7-44D0-A867-0133C10DA6AB}">
      <dgm:prSet/>
      <dgm:spPr/>
      <dgm:t>
        <a:bodyPr/>
        <a:lstStyle/>
        <a:p>
          <a:endParaRPr lang="en-US"/>
        </a:p>
      </dgm:t>
    </dgm:pt>
    <dgm:pt modelId="{02E97AB1-4D62-43E0-977F-3A34F0CD8D74}" type="sibTrans" cxnId="{A1D7B045-29A7-44D0-A867-0133C10DA6AB}">
      <dgm:prSet/>
      <dgm:spPr/>
      <dgm:t>
        <a:bodyPr/>
        <a:lstStyle/>
        <a:p>
          <a:endParaRPr lang="en-US"/>
        </a:p>
      </dgm:t>
    </dgm:pt>
    <dgm:pt modelId="{21AD6525-F3A6-4D7F-9F1A-C692477AFF63}">
      <dgm:prSet/>
      <dgm:spPr/>
      <dgm:t>
        <a:bodyPr/>
        <a:lstStyle/>
        <a:p>
          <a:r>
            <a:rPr lang="en-US"/>
            <a:t>This calculates how the intensity of scattered light at a given time relates to its intensity at a later time.</a:t>
          </a:r>
        </a:p>
      </dgm:t>
    </dgm:pt>
    <dgm:pt modelId="{257B5D6B-0B20-4AD7-960C-41AB5BFF56E4}" type="parTrans" cxnId="{BB8D4006-3327-4BA5-BEE7-275D329F85A7}">
      <dgm:prSet/>
      <dgm:spPr/>
      <dgm:t>
        <a:bodyPr/>
        <a:lstStyle/>
        <a:p>
          <a:endParaRPr lang="en-US"/>
        </a:p>
      </dgm:t>
    </dgm:pt>
    <dgm:pt modelId="{EA95E92A-1BDD-4C87-BA21-0487E249E79E}" type="sibTrans" cxnId="{BB8D4006-3327-4BA5-BEE7-275D329F85A7}">
      <dgm:prSet/>
      <dgm:spPr/>
      <dgm:t>
        <a:bodyPr/>
        <a:lstStyle/>
        <a:p>
          <a:endParaRPr lang="en-US"/>
        </a:p>
      </dgm:t>
    </dgm:pt>
    <dgm:pt modelId="{C18E7092-7738-4140-B79E-C26E7542C44B}">
      <dgm:prSet/>
      <dgm:spPr/>
      <dgm:t>
        <a:bodyPr/>
        <a:lstStyle/>
        <a:p>
          <a:r>
            <a:rPr lang="en-US"/>
            <a:t>Step 2: Diffusion Coefficient</a:t>
          </a:r>
        </a:p>
      </dgm:t>
    </dgm:pt>
    <dgm:pt modelId="{5E1A1D0A-330A-4ECD-AA42-B6A200BDA7C3}" type="parTrans" cxnId="{6BAD1E4C-0F57-469E-9B9D-96CCA6E92B72}">
      <dgm:prSet/>
      <dgm:spPr/>
      <dgm:t>
        <a:bodyPr/>
        <a:lstStyle/>
        <a:p>
          <a:endParaRPr lang="en-US"/>
        </a:p>
      </dgm:t>
    </dgm:pt>
    <dgm:pt modelId="{1EE44037-6611-49C1-94BE-A5CC6DB0A54D}" type="sibTrans" cxnId="{6BAD1E4C-0F57-469E-9B9D-96CCA6E92B72}">
      <dgm:prSet/>
      <dgm:spPr/>
      <dgm:t>
        <a:bodyPr/>
        <a:lstStyle/>
        <a:p>
          <a:endParaRPr lang="en-US"/>
        </a:p>
      </dgm:t>
    </dgm:pt>
    <dgm:pt modelId="{C0ADB2FB-260A-4BA3-A66F-CF4D2048EB38}">
      <dgm:prSet/>
      <dgm:spPr/>
      <dgm:t>
        <a:bodyPr/>
        <a:lstStyle/>
        <a:p>
          <a:r>
            <a:rPr lang="en-US"/>
            <a:t>The decay rate of the autocorrelation function is proportional to the diffusion coefficient of the particles.</a:t>
          </a:r>
        </a:p>
      </dgm:t>
    </dgm:pt>
    <dgm:pt modelId="{2E5FE6BA-7A62-4D4D-8503-BE9E6EC68411}" type="parTrans" cxnId="{7DF86E6A-4DCF-42A4-84E4-364FDB58E2EB}">
      <dgm:prSet/>
      <dgm:spPr/>
      <dgm:t>
        <a:bodyPr/>
        <a:lstStyle/>
        <a:p>
          <a:endParaRPr lang="en-US"/>
        </a:p>
      </dgm:t>
    </dgm:pt>
    <dgm:pt modelId="{C6876C1D-FE42-4644-9B4A-FC46676DF7D8}" type="sibTrans" cxnId="{7DF86E6A-4DCF-42A4-84E4-364FDB58E2EB}">
      <dgm:prSet/>
      <dgm:spPr/>
      <dgm:t>
        <a:bodyPr/>
        <a:lstStyle/>
        <a:p>
          <a:endParaRPr lang="en-US"/>
        </a:p>
      </dgm:t>
    </dgm:pt>
    <dgm:pt modelId="{202F5FED-FBFC-4D34-97CB-25A36CF06F19}">
      <dgm:prSet/>
      <dgm:spPr/>
      <dgm:t>
        <a:bodyPr/>
        <a:lstStyle/>
        <a:p>
          <a:r>
            <a:rPr lang="en-US"/>
            <a:t>Faster decay = smaller particles.</a:t>
          </a:r>
        </a:p>
      </dgm:t>
    </dgm:pt>
    <dgm:pt modelId="{1DADC42D-6962-4999-98B8-A131AA27B70C}" type="parTrans" cxnId="{2C0353E7-A9A3-4855-92C3-52D4CA69D25C}">
      <dgm:prSet/>
      <dgm:spPr/>
      <dgm:t>
        <a:bodyPr/>
        <a:lstStyle/>
        <a:p>
          <a:endParaRPr lang="en-US"/>
        </a:p>
      </dgm:t>
    </dgm:pt>
    <dgm:pt modelId="{C6AAAAAB-78BB-4537-AF6C-E23B2CEE59C5}" type="sibTrans" cxnId="{2C0353E7-A9A3-4855-92C3-52D4CA69D25C}">
      <dgm:prSet/>
      <dgm:spPr/>
      <dgm:t>
        <a:bodyPr/>
        <a:lstStyle/>
        <a:p>
          <a:endParaRPr lang="en-US"/>
        </a:p>
      </dgm:t>
    </dgm:pt>
    <dgm:pt modelId="{FDD7C0F6-1171-4946-A7A0-4E1026283744}">
      <dgm:prSet/>
      <dgm:spPr/>
      <dgm:t>
        <a:bodyPr/>
        <a:lstStyle/>
        <a:p>
          <a:r>
            <a:rPr lang="en-US"/>
            <a:t>Step 3: Hydrodynamic Diameter</a:t>
          </a:r>
        </a:p>
      </dgm:t>
    </dgm:pt>
    <dgm:pt modelId="{EB6CE398-0663-443D-BA22-A6A207410098}" type="parTrans" cxnId="{51A720FF-57C8-47BD-8AB5-DA1555D3882A}">
      <dgm:prSet/>
      <dgm:spPr/>
      <dgm:t>
        <a:bodyPr/>
        <a:lstStyle/>
        <a:p>
          <a:endParaRPr lang="en-US"/>
        </a:p>
      </dgm:t>
    </dgm:pt>
    <dgm:pt modelId="{3EBFFC93-A89A-4FF3-B433-3878F82F0923}" type="sibTrans" cxnId="{51A720FF-57C8-47BD-8AB5-DA1555D3882A}">
      <dgm:prSet/>
      <dgm:spPr/>
      <dgm:t>
        <a:bodyPr/>
        <a:lstStyle/>
        <a:p>
          <a:endParaRPr lang="en-US"/>
        </a:p>
      </dgm:t>
    </dgm:pt>
    <dgm:pt modelId="{0E1A452B-CC2D-4491-8C6D-B3DF1280BE41}">
      <dgm:prSet/>
      <dgm:spPr/>
      <dgm:t>
        <a:bodyPr/>
        <a:lstStyle/>
        <a:p>
          <a:r>
            <a:rPr lang="en-US"/>
            <a:t>Using the Stokes-Einstein Equation, the diffusion coefficient is converted into the hydrodynamic diameter, which includes the particle and its solvent layer.</a:t>
          </a:r>
        </a:p>
      </dgm:t>
    </dgm:pt>
    <dgm:pt modelId="{9FD50729-D000-4403-AF7B-8218D279FBB7}" type="parTrans" cxnId="{61AE02A9-E122-4595-9559-0D20AC0C4EAB}">
      <dgm:prSet/>
      <dgm:spPr/>
      <dgm:t>
        <a:bodyPr/>
        <a:lstStyle/>
        <a:p>
          <a:endParaRPr lang="en-US"/>
        </a:p>
      </dgm:t>
    </dgm:pt>
    <dgm:pt modelId="{78534DA3-6311-40DF-994D-FF126A9332CF}" type="sibTrans" cxnId="{61AE02A9-E122-4595-9559-0D20AC0C4EAB}">
      <dgm:prSet/>
      <dgm:spPr/>
      <dgm:t>
        <a:bodyPr/>
        <a:lstStyle/>
        <a:p>
          <a:endParaRPr lang="en-US"/>
        </a:p>
      </dgm:t>
    </dgm:pt>
    <dgm:pt modelId="{F8177B4C-FFB6-44ED-86E8-C3E2D258B0B9}" type="pres">
      <dgm:prSet presAssocID="{34F9D393-4AD8-4941-9BAA-E9D51A9A136D}" presName="linear" presStyleCnt="0">
        <dgm:presLayoutVars>
          <dgm:animLvl val="lvl"/>
          <dgm:resizeHandles val="exact"/>
        </dgm:presLayoutVars>
      </dgm:prSet>
      <dgm:spPr/>
    </dgm:pt>
    <dgm:pt modelId="{FF5B8286-9F89-4836-BC80-342C0E5D83CF}" type="pres">
      <dgm:prSet presAssocID="{06D6809E-DB33-4C0B-BAF9-453DFBD571C5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6B6C7329-39D5-4D2A-8B78-612E6F27D56A}" type="pres">
      <dgm:prSet presAssocID="{06D6809E-DB33-4C0B-BAF9-453DFBD571C5}" presName="childText" presStyleLbl="revTx" presStyleIdx="0" presStyleCnt="3">
        <dgm:presLayoutVars>
          <dgm:bulletEnabled val="1"/>
        </dgm:presLayoutVars>
      </dgm:prSet>
      <dgm:spPr/>
    </dgm:pt>
    <dgm:pt modelId="{0B6C5610-D9F5-44C8-825B-D94E03896031}" type="pres">
      <dgm:prSet presAssocID="{C18E7092-7738-4140-B79E-C26E7542C44B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656A8A69-42A2-4226-B86B-235F183A7490}" type="pres">
      <dgm:prSet presAssocID="{C18E7092-7738-4140-B79E-C26E7542C44B}" presName="childText" presStyleLbl="revTx" presStyleIdx="1" presStyleCnt="3">
        <dgm:presLayoutVars>
          <dgm:bulletEnabled val="1"/>
        </dgm:presLayoutVars>
      </dgm:prSet>
      <dgm:spPr/>
    </dgm:pt>
    <dgm:pt modelId="{8DEFF818-D8C7-4B3C-9AAB-E019615424BE}" type="pres">
      <dgm:prSet presAssocID="{FDD7C0F6-1171-4946-A7A0-4E1026283744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3CE0163B-3FDB-482B-B7A8-525FA3B557D8}" type="pres">
      <dgm:prSet presAssocID="{FDD7C0F6-1171-4946-A7A0-4E1026283744}" presName="childText" presStyleLbl="revTx" presStyleIdx="2" presStyleCnt="3">
        <dgm:presLayoutVars>
          <dgm:bulletEnabled val="1"/>
        </dgm:presLayoutVars>
      </dgm:prSet>
      <dgm:spPr/>
    </dgm:pt>
  </dgm:ptLst>
  <dgm:cxnLst>
    <dgm:cxn modelId="{B87A1903-8D2A-455A-9B6D-8487DA2DBD3E}" type="presOf" srcId="{FEDD9A1C-CB22-4D50-9FCA-9B0CE8EC0B54}" destId="{6B6C7329-39D5-4D2A-8B78-612E6F27D56A}" srcOrd="0" destOrd="0" presId="urn:microsoft.com/office/officeart/2005/8/layout/vList2"/>
    <dgm:cxn modelId="{BB8D4006-3327-4BA5-BEE7-275D329F85A7}" srcId="{06D6809E-DB33-4C0B-BAF9-453DFBD571C5}" destId="{21AD6525-F3A6-4D7F-9F1A-C692477AFF63}" srcOrd="1" destOrd="0" parTransId="{257B5D6B-0B20-4AD7-960C-41AB5BFF56E4}" sibTransId="{EA95E92A-1BDD-4C87-BA21-0487E249E79E}"/>
    <dgm:cxn modelId="{484FF02A-9CC5-49A5-B222-D0A1FDCF5B6D}" type="presOf" srcId="{0E1A452B-CC2D-4491-8C6D-B3DF1280BE41}" destId="{3CE0163B-3FDB-482B-B7A8-525FA3B557D8}" srcOrd="0" destOrd="0" presId="urn:microsoft.com/office/officeart/2005/8/layout/vList2"/>
    <dgm:cxn modelId="{D988042F-161E-41E2-BD96-EE09FE9E77EF}" type="presOf" srcId="{C0ADB2FB-260A-4BA3-A66F-CF4D2048EB38}" destId="{656A8A69-42A2-4226-B86B-235F183A7490}" srcOrd="0" destOrd="0" presId="urn:microsoft.com/office/officeart/2005/8/layout/vList2"/>
    <dgm:cxn modelId="{A2105A34-310A-421C-AD71-39F00DA045D6}" type="presOf" srcId="{202F5FED-FBFC-4D34-97CB-25A36CF06F19}" destId="{656A8A69-42A2-4226-B86B-235F183A7490}" srcOrd="0" destOrd="1" presId="urn:microsoft.com/office/officeart/2005/8/layout/vList2"/>
    <dgm:cxn modelId="{A1D7B045-29A7-44D0-A867-0133C10DA6AB}" srcId="{06D6809E-DB33-4C0B-BAF9-453DFBD571C5}" destId="{FEDD9A1C-CB22-4D50-9FCA-9B0CE8EC0B54}" srcOrd="0" destOrd="0" parTransId="{ED442089-7F46-47BC-A364-03CCB5ADC630}" sibTransId="{02E97AB1-4D62-43E0-977F-3A34F0CD8D74}"/>
    <dgm:cxn modelId="{86431B47-6985-41F9-B2E3-E81249EFC731}" srcId="{34F9D393-4AD8-4941-9BAA-E9D51A9A136D}" destId="{06D6809E-DB33-4C0B-BAF9-453DFBD571C5}" srcOrd="0" destOrd="0" parTransId="{9F2A5F78-A2A9-46CF-9643-A814B4E0F4C6}" sibTransId="{EA95513B-37E8-4CD0-8350-B9AD7BC040ED}"/>
    <dgm:cxn modelId="{50182A4A-8A5D-4EF1-A20A-3B5AE62BABF2}" type="presOf" srcId="{06D6809E-DB33-4C0B-BAF9-453DFBD571C5}" destId="{FF5B8286-9F89-4836-BC80-342C0E5D83CF}" srcOrd="0" destOrd="0" presId="urn:microsoft.com/office/officeart/2005/8/layout/vList2"/>
    <dgm:cxn modelId="{7DF86E6A-4DCF-42A4-84E4-364FDB58E2EB}" srcId="{C18E7092-7738-4140-B79E-C26E7542C44B}" destId="{C0ADB2FB-260A-4BA3-A66F-CF4D2048EB38}" srcOrd="0" destOrd="0" parTransId="{2E5FE6BA-7A62-4D4D-8503-BE9E6EC68411}" sibTransId="{C6876C1D-FE42-4644-9B4A-FC46676DF7D8}"/>
    <dgm:cxn modelId="{6BAD1E4C-0F57-469E-9B9D-96CCA6E92B72}" srcId="{34F9D393-4AD8-4941-9BAA-E9D51A9A136D}" destId="{C18E7092-7738-4140-B79E-C26E7542C44B}" srcOrd="1" destOrd="0" parTransId="{5E1A1D0A-330A-4ECD-AA42-B6A200BDA7C3}" sibTransId="{1EE44037-6611-49C1-94BE-A5CC6DB0A54D}"/>
    <dgm:cxn modelId="{3EB1737C-1205-475A-A084-7C010F91F1D7}" type="presOf" srcId="{C18E7092-7738-4140-B79E-C26E7542C44B}" destId="{0B6C5610-D9F5-44C8-825B-D94E03896031}" srcOrd="0" destOrd="0" presId="urn:microsoft.com/office/officeart/2005/8/layout/vList2"/>
    <dgm:cxn modelId="{9CD1A691-C581-4AA1-85AF-1D7B256C1D0F}" type="presOf" srcId="{FDD7C0F6-1171-4946-A7A0-4E1026283744}" destId="{8DEFF818-D8C7-4B3C-9AAB-E019615424BE}" srcOrd="0" destOrd="0" presId="urn:microsoft.com/office/officeart/2005/8/layout/vList2"/>
    <dgm:cxn modelId="{07DB7A94-FEB2-4835-8F98-0F6B636CEC55}" type="presOf" srcId="{21AD6525-F3A6-4D7F-9F1A-C692477AFF63}" destId="{6B6C7329-39D5-4D2A-8B78-612E6F27D56A}" srcOrd="0" destOrd="1" presId="urn:microsoft.com/office/officeart/2005/8/layout/vList2"/>
    <dgm:cxn modelId="{61AE02A9-E122-4595-9559-0D20AC0C4EAB}" srcId="{FDD7C0F6-1171-4946-A7A0-4E1026283744}" destId="{0E1A452B-CC2D-4491-8C6D-B3DF1280BE41}" srcOrd="0" destOrd="0" parTransId="{9FD50729-D000-4403-AF7B-8218D279FBB7}" sibTransId="{78534DA3-6311-40DF-994D-FF126A9332CF}"/>
    <dgm:cxn modelId="{9498F4AC-A160-4420-B6AC-95DF9AB8B512}" type="presOf" srcId="{34F9D393-4AD8-4941-9BAA-E9D51A9A136D}" destId="{F8177B4C-FFB6-44ED-86E8-C3E2D258B0B9}" srcOrd="0" destOrd="0" presId="urn:microsoft.com/office/officeart/2005/8/layout/vList2"/>
    <dgm:cxn modelId="{2C0353E7-A9A3-4855-92C3-52D4CA69D25C}" srcId="{C18E7092-7738-4140-B79E-C26E7542C44B}" destId="{202F5FED-FBFC-4D34-97CB-25A36CF06F19}" srcOrd="1" destOrd="0" parTransId="{1DADC42D-6962-4999-98B8-A131AA27B70C}" sibTransId="{C6AAAAAB-78BB-4537-AF6C-E23B2CEE59C5}"/>
    <dgm:cxn modelId="{51A720FF-57C8-47BD-8AB5-DA1555D3882A}" srcId="{34F9D393-4AD8-4941-9BAA-E9D51A9A136D}" destId="{FDD7C0F6-1171-4946-A7A0-4E1026283744}" srcOrd="2" destOrd="0" parTransId="{EB6CE398-0663-443D-BA22-A6A207410098}" sibTransId="{3EBFFC93-A89A-4FF3-B433-3878F82F0923}"/>
    <dgm:cxn modelId="{457674F1-5EB4-430F-998E-9EB9E902F1A7}" type="presParOf" srcId="{F8177B4C-FFB6-44ED-86E8-C3E2D258B0B9}" destId="{FF5B8286-9F89-4836-BC80-342C0E5D83CF}" srcOrd="0" destOrd="0" presId="urn:microsoft.com/office/officeart/2005/8/layout/vList2"/>
    <dgm:cxn modelId="{7B763EDE-21E9-447A-9337-85A7CB27FE3C}" type="presParOf" srcId="{F8177B4C-FFB6-44ED-86E8-C3E2D258B0B9}" destId="{6B6C7329-39D5-4D2A-8B78-612E6F27D56A}" srcOrd="1" destOrd="0" presId="urn:microsoft.com/office/officeart/2005/8/layout/vList2"/>
    <dgm:cxn modelId="{479F29CF-E59C-4CFF-8AAD-D8E6059F9019}" type="presParOf" srcId="{F8177B4C-FFB6-44ED-86E8-C3E2D258B0B9}" destId="{0B6C5610-D9F5-44C8-825B-D94E03896031}" srcOrd="2" destOrd="0" presId="urn:microsoft.com/office/officeart/2005/8/layout/vList2"/>
    <dgm:cxn modelId="{84ABA8F8-AA57-48B7-8626-F0E67298F8DD}" type="presParOf" srcId="{F8177B4C-FFB6-44ED-86E8-C3E2D258B0B9}" destId="{656A8A69-42A2-4226-B86B-235F183A7490}" srcOrd="3" destOrd="0" presId="urn:microsoft.com/office/officeart/2005/8/layout/vList2"/>
    <dgm:cxn modelId="{DC812FF6-E6AE-4FDF-80F8-9E50CACEE495}" type="presParOf" srcId="{F8177B4C-FFB6-44ED-86E8-C3E2D258B0B9}" destId="{8DEFF818-D8C7-4B3C-9AAB-E019615424BE}" srcOrd="4" destOrd="0" presId="urn:microsoft.com/office/officeart/2005/8/layout/vList2"/>
    <dgm:cxn modelId="{8CA076D7-2E0A-4E69-A534-3C7106EB254B}" type="presParOf" srcId="{F8177B4C-FFB6-44ED-86E8-C3E2D258B0B9}" destId="{3CE0163B-3FDB-482B-B7A8-525FA3B557D8}" srcOrd="5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A552291B-439F-47C7-8782-3C26ED302B28}" type="doc">
      <dgm:prSet loTypeId="urn:microsoft.com/office/officeart/2005/8/layout/list1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48A74D8B-56B4-457E-B13C-3621EC30FA71}">
      <dgm:prSet/>
      <dgm:spPr/>
      <dgm:t>
        <a:bodyPr/>
        <a:lstStyle/>
        <a:p>
          <a:r>
            <a:rPr lang="en-US"/>
            <a:t>Key Assumptions</a:t>
          </a:r>
          <a:r>
            <a:rPr lang="en-US" b="0"/>
            <a:t>:</a:t>
          </a:r>
          <a:endParaRPr lang="en-US"/>
        </a:p>
      </dgm:t>
    </dgm:pt>
    <dgm:pt modelId="{60D9D2A6-2F83-4EFD-8E00-1C510893F02D}" type="parTrans" cxnId="{A9DD1783-0EE5-4AD1-B1AD-A088E8880CCE}">
      <dgm:prSet/>
      <dgm:spPr/>
      <dgm:t>
        <a:bodyPr/>
        <a:lstStyle/>
        <a:p>
          <a:endParaRPr lang="en-US"/>
        </a:p>
      </dgm:t>
    </dgm:pt>
    <dgm:pt modelId="{81DACCE9-8419-4625-BDE8-F3B83D701A6B}" type="sibTrans" cxnId="{A9DD1783-0EE5-4AD1-B1AD-A088E8880CCE}">
      <dgm:prSet/>
      <dgm:spPr/>
      <dgm:t>
        <a:bodyPr/>
        <a:lstStyle/>
        <a:p>
          <a:endParaRPr lang="en-US"/>
        </a:p>
      </dgm:t>
    </dgm:pt>
    <dgm:pt modelId="{2A66B7C2-66D5-4C75-B8A1-C8E5DB8FC2FD}">
      <dgm:prSet/>
      <dgm:spPr/>
      <dgm:t>
        <a:bodyPr/>
        <a:lstStyle/>
        <a:p>
          <a:r>
            <a:rPr lang="en-US"/>
            <a:t>Particles are spherical.</a:t>
          </a:r>
        </a:p>
      </dgm:t>
    </dgm:pt>
    <dgm:pt modelId="{CFAFA53B-C2D8-441D-869B-20B295029093}" type="parTrans" cxnId="{79C43BFA-7C18-4B53-A8E0-89444D388A03}">
      <dgm:prSet/>
      <dgm:spPr/>
      <dgm:t>
        <a:bodyPr/>
        <a:lstStyle/>
        <a:p>
          <a:endParaRPr lang="en-US"/>
        </a:p>
      </dgm:t>
    </dgm:pt>
    <dgm:pt modelId="{AB07291C-0080-4D71-A8A6-4311FAB71500}" type="sibTrans" cxnId="{79C43BFA-7C18-4B53-A8E0-89444D388A03}">
      <dgm:prSet/>
      <dgm:spPr/>
      <dgm:t>
        <a:bodyPr/>
        <a:lstStyle/>
        <a:p>
          <a:endParaRPr lang="en-US"/>
        </a:p>
      </dgm:t>
    </dgm:pt>
    <dgm:pt modelId="{32B6C2F5-6EDE-400C-B60A-2960FF4B76DA}">
      <dgm:prSet/>
      <dgm:spPr/>
      <dgm:t>
        <a:bodyPr/>
        <a:lstStyle/>
        <a:p>
          <a:r>
            <a:rPr lang="en-US"/>
            <a:t>The medium is homogeneous.</a:t>
          </a:r>
        </a:p>
      </dgm:t>
    </dgm:pt>
    <dgm:pt modelId="{62E3DF86-BEFE-4A4E-9770-BD9A2C94CB14}" type="parTrans" cxnId="{5A0948E2-904E-43F8-9D4D-51103E854794}">
      <dgm:prSet/>
      <dgm:spPr/>
      <dgm:t>
        <a:bodyPr/>
        <a:lstStyle/>
        <a:p>
          <a:endParaRPr lang="en-US"/>
        </a:p>
      </dgm:t>
    </dgm:pt>
    <dgm:pt modelId="{1595D2E3-70A8-4358-83F5-831DA19D70B6}" type="sibTrans" cxnId="{5A0948E2-904E-43F8-9D4D-51103E854794}">
      <dgm:prSet/>
      <dgm:spPr/>
      <dgm:t>
        <a:bodyPr/>
        <a:lstStyle/>
        <a:p>
          <a:endParaRPr lang="en-US"/>
        </a:p>
      </dgm:t>
    </dgm:pt>
    <dgm:pt modelId="{3ECA34C8-8456-48AD-AE22-990A88FAAE34}">
      <dgm:prSet/>
      <dgm:spPr/>
      <dgm:t>
        <a:bodyPr/>
        <a:lstStyle/>
        <a:p>
          <a:r>
            <a:rPr lang="en-US"/>
            <a:t>Considerations</a:t>
          </a:r>
          <a:r>
            <a:rPr lang="en-US" b="0"/>
            <a:t>:</a:t>
          </a:r>
          <a:endParaRPr lang="en-US"/>
        </a:p>
      </dgm:t>
    </dgm:pt>
    <dgm:pt modelId="{0505E94E-6BA9-4553-A9CA-D91924EC719C}" type="parTrans" cxnId="{8E021876-8550-4A51-B8EA-3732F6352445}">
      <dgm:prSet/>
      <dgm:spPr/>
      <dgm:t>
        <a:bodyPr/>
        <a:lstStyle/>
        <a:p>
          <a:endParaRPr lang="en-US"/>
        </a:p>
      </dgm:t>
    </dgm:pt>
    <dgm:pt modelId="{BED658CF-F198-45CD-94D4-E183B131347A}" type="sibTrans" cxnId="{8E021876-8550-4A51-B8EA-3732F6352445}">
      <dgm:prSet/>
      <dgm:spPr/>
      <dgm:t>
        <a:bodyPr/>
        <a:lstStyle/>
        <a:p>
          <a:endParaRPr lang="en-US"/>
        </a:p>
      </dgm:t>
    </dgm:pt>
    <dgm:pt modelId="{4A7AE712-4BDD-488D-B6CC-80FCC699C210}">
      <dgm:prSet/>
      <dgm:spPr/>
      <dgm:t>
        <a:bodyPr/>
        <a:lstStyle/>
        <a:p>
          <a:r>
            <a:rPr lang="en-US"/>
            <a:t>Impurities or aggregates can affect the data.</a:t>
          </a:r>
        </a:p>
      </dgm:t>
    </dgm:pt>
    <dgm:pt modelId="{FC77C233-E409-4090-A083-18035FCF7B67}" type="parTrans" cxnId="{4771194D-FF15-4E6D-A31F-35C2996ACA6B}">
      <dgm:prSet/>
      <dgm:spPr/>
      <dgm:t>
        <a:bodyPr/>
        <a:lstStyle/>
        <a:p>
          <a:endParaRPr lang="en-US"/>
        </a:p>
      </dgm:t>
    </dgm:pt>
    <dgm:pt modelId="{A1CAF5FC-C2AC-4FF2-920C-E065B9F062A9}" type="sibTrans" cxnId="{4771194D-FF15-4E6D-A31F-35C2996ACA6B}">
      <dgm:prSet/>
      <dgm:spPr/>
      <dgm:t>
        <a:bodyPr/>
        <a:lstStyle/>
        <a:p>
          <a:endParaRPr lang="en-US"/>
        </a:p>
      </dgm:t>
    </dgm:pt>
    <dgm:pt modelId="{6DD780A3-87A1-4660-A310-1A7EAF7EA081}">
      <dgm:prSet/>
      <dgm:spPr/>
      <dgm:t>
        <a:bodyPr/>
        <a:lstStyle/>
        <a:p>
          <a:r>
            <a:rPr lang="en-US"/>
            <a:t>DLS provides an average size, not detailed size distributions.</a:t>
          </a:r>
        </a:p>
      </dgm:t>
    </dgm:pt>
    <dgm:pt modelId="{B8340324-BDD8-4880-8149-896197064A4C}" type="parTrans" cxnId="{75374DDC-BFE8-4D39-9926-DD361D09AA11}">
      <dgm:prSet/>
      <dgm:spPr/>
      <dgm:t>
        <a:bodyPr/>
        <a:lstStyle/>
        <a:p>
          <a:endParaRPr lang="en-US"/>
        </a:p>
      </dgm:t>
    </dgm:pt>
    <dgm:pt modelId="{E214777E-B272-4477-A554-0464499674E2}" type="sibTrans" cxnId="{75374DDC-BFE8-4D39-9926-DD361D09AA11}">
      <dgm:prSet/>
      <dgm:spPr/>
      <dgm:t>
        <a:bodyPr/>
        <a:lstStyle/>
        <a:p>
          <a:endParaRPr lang="en-US"/>
        </a:p>
      </dgm:t>
    </dgm:pt>
    <dgm:pt modelId="{0C1A6C85-7828-4153-9BDF-6F64ECE5567A}" type="pres">
      <dgm:prSet presAssocID="{A552291B-439F-47C7-8782-3C26ED302B28}" presName="linear" presStyleCnt="0">
        <dgm:presLayoutVars>
          <dgm:dir/>
          <dgm:animLvl val="lvl"/>
          <dgm:resizeHandles val="exact"/>
        </dgm:presLayoutVars>
      </dgm:prSet>
      <dgm:spPr/>
    </dgm:pt>
    <dgm:pt modelId="{82B0699C-6B59-448D-B865-2A2C1400AFC1}" type="pres">
      <dgm:prSet presAssocID="{48A74D8B-56B4-457E-B13C-3621EC30FA71}" presName="parentLin" presStyleCnt="0"/>
      <dgm:spPr/>
    </dgm:pt>
    <dgm:pt modelId="{61FC47F3-C98F-4C9C-BB61-F3BEA8BCC100}" type="pres">
      <dgm:prSet presAssocID="{48A74D8B-56B4-457E-B13C-3621EC30FA71}" presName="parentLeftMargin" presStyleLbl="node1" presStyleIdx="0" presStyleCnt="2"/>
      <dgm:spPr/>
    </dgm:pt>
    <dgm:pt modelId="{D7EF2221-487F-4CD9-AA74-7B9CD31D9316}" type="pres">
      <dgm:prSet presAssocID="{48A74D8B-56B4-457E-B13C-3621EC30FA71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08395C32-837C-4B15-8065-BF97B02810B7}" type="pres">
      <dgm:prSet presAssocID="{48A74D8B-56B4-457E-B13C-3621EC30FA71}" presName="negativeSpace" presStyleCnt="0"/>
      <dgm:spPr/>
    </dgm:pt>
    <dgm:pt modelId="{AF5D2A9A-587A-4D9C-A939-A30D03AA08D7}" type="pres">
      <dgm:prSet presAssocID="{48A74D8B-56B4-457E-B13C-3621EC30FA71}" presName="childText" presStyleLbl="conFgAcc1" presStyleIdx="0" presStyleCnt="2">
        <dgm:presLayoutVars>
          <dgm:bulletEnabled val="1"/>
        </dgm:presLayoutVars>
      </dgm:prSet>
      <dgm:spPr/>
    </dgm:pt>
    <dgm:pt modelId="{724D31A6-A042-4A82-9C75-2437249C377E}" type="pres">
      <dgm:prSet presAssocID="{81DACCE9-8419-4625-BDE8-F3B83D701A6B}" presName="spaceBetweenRectangles" presStyleCnt="0"/>
      <dgm:spPr/>
    </dgm:pt>
    <dgm:pt modelId="{F93BFE5C-5F5F-4188-BE93-4A0AC4959F5A}" type="pres">
      <dgm:prSet presAssocID="{3ECA34C8-8456-48AD-AE22-990A88FAAE34}" presName="parentLin" presStyleCnt="0"/>
      <dgm:spPr/>
    </dgm:pt>
    <dgm:pt modelId="{F9F75797-D4B8-4692-9515-0B8BEA45EA18}" type="pres">
      <dgm:prSet presAssocID="{3ECA34C8-8456-48AD-AE22-990A88FAAE34}" presName="parentLeftMargin" presStyleLbl="node1" presStyleIdx="0" presStyleCnt="2"/>
      <dgm:spPr/>
    </dgm:pt>
    <dgm:pt modelId="{7124EB24-9523-4646-B3E4-3D2344AC664D}" type="pres">
      <dgm:prSet presAssocID="{3ECA34C8-8456-48AD-AE22-990A88FAAE34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0D9C43F1-A7DE-42CB-A24F-C87D6E20EF64}" type="pres">
      <dgm:prSet presAssocID="{3ECA34C8-8456-48AD-AE22-990A88FAAE34}" presName="negativeSpace" presStyleCnt="0"/>
      <dgm:spPr/>
    </dgm:pt>
    <dgm:pt modelId="{3284C482-F2B0-4DFE-ADFE-9C60A3801BB4}" type="pres">
      <dgm:prSet presAssocID="{3ECA34C8-8456-48AD-AE22-990A88FAAE34}" presName="childText" presStyleLbl="conFgAcc1" presStyleIdx="1" presStyleCnt="2">
        <dgm:presLayoutVars>
          <dgm:bulletEnabled val="1"/>
        </dgm:presLayoutVars>
      </dgm:prSet>
      <dgm:spPr/>
    </dgm:pt>
  </dgm:ptLst>
  <dgm:cxnLst>
    <dgm:cxn modelId="{8FD8F03C-848D-4B8D-9753-5E55F4E6E762}" type="presOf" srcId="{4A7AE712-4BDD-488D-B6CC-80FCC699C210}" destId="{3284C482-F2B0-4DFE-ADFE-9C60A3801BB4}" srcOrd="0" destOrd="0" presId="urn:microsoft.com/office/officeart/2005/8/layout/list1"/>
    <dgm:cxn modelId="{01C71E5D-54D0-4D15-9146-4A04E50FA0E7}" type="presOf" srcId="{48A74D8B-56B4-457E-B13C-3621EC30FA71}" destId="{D7EF2221-487F-4CD9-AA74-7B9CD31D9316}" srcOrd="1" destOrd="0" presId="urn:microsoft.com/office/officeart/2005/8/layout/list1"/>
    <dgm:cxn modelId="{5F218A43-37BD-42B5-A8E3-649F9139B66D}" type="presOf" srcId="{6DD780A3-87A1-4660-A310-1A7EAF7EA081}" destId="{3284C482-F2B0-4DFE-ADFE-9C60A3801BB4}" srcOrd="0" destOrd="1" presId="urn:microsoft.com/office/officeart/2005/8/layout/list1"/>
    <dgm:cxn modelId="{273FE647-A437-4F94-B15B-68C2DB972252}" type="presOf" srcId="{2A66B7C2-66D5-4C75-B8A1-C8E5DB8FC2FD}" destId="{AF5D2A9A-587A-4D9C-A939-A30D03AA08D7}" srcOrd="0" destOrd="0" presId="urn:microsoft.com/office/officeart/2005/8/layout/list1"/>
    <dgm:cxn modelId="{4771194D-FF15-4E6D-A31F-35C2996ACA6B}" srcId="{3ECA34C8-8456-48AD-AE22-990A88FAAE34}" destId="{4A7AE712-4BDD-488D-B6CC-80FCC699C210}" srcOrd="0" destOrd="0" parTransId="{FC77C233-E409-4090-A083-18035FCF7B67}" sibTransId="{A1CAF5FC-C2AC-4FF2-920C-E065B9F062A9}"/>
    <dgm:cxn modelId="{A388964F-6394-4D12-B8F4-B90C90128EA3}" type="presOf" srcId="{32B6C2F5-6EDE-400C-B60A-2960FF4B76DA}" destId="{AF5D2A9A-587A-4D9C-A939-A30D03AA08D7}" srcOrd="0" destOrd="1" presId="urn:microsoft.com/office/officeart/2005/8/layout/list1"/>
    <dgm:cxn modelId="{8E021876-8550-4A51-B8EA-3732F6352445}" srcId="{A552291B-439F-47C7-8782-3C26ED302B28}" destId="{3ECA34C8-8456-48AD-AE22-990A88FAAE34}" srcOrd="1" destOrd="0" parTransId="{0505E94E-6BA9-4553-A9CA-D91924EC719C}" sibTransId="{BED658CF-F198-45CD-94D4-E183B131347A}"/>
    <dgm:cxn modelId="{C4FA007C-3A32-48EB-8253-CDE33836A7A5}" type="presOf" srcId="{48A74D8B-56B4-457E-B13C-3621EC30FA71}" destId="{61FC47F3-C98F-4C9C-BB61-F3BEA8BCC100}" srcOrd="0" destOrd="0" presId="urn:microsoft.com/office/officeart/2005/8/layout/list1"/>
    <dgm:cxn modelId="{A9DD1783-0EE5-4AD1-B1AD-A088E8880CCE}" srcId="{A552291B-439F-47C7-8782-3C26ED302B28}" destId="{48A74D8B-56B4-457E-B13C-3621EC30FA71}" srcOrd="0" destOrd="0" parTransId="{60D9D2A6-2F83-4EFD-8E00-1C510893F02D}" sibTransId="{81DACCE9-8419-4625-BDE8-F3B83D701A6B}"/>
    <dgm:cxn modelId="{9AEB6AAD-297A-4C4F-8583-F7C1F0DF1278}" type="presOf" srcId="{3ECA34C8-8456-48AD-AE22-990A88FAAE34}" destId="{7124EB24-9523-4646-B3E4-3D2344AC664D}" srcOrd="1" destOrd="0" presId="urn:microsoft.com/office/officeart/2005/8/layout/list1"/>
    <dgm:cxn modelId="{75374DDC-BFE8-4D39-9926-DD361D09AA11}" srcId="{3ECA34C8-8456-48AD-AE22-990A88FAAE34}" destId="{6DD780A3-87A1-4660-A310-1A7EAF7EA081}" srcOrd="1" destOrd="0" parTransId="{B8340324-BDD8-4880-8149-896197064A4C}" sibTransId="{E214777E-B272-4477-A554-0464499674E2}"/>
    <dgm:cxn modelId="{5A0948E2-904E-43F8-9D4D-51103E854794}" srcId="{48A74D8B-56B4-457E-B13C-3621EC30FA71}" destId="{32B6C2F5-6EDE-400C-B60A-2960FF4B76DA}" srcOrd="1" destOrd="0" parTransId="{62E3DF86-BEFE-4A4E-9770-BD9A2C94CB14}" sibTransId="{1595D2E3-70A8-4358-83F5-831DA19D70B6}"/>
    <dgm:cxn modelId="{4F3CE4E4-D7F4-49AB-9DBB-098A82BA56B5}" type="presOf" srcId="{3ECA34C8-8456-48AD-AE22-990A88FAAE34}" destId="{F9F75797-D4B8-4692-9515-0B8BEA45EA18}" srcOrd="0" destOrd="0" presId="urn:microsoft.com/office/officeart/2005/8/layout/list1"/>
    <dgm:cxn modelId="{0BD91BEE-F427-46B9-9949-4383E9841392}" type="presOf" srcId="{A552291B-439F-47C7-8782-3C26ED302B28}" destId="{0C1A6C85-7828-4153-9BDF-6F64ECE5567A}" srcOrd="0" destOrd="0" presId="urn:microsoft.com/office/officeart/2005/8/layout/list1"/>
    <dgm:cxn modelId="{79C43BFA-7C18-4B53-A8E0-89444D388A03}" srcId="{48A74D8B-56B4-457E-B13C-3621EC30FA71}" destId="{2A66B7C2-66D5-4C75-B8A1-C8E5DB8FC2FD}" srcOrd="0" destOrd="0" parTransId="{CFAFA53B-C2D8-441D-869B-20B295029093}" sibTransId="{AB07291C-0080-4D71-A8A6-4311FAB71500}"/>
    <dgm:cxn modelId="{F62ACC73-AEBD-40D1-AC74-3583C15039D9}" type="presParOf" srcId="{0C1A6C85-7828-4153-9BDF-6F64ECE5567A}" destId="{82B0699C-6B59-448D-B865-2A2C1400AFC1}" srcOrd="0" destOrd="0" presId="urn:microsoft.com/office/officeart/2005/8/layout/list1"/>
    <dgm:cxn modelId="{6ADFBF6E-65D0-4D21-BA2B-FD39A52B3472}" type="presParOf" srcId="{82B0699C-6B59-448D-B865-2A2C1400AFC1}" destId="{61FC47F3-C98F-4C9C-BB61-F3BEA8BCC100}" srcOrd="0" destOrd="0" presId="urn:microsoft.com/office/officeart/2005/8/layout/list1"/>
    <dgm:cxn modelId="{91016DB3-C010-4102-8B84-5DFBA3919AF2}" type="presParOf" srcId="{82B0699C-6B59-448D-B865-2A2C1400AFC1}" destId="{D7EF2221-487F-4CD9-AA74-7B9CD31D9316}" srcOrd="1" destOrd="0" presId="urn:microsoft.com/office/officeart/2005/8/layout/list1"/>
    <dgm:cxn modelId="{E61E7C48-FB43-4755-9EE6-931D4AD5C97C}" type="presParOf" srcId="{0C1A6C85-7828-4153-9BDF-6F64ECE5567A}" destId="{08395C32-837C-4B15-8065-BF97B02810B7}" srcOrd="1" destOrd="0" presId="urn:microsoft.com/office/officeart/2005/8/layout/list1"/>
    <dgm:cxn modelId="{C23B40BE-C74E-4E9E-B8AA-9152D6118CD8}" type="presParOf" srcId="{0C1A6C85-7828-4153-9BDF-6F64ECE5567A}" destId="{AF5D2A9A-587A-4D9C-A939-A30D03AA08D7}" srcOrd="2" destOrd="0" presId="urn:microsoft.com/office/officeart/2005/8/layout/list1"/>
    <dgm:cxn modelId="{E9F1308D-8765-4C5B-BCFF-477EC007947B}" type="presParOf" srcId="{0C1A6C85-7828-4153-9BDF-6F64ECE5567A}" destId="{724D31A6-A042-4A82-9C75-2437249C377E}" srcOrd="3" destOrd="0" presId="urn:microsoft.com/office/officeart/2005/8/layout/list1"/>
    <dgm:cxn modelId="{297C285D-C5EA-471A-A79C-4AFB166203DC}" type="presParOf" srcId="{0C1A6C85-7828-4153-9BDF-6F64ECE5567A}" destId="{F93BFE5C-5F5F-4188-BE93-4A0AC4959F5A}" srcOrd="4" destOrd="0" presId="urn:microsoft.com/office/officeart/2005/8/layout/list1"/>
    <dgm:cxn modelId="{8AB9132D-210C-47E7-BCB8-17050657D930}" type="presParOf" srcId="{F93BFE5C-5F5F-4188-BE93-4A0AC4959F5A}" destId="{F9F75797-D4B8-4692-9515-0B8BEA45EA18}" srcOrd="0" destOrd="0" presId="urn:microsoft.com/office/officeart/2005/8/layout/list1"/>
    <dgm:cxn modelId="{B60EA706-161A-417F-A984-DEB72D019BF9}" type="presParOf" srcId="{F93BFE5C-5F5F-4188-BE93-4A0AC4959F5A}" destId="{7124EB24-9523-4646-B3E4-3D2344AC664D}" srcOrd="1" destOrd="0" presId="urn:microsoft.com/office/officeart/2005/8/layout/list1"/>
    <dgm:cxn modelId="{D60B7908-F474-4121-8D73-21188F797585}" type="presParOf" srcId="{0C1A6C85-7828-4153-9BDF-6F64ECE5567A}" destId="{0D9C43F1-A7DE-42CB-A24F-C87D6E20EF64}" srcOrd="5" destOrd="0" presId="urn:microsoft.com/office/officeart/2005/8/layout/list1"/>
    <dgm:cxn modelId="{78231643-7F5A-4215-A0DE-BEF65099846D}" type="presParOf" srcId="{0C1A6C85-7828-4153-9BDF-6F64ECE5567A}" destId="{3284C482-F2B0-4DFE-ADFE-9C60A3801BB4}" srcOrd="6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D64AE7D2-26E1-40C4-9D11-1719E283D42A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BDFC2898-D522-4219-BA86-5A88B177094E}">
      <dgm:prSet/>
      <dgm:spPr/>
      <dgm:t>
        <a:bodyPr/>
        <a:lstStyle/>
        <a:p>
          <a:r>
            <a:rPr lang="en-US" b="0"/>
            <a:t>Hydrodynamic Diameter</a:t>
          </a:r>
          <a:endParaRPr lang="en-US"/>
        </a:p>
      </dgm:t>
    </dgm:pt>
    <dgm:pt modelId="{54037282-8C8C-43CB-9837-20BEB2D86152}" type="parTrans" cxnId="{98C16A0A-BFBA-4158-BC1B-7F425A8A974B}">
      <dgm:prSet/>
      <dgm:spPr/>
      <dgm:t>
        <a:bodyPr/>
        <a:lstStyle/>
        <a:p>
          <a:endParaRPr lang="en-US"/>
        </a:p>
      </dgm:t>
    </dgm:pt>
    <dgm:pt modelId="{9705B89C-24D9-44C5-8720-54456DB72140}" type="sibTrans" cxnId="{98C16A0A-BFBA-4158-BC1B-7F425A8A974B}">
      <dgm:prSet/>
      <dgm:spPr/>
      <dgm:t>
        <a:bodyPr/>
        <a:lstStyle/>
        <a:p>
          <a:endParaRPr lang="en-US"/>
        </a:p>
      </dgm:t>
    </dgm:pt>
    <dgm:pt modelId="{8D74DEB4-7510-4325-8BBD-B1DA8716F96E}">
      <dgm:prSet/>
      <dgm:spPr/>
      <dgm:t>
        <a:bodyPr/>
        <a:lstStyle/>
        <a:p>
          <a:r>
            <a:rPr lang="en-US" b="0"/>
            <a:t>Diffusion Coefficient</a:t>
          </a:r>
          <a:endParaRPr lang="en-US"/>
        </a:p>
      </dgm:t>
    </dgm:pt>
    <dgm:pt modelId="{C640DE2C-F322-4150-B058-796C0FDD460C}" type="parTrans" cxnId="{AEC046C5-8400-4E7F-A2CE-B8FF8F05DF65}">
      <dgm:prSet/>
      <dgm:spPr/>
      <dgm:t>
        <a:bodyPr/>
        <a:lstStyle/>
        <a:p>
          <a:endParaRPr lang="en-US"/>
        </a:p>
      </dgm:t>
    </dgm:pt>
    <dgm:pt modelId="{A20FD1EB-71CE-4297-A728-79246D5EF0A2}" type="sibTrans" cxnId="{AEC046C5-8400-4E7F-A2CE-B8FF8F05DF65}">
      <dgm:prSet/>
      <dgm:spPr/>
      <dgm:t>
        <a:bodyPr/>
        <a:lstStyle/>
        <a:p>
          <a:endParaRPr lang="en-US"/>
        </a:p>
      </dgm:t>
    </dgm:pt>
    <dgm:pt modelId="{3393CC74-08A8-4ED1-876D-CCE4533D4BBA}">
      <dgm:prSet/>
      <dgm:spPr/>
      <dgm:t>
        <a:bodyPr/>
        <a:lstStyle/>
        <a:p>
          <a:r>
            <a:rPr lang="en-US" b="0"/>
            <a:t>Polydispersity Index (PDI)</a:t>
          </a:r>
          <a:endParaRPr lang="en-US"/>
        </a:p>
      </dgm:t>
    </dgm:pt>
    <dgm:pt modelId="{A149AECB-2732-4C35-80B5-8EC39BB46754}" type="parTrans" cxnId="{62ECEFAA-CA38-4092-BB59-062759BA40E3}">
      <dgm:prSet/>
      <dgm:spPr/>
      <dgm:t>
        <a:bodyPr/>
        <a:lstStyle/>
        <a:p>
          <a:endParaRPr lang="en-US"/>
        </a:p>
      </dgm:t>
    </dgm:pt>
    <dgm:pt modelId="{014EB9FE-2586-4B74-B371-8418CC9116ED}" type="sibTrans" cxnId="{62ECEFAA-CA38-4092-BB59-062759BA40E3}">
      <dgm:prSet/>
      <dgm:spPr/>
      <dgm:t>
        <a:bodyPr/>
        <a:lstStyle/>
        <a:p>
          <a:endParaRPr lang="en-US"/>
        </a:p>
      </dgm:t>
    </dgm:pt>
    <dgm:pt modelId="{2F203A16-767C-4F7E-AB01-71CA9743D8FD}">
      <dgm:prSet/>
      <dgm:spPr/>
      <dgm:t>
        <a:bodyPr/>
        <a:lstStyle/>
        <a:p>
          <a:r>
            <a:rPr lang="en-US" b="0"/>
            <a:t>Scattering Intensity</a:t>
          </a:r>
          <a:endParaRPr lang="en-US"/>
        </a:p>
      </dgm:t>
    </dgm:pt>
    <dgm:pt modelId="{1BEBD4B5-09E3-489B-83F0-ACADDBF02B2D}" type="parTrans" cxnId="{FF1EDF0F-A2B0-435F-992E-4407C909A6F7}">
      <dgm:prSet/>
      <dgm:spPr/>
      <dgm:t>
        <a:bodyPr/>
        <a:lstStyle/>
        <a:p>
          <a:endParaRPr lang="en-US"/>
        </a:p>
      </dgm:t>
    </dgm:pt>
    <dgm:pt modelId="{699D4CF5-DEB0-4C21-8BF2-4FA1FA2D392F}" type="sibTrans" cxnId="{FF1EDF0F-A2B0-435F-992E-4407C909A6F7}">
      <dgm:prSet/>
      <dgm:spPr/>
      <dgm:t>
        <a:bodyPr/>
        <a:lstStyle/>
        <a:p>
          <a:endParaRPr lang="en-US"/>
        </a:p>
      </dgm:t>
    </dgm:pt>
    <dgm:pt modelId="{C3701B94-F898-436D-AF52-C53A781B4E23}">
      <dgm:prSet/>
      <dgm:spPr/>
      <dgm:t>
        <a:bodyPr/>
        <a:lstStyle/>
        <a:p>
          <a:r>
            <a:rPr lang="en-US" b="0"/>
            <a:t>Zeta Potential</a:t>
          </a:r>
          <a:endParaRPr lang="en-US"/>
        </a:p>
      </dgm:t>
    </dgm:pt>
    <dgm:pt modelId="{656FBA25-15F2-4AF2-8226-D78362980A94}" type="parTrans" cxnId="{0CF52F90-E40B-447C-9BD0-AF3A2178B803}">
      <dgm:prSet/>
      <dgm:spPr/>
      <dgm:t>
        <a:bodyPr/>
        <a:lstStyle/>
        <a:p>
          <a:endParaRPr lang="en-US"/>
        </a:p>
      </dgm:t>
    </dgm:pt>
    <dgm:pt modelId="{A44A7AFF-31B6-429C-894B-B4A510DDC626}" type="sibTrans" cxnId="{0CF52F90-E40B-447C-9BD0-AF3A2178B803}">
      <dgm:prSet/>
      <dgm:spPr/>
      <dgm:t>
        <a:bodyPr/>
        <a:lstStyle/>
        <a:p>
          <a:endParaRPr lang="en-US"/>
        </a:p>
      </dgm:t>
    </dgm:pt>
    <dgm:pt modelId="{798E909F-AB95-4661-B44D-2605FDF74D60}">
      <dgm:prSet/>
      <dgm:spPr/>
      <dgm:t>
        <a:bodyPr/>
        <a:lstStyle/>
        <a:p>
          <a:r>
            <a:rPr lang="en-US" b="0"/>
            <a:t>Correlation Function</a:t>
          </a:r>
          <a:endParaRPr lang="en-US"/>
        </a:p>
      </dgm:t>
    </dgm:pt>
    <dgm:pt modelId="{BE2990B9-9792-4906-ABE2-F7A481372722}" type="parTrans" cxnId="{CA53E98C-B04E-4A2B-9CB8-87CB180B9A61}">
      <dgm:prSet/>
      <dgm:spPr/>
      <dgm:t>
        <a:bodyPr/>
        <a:lstStyle/>
        <a:p>
          <a:endParaRPr lang="en-US"/>
        </a:p>
      </dgm:t>
    </dgm:pt>
    <dgm:pt modelId="{BD1FE94E-048A-4CAE-83ED-9C8EC0F6F4ED}" type="sibTrans" cxnId="{CA53E98C-B04E-4A2B-9CB8-87CB180B9A61}">
      <dgm:prSet/>
      <dgm:spPr/>
      <dgm:t>
        <a:bodyPr/>
        <a:lstStyle/>
        <a:p>
          <a:endParaRPr lang="en-US"/>
        </a:p>
      </dgm:t>
    </dgm:pt>
    <dgm:pt modelId="{1800CAC3-0ED5-4F93-A72F-1B8DE63CE887}">
      <dgm:prSet/>
      <dgm:spPr/>
      <dgm:t>
        <a:bodyPr/>
        <a:lstStyle/>
        <a:p>
          <a:r>
            <a:rPr lang="en-US" b="0"/>
            <a:t>Refractive Index</a:t>
          </a:r>
          <a:endParaRPr lang="en-US"/>
        </a:p>
      </dgm:t>
    </dgm:pt>
    <dgm:pt modelId="{6D4005C5-68E6-4825-BA00-10D8A70552D2}" type="parTrans" cxnId="{50646D95-8622-4DA6-A52C-41D6450A25CE}">
      <dgm:prSet/>
      <dgm:spPr/>
      <dgm:t>
        <a:bodyPr/>
        <a:lstStyle/>
        <a:p>
          <a:endParaRPr lang="en-US"/>
        </a:p>
      </dgm:t>
    </dgm:pt>
    <dgm:pt modelId="{A243425F-D6B3-4EFD-A464-8F88E094E76B}" type="sibTrans" cxnId="{50646D95-8622-4DA6-A52C-41D6450A25CE}">
      <dgm:prSet/>
      <dgm:spPr/>
      <dgm:t>
        <a:bodyPr/>
        <a:lstStyle/>
        <a:p>
          <a:endParaRPr lang="en-US"/>
        </a:p>
      </dgm:t>
    </dgm:pt>
    <dgm:pt modelId="{A4390623-6B35-4CDF-9EEA-29F853F7242A}">
      <dgm:prSet/>
      <dgm:spPr/>
      <dgm:t>
        <a:bodyPr/>
        <a:lstStyle/>
        <a:p>
          <a:r>
            <a:rPr lang="en-US" b="0"/>
            <a:t>Wavelength</a:t>
          </a:r>
          <a:endParaRPr lang="en-US"/>
        </a:p>
      </dgm:t>
    </dgm:pt>
    <dgm:pt modelId="{F76F9CE7-3A9F-41A5-9C0F-27107190C590}" type="parTrans" cxnId="{99AB346E-BF1B-463C-AAE7-2E66775DDE8D}">
      <dgm:prSet/>
      <dgm:spPr/>
      <dgm:t>
        <a:bodyPr/>
        <a:lstStyle/>
        <a:p>
          <a:endParaRPr lang="en-US"/>
        </a:p>
      </dgm:t>
    </dgm:pt>
    <dgm:pt modelId="{D8035CE6-2F4F-47C6-864E-D607DDC31E33}" type="sibTrans" cxnId="{99AB346E-BF1B-463C-AAE7-2E66775DDE8D}">
      <dgm:prSet/>
      <dgm:spPr/>
      <dgm:t>
        <a:bodyPr/>
        <a:lstStyle/>
        <a:p>
          <a:endParaRPr lang="en-US"/>
        </a:p>
      </dgm:t>
    </dgm:pt>
    <dgm:pt modelId="{2AA6FCB9-0BBE-4E52-B138-22793255680D}" type="pres">
      <dgm:prSet presAssocID="{D64AE7D2-26E1-40C4-9D11-1719E283D42A}" presName="vert0" presStyleCnt="0">
        <dgm:presLayoutVars>
          <dgm:dir/>
          <dgm:animOne val="branch"/>
          <dgm:animLvl val="lvl"/>
        </dgm:presLayoutVars>
      </dgm:prSet>
      <dgm:spPr/>
    </dgm:pt>
    <dgm:pt modelId="{13EADD36-E532-4767-A1EA-539FFD954CA8}" type="pres">
      <dgm:prSet presAssocID="{BDFC2898-D522-4219-BA86-5A88B177094E}" presName="thickLine" presStyleLbl="alignNode1" presStyleIdx="0" presStyleCnt="8"/>
      <dgm:spPr/>
    </dgm:pt>
    <dgm:pt modelId="{12616135-5353-4E48-9E62-E02CA558A7C0}" type="pres">
      <dgm:prSet presAssocID="{BDFC2898-D522-4219-BA86-5A88B177094E}" presName="horz1" presStyleCnt="0"/>
      <dgm:spPr/>
    </dgm:pt>
    <dgm:pt modelId="{30D5007E-91F4-4A8F-8A7D-3197ABBA9C0C}" type="pres">
      <dgm:prSet presAssocID="{BDFC2898-D522-4219-BA86-5A88B177094E}" presName="tx1" presStyleLbl="revTx" presStyleIdx="0" presStyleCnt="8"/>
      <dgm:spPr/>
    </dgm:pt>
    <dgm:pt modelId="{2DCC5A8E-D92C-4A73-B6CA-B12D36AD224C}" type="pres">
      <dgm:prSet presAssocID="{BDFC2898-D522-4219-BA86-5A88B177094E}" presName="vert1" presStyleCnt="0"/>
      <dgm:spPr/>
    </dgm:pt>
    <dgm:pt modelId="{4C186114-4DD0-44D0-BFB1-0922D3CBB36E}" type="pres">
      <dgm:prSet presAssocID="{8D74DEB4-7510-4325-8BBD-B1DA8716F96E}" presName="thickLine" presStyleLbl="alignNode1" presStyleIdx="1" presStyleCnt="8"/>
      <dgm:spPr/>
    </dgm:pt>
    <dgm:pt modelId="{6CD2D244-0D8B-457E-9F13-907167B77826}" type="pres">
      <dgm:prSet presAssocID="{8D74DEB4-7510-4325-8BBD-B1DA8716F96E}" presName="horz1" presStyleCnt="0"/>
      <dgm:spPr/>
    </dgm:pt>
    <dgm:pt modelId="{F0CFCAC3-A93D-4206-9FDF-4FCA5BF605C3}" type="pres">
      <dgm:prSet presAssocID="{8D74DEB4-7510-4325-8BBD-B1DA8716F96E}" presName="tx1" presStyleLbl="revTx" presStyleIdx="1" presStyleCnt="8"/>
      <dgm:spPr/>
    </dgm:pt>
    <dgm:pt modelId="{ADEE4802-2FF8-4DCA-BFEA-FEAB739737E0}" type="pres">
      <dgm:prSet presAssocID="{8D74DEB4-7510-4325-8BBD-B1DA8716F96E}" presName="vert1" presStyleCnt="0"/>
      <dgm:spPr/>
    </dgm:pt>
    <dgm:pt modelId="{B1CF2B45-FEF8-4785-8284-D9E80B7F0691}" type="pres">
      <dgm:prSet presAssocID="{3393CC74-08A8-4ED1-876D-CCE4533D4BBA}" presName="thickLine" presStyleLbl="alignNode1" presStyleIdx="2" presStyleCnt="8"/>
      <dgm:spPr/>
    </dgm:pt>
    <dgm:pt modelId="{33513D43-BFCE-444B-A602-41BDC8D93CFF}" type="pres">
      <dgm:prSet presAssocID="{3393CC74-08A8-4ED1-876D-CCE4533D4BBA}" presName="horz1" presStyleCnt="0"/>
      <dgm:spPr/>
    </dgm:pt>
    <dgm:pt modelId="{28BCE84E-6AC0-46FF-9D34-AC38B5EF8729}" type="pres">
      <dgm:prSet presAssocID="{3393CC74-08A8-4ED1-876D-CCE4533D4BBA}" presName="tx1" presStyleLbl="revTx" presStyleIdx="2" presStyleCnt="8"/>
      <dgm:spPr/>
    </dgm:pt>
    <dgm:pt modelId="{7A19CEC6-4773-41A5-93C3-4253F23168ED}" type="pres">
      <dgm:prSet presAssocID="{3393CC74-08A8-4ED1-876D-CCE4533D4BBA}" presName="vert1" presStyleCnt="0"/>
      <dgm:spPr/>
    </dgm:pt>
    <dgm:pt modelId="{BC095409-1E02-4E5C-AF29-C8276BB9578C}" type="pres">
      <dgm:prSet presAssocID="{2F203A16-767C-4F7E-AB01-71CA9743D8FD}" presName="thickLine" presStyleLbl="alignNode1" presStyleIdx="3" presStyleCnt="8"/>
      <dgm:spPr/>
    </dgm:pt>
    <dgm:pt modelId="{E3C330CD-E7A3-4537-A5D7-232B4CC29D9C}" type="pres">
      <dgm:prSet presAssocID="{2F203A16-767C-4F7E-AB01-71CA9743D8FD}" presName="horz1" presStyleCnt="0"/>
      <dgm:spPr/>
    </dgm:pt>
    <dgm:pt modelId="{27D659AE-85F7-420D-B26E-D9F6B8BEA4A3}" type="pres">
      <dgm:prSet presAssocID="{2F203A16-767C-4F7E-AB01-71CA9743D8FD}" presName="tx1" presStyleLbl="revTx" presStyleIdx="3" presStyleCnt="8"/>
      <dgm:spPr/>
    </dgm:pt>
    <dgm:pt modelId="{084B40D5-ECD9-4718-BFBB-74C10171499F}" type="pres">
      <dgm:prSet presAssocID="{2F203A16-767C-4F7E-AB01-71CA9743D8FD}" presName="vert1" presStyleCnt="0"/>
      <dgm:spPr/>
    </dgm:pt>
    <dgm:pt modelId="{ADFC0F71-B0B2-4599-A830-D6C318B8F559}" type="pres">
      <dgm:prSet presAssocID="{C3701B94-F898-436D-AF52-C53A781B4E23}" presName="thickLine" presStyleLbl="alignNode1" presStyleIdx="4" presStyleCnt="8"/>
      <dgm:spPr/>
    </dgm:pt>
    <dgm:pt modelId="{12224EC9-2DBA-4EF6-83E8-99C6F3DBBC07}" type="pres">
      <dgm:prSet presAssocID="{C3701B94-F898-436D-AF52-C53A781B4E23}" presName="horz1" presStyleCnt="0"/>
      <dgm:spPr/>
    </dgm:pt>
    <dgm:pt modelId="{6D778108-A3B6-416D-B6C7-8E9FCDA1C262}" type="pres">
      <dgm:prSet presAssocID="{C3701B94-F898-436D-AF52-C53A781B4E23}" presName="tx1" presStyleLbl="revTx" presStyleIdx="4" presStyleCnt="8"/>
      <dgm:spPr/>
    </dgm:pt>
    <dgm:pt modelId="{68DFE812-70F0-4509-9812-13700569CF6E}" type="pres">
      <dgm:prSet presAssocID="{C3701B94-F898-436D-AF52-C53A781B4E23}" presName="vert1" presStyleCnt="0"/>
      <dgm:spPr/>
    </dgm:pt>
    <dgm:pt modelId="{B34DCCEF-450E-481D-ADC4-4FECF9051D78}" type="pres">
      <dgm:prSet presAssocID="{798E909F-AB95-4661-B44D-2605FDF74D60}" presName="thickLine" presStyleLbl="alignNode1" presStyleIdx="5" presStyleCnt="8"/>
      <dgm:spPr/>
    </dgm:pt>
    <dgm:pt modelId="{6A783827-9A2A-4B93-974F-F06C723812C8}" type="pres">
      <dgm:prSet presAssocID="{798E909F-AB95-4661-B44D-2605FDF74D60}" presName="horz1" presStyleCnt="0"/>
      <dgm:spPr/>
    </dgm:pt>
    <dgm:pt modelId="{83830629-312C-450B-8C21-B378DDC66CFF}" type="pres">
      <dgm:prSet presAssocID="{798E909F-AB95-4661-B44D-2605FDF74D60}" presName="tx1" presStyleLbl="revTx" presStyleIdx="5" presStyleCnt="8"/>
      <dgm:spPr/>
    </dgm:pt>
    <dgm:pt modelId="{84F4C62F-C2F1-45D8-99BB-6297209392FD}" type="pres">
      <dgm:prSet presAssocID="{798E909F-AB95-4661-B44D-2605FDF74D60}" presName="vert1" presStyleCnt="0"/>
      <dgm:spPr/>
    </dgm:pt>
    <dgm:pt modelId="{A4FFA5C6-4E32-4D61-A19B-EDF3F82A6F22}" type="pres">
      <dgm:prSet presAssocID="{1800CAC3-0ED5-4F93-A72F-1B8DE63CE887}" presName="thickLine" presStyleLbl="alignNode1" presStyleIdx="6" presStyleCnt="8"/>
      <dgm:spPr/>
    </dgm:pt>
    <dgm:pt modelId="{1260530B-40DA-402F-AF0D-4C30A7572F91}" type="pres">
      <dgm:prSet presAssocID="{1800CAC3-0ED5-4F93-A72F-1B8DE63CE887}" presName="horz1" presStyleCnt="0"/>
      <dgm:spPr/>
    </dgm:pt>
    <dgm:pt modelId="{C990E725-D30F-4676-A138-87F475AADDD3}" type="pres">
      <dgm:prSet presAssocID="{1800CAC3-0ED5-4F93-A72F-1B8DE63CE887}" presName="tx1" presStyleLbl="revTx" presStyleIdx="6" presStyleCnt="8"/>
      <dgm:spPr/>
    </dgm:pt>
    <dgm:pt modelId="{23A61929-AAC8-4139-804D-AE0B7AB39AB4}" type="pres">
      <dgm:prSet presAssocID="{1800CAC3-0ED5-4F93-A72F-1B8DE63CE887}" presName="vert1" presStyleCnt="0"/>
      <dgm:spPr/>
    </dgm:pt>
    <dgm:pt modelId="{F18EAE3F-6D6B-4197-8DFE-D17BF987993D}" type="pres">
      <dgm:prSet presAssocID="{A4390623-6B35-4CDF-9EEA-29F853F7242A}" presName="thickLine" presStyleLbl="alignNode1" presStyleIdx="7" presStyleCnt="8"/>
      <dgm:spPr/>
    </dgm:pt>
    <dgm:pt modelId="{AC731DAC-04D7-4D41-9BEE-E4BDB7AFC861}" type="pres">
      <dgm:prSet presAssocID="{A4390623-6B35-4CDF-9EEA-29F853F7242A}" presName="horz1" presStyleCnt="0"/>
      <dgm:spPr/>
    </dgm:pt>
    <dgm:pt modelId="{F66BF4AB-2134-432B-8F2A-46EB288818AE}" type="pres">
      <dgm:prSet presAssocID="{A4390623-6B35-4CDF-9EEA-29F853F7242A}" presName="tx1" presStyleLbl="revTx" presStyleIdx="7" presStyleCnt="8"/>
      <dgm:spPr/>
    </dgm:pt>
    <dgm:pt modelId="{307D8A90-180A-4285-AD18-9A215C0AA3B0}" type="pres">
      <dgm:prSet presAssocID="{A4390623-6B35-4CDF-9EEA-29F853F7242A}" presName="vert1" presStyleCnt="0"/>
      <dgm:spPr/>
    </dgm:pt>
  </dgm:ptLst>
  <dgm:cxnLst>
    <dgm:cxn modelId="{98C16A0A-BFBA-4158-BC1B-7F425A8A974B}" srcId="{D64AE7D2-26E1-40C4-9D11-1719E283D42A}" destId="{BDFC2898-D522-4219-BA86-5A88B177094E}" srcOrd="0" destOrd="0" parTransId="{54037282-8C8C-43CB-9837-20BEB2D86152}" sibTransId="{9705B89C-24D9-44C5-8720-54456DB72140}"/>
    <dgm:cxn modelId="{FF1EDF0F-A2B0-435F-992E-4407C909A6F7}" srcId="{D64AE7D2-26E1-40C4-9D11-1719E283D42A}" destId="{2F203A16-767C-4F7E-AB01-71CA9743D8FD}" srcOrd="3" destOrd="0" parTransId="{1BEBD4B5-09E3-489B-83F0-ACADDBF02B2D}" sibTransId="{699D4CF5-DEB0-4C21-8BF2-4FA1FA2D392F}"/>
    <dgm:cxn modelId="{B0E8161A-EC18-4C1A-8F0B-9C5DA281DF5F}" type="presOf" srcId="{2F203A16-767C-4F7E-AB01-71CA9743D8FD}" destId="{27D659AE-85F7-420D-B26E-D9F6B8BEA4A3}" srcOrd="0" destOrd="0" presId="urn:microsoft.com/office/officeart/2008/layout/LinedList"/>
    <dgm:cxn modelId="{9A361D61-8CCE-4222-A1CA-506BA11872C2}" type="presOf" srcId="{A4390623-6B35-4CDF-9EEA-29F853F7242A}" destId="{F66BF4AB-2134-432B-8F2A-46EB288818AE}" srcOrd="0" destOrd="0" presId="urn:microsoft.com/office/officeart/2008/layout/LinedList"/>
    <dgm:cxn modelId="{99AB346E-BF1B-463C-AAE7-2E66775DDE8D}" srcId="{D64AE7D2-26E1-40C4-9D11-1719E283D42A}" destId="{A4390623-6B35-4CDF-9EEA-29F853F7242A}" srcOrd="7" destOrd="0" parTransId="{F76F9CE7-3A9F-41A5-9C0F-27107190C590}" sibTransId="{D8035CE6-2F4F-47C6-864E-D607DDC31E33}"/>
    <dgm:cxn modelId="{936E9074-BF83-4E99-A6FC-C9F055E18CA0}" type="presOf" srcId="{3393CC74-08A8-4ED1-876D-CCE4533D4BBA}" destId="{28BCE84E-6AC0-46FF-9D34-AC38B5EF8729}" srcOrd="0" destOrd="0" presId="urn:microsoft.com/office/officeart/2008/layout/LinedList"/>
    <dgm:cxn modelId="{775BC676-5496-49E5-9AF6-DB14317CB3F8}" type="presOf" srcId="{C3701B94-F898-436D-AF52-C53A781B4E23}" destId="{6D778108-A3B6-416D-B6C7-8E9FCDA1C262}" srcOrd="0" destOrd="0" presId="urn:microsoft.com/office/officeart/2008/layout/LinedList"/>
    <dgm:cxn modelId="{B380507E-21A7-4FE2-881D-D1619BE94683}" type="presOf" srcId="{8D74DEB4-7510-4325-8BBD-B1DA8716F96E}" destId="{F0CFCAC3-A93D-4206-9FDF-4FCA5BF605C3}" srcOrd="0" destOrd="0" presId="urn:microsoft.com/office/officeart/2008/layout/LinedList"/>
    <dgm:cxn modelId="{CA53E98C-B04E-4A2B-9CB8-87CB180B9A61}" srcId="{D64AE7D2-26E1-40C4-9D11-1719E283D42A}" destId="{798E909F-AB95-4661-B44D-2605FDF74D60}" srcOrd="5" destOrd="0" parTransId="{BE2990B9-9792-4906-ABE2-F7A481372722}" sibTransId="{BD1FE94E-048A-4CAE-83ED-9C8EC0F6F4ED}"/>
    <dgm:cxn modelId="{0CF52F90-E40B-447C-9BD0-AF3A2178B803}" srcId="{D64AE7D2-26E1-40C4-9D11-1719E283D42A}" destId="{C3701B94-F898-436D-AF52-C53A781B4E23}" srcOrd="4" destOrd="0" parTransId="{656FBA25-15F2-4AF2-8226-D78362980A94}" sibTransId="{A44A7AFF-31B6-429C-894B-B4A510DDC626}"/>
    <dgm:cxn modelId="{50646D95-8622-4DA6-A52C-41D6450A25CE}" srcId="{D64AE7D2-26E1-40C4-9D11-1719E283D42A}" destId="{1800CAC3-0ED5-4F93-A72F-1B8DE63CE887}" srcOrd="6" destOrd="0" parTransId="{6D4005C5-68E6-4825-BA00-10D8A70552D2}" sibTransId="{A243425F-D6B3-4EFD-A464-8F88E094E76B}"/>
    <dgm:cxn modelId="{F0AA70A7-6DDF-4DC5-9D07-2A51DBCBFBFD}" type="presOf" srcId="{1800CAC3-0ED5-4F93-A72F-1B8DE63CE887}" destId="{C990E725-D30F-4676-A138-87F475AADDD3}" srcOrd="0" destOrd="0" presId="urn:microsoft.com/office/officeart/2008/layout/LinedList"/>
    <dgm:cxn modelId="{62ECEFAA-CA38-4092-BB59-062759BA40E3}" srcId="{D64AE7D2-26E1-40C4-9D11-1719E283D42A}" destId="{3393CC74-08A8-4ED1-876D-CCE4533D4BBA}" srcOrd="2" destOrd="0" parTransId="{A149AECB-2732-4C35-80B5-8EC39BB46754}" sibTransId="{014EB9FE-2586-4B74-B371-8418CC9116ED}"/>
    <dgm:cxn modelId="{33BB86AB-9B78-4B6B-A5FB-FBF50D958C1F}" type="presOf" srcId="{D64AE7D2-26E1-40C4-9D11-1719E283D42A}" destId="{2AA6FCB9-0BBE-4E52-B138-22793255680D}" srcOrd="0" destOrd="0" presId="urn:microsoft.com/office/officeart/2008/layout/LinedList"/>
    <dgm:cxn modelId="{AEC046C5-8400-4E7F-A2CE-B8FF8F05DF65}" srcId="{D64AE7D2-26E1-40C4-9D11-1719E283D42A}" destId="{8D74DEB4-7510-4325-8BBD-B1DA8716F96E}" srcOrd="1" destOrd="0" parTransId="{C640DE2C-F322-4150-B058-796C0FDD460C}" sibTransId="{A20FD1EB-71CE-4297-A728-79246D5EF0A2}"/>
    <dgm:cxn modelId="{E0174DDA-33E7-4DF9-B0EA-7F2AB366CBBD}" type="presOf" srcId="{798E909F-AB95-4661-B44D-2605FDF74D60}" destId="{83830629-312C-450B-8C21-B378DDC66CFF}" srcOrd="0" destOrd="0" presId="urn:microsoft.com/office/officeart/2008/layout/LinedList"/>
    <dgm:cxn modelId="{0D413AF6-11E2-477B-8EE0-ADC30F30AC39}" type="presOf" srcId="{BDFC2898-D522-4219-BA86-5A88B177094E}" destId="{30D5007E-91F4-4A8F-8A7D-3197ABBA9C0C}" srcOrd="0" destOrd="0" presId="urn:microsoft.com/office/officeart/2008/layout/LinedList"/>
    <dgm:cxn modelId="{A4F785DF-8D3E-4D17-AEAC-1E7479812C24}" type="presParOf" srcId="{2AA6FCB9-0BBE-4E52-B138-22793255680D}" destId="{13EADD36-E532-4767-A1EA-539FFD954CA8}" srcOrd="0" destOrd="0" presId="urn:microsoft.com/office/officeart/2008/layout/LinedList"/>
    <dgm:cxn modelId="{EE26D0D8-E5D7-4188-8DF4-400941DBE60A}" type="presParOf" srcId="{2AA6FCB9-0BBE-4E52-B138-22793255680D}" destId="{12616135-5353-4E48-9E62-E02CA558A7C0}" srcOrd="1" destOrd="0" presId="urn:microsoft.com/office/officeart/2008/layout/LinedList"/>
    <dgm:cxn modelId="{3E9BCB36-B4A3-45B4-A6F2-42BB7FC5E832}" type="presParOf" srcId="{12616135-5353-4E48-9E62-E02CA558A7C0}" destId="{30D5007E-91F4-4A8F-8A7D-3197ABBA9C0C}" srcOrd="0" destOrd="0" presId="urn:microsoft.com/office/officeart/2008/layout/LinedList"/>
    <dgm:cxn modelId="{E75336B7-1B08-4A70-93BA-45CF71AD0B39}" type="presParOf" srcId="{12616135-5353-4E48-9E62-E02CA558A7C0}" destId="{2DCC5A8E-D92C-4A73-B6CA-B12D36AD224C}" srcOrd="1" destOrd="0" presId="urn:microsoft.com/office/officeart/2008/layout/LinedList"/>
    <dgm:cxn modelId="{564602E9-2289-4717-9592-E0F5C36EB317}" type="presParOf" srcId="{2AA6FCB9-0BBE-4E52-B138-22793255680D}" destId="{4C186114-4DD0-44D0-BFB1-0922D3CBB36E}" srcOrd="2" destOrd="0" presId="urn:microsoft.com/office/officeart/2008/layout/LinedList"/>
    <dgm:cxn modelId="{1029CD60-4A17-4F42-9BDC-68BC97A4B44F}" type="presParOf" srcId="{2AA6FCB9-0BBE-4E52-B138-22793255680D}" destId="{6CD2D244-0D8B-457E-9F13-907167B77826}" srcOrd="3" destOrd="0" presId="urn:microsoft.com/office/officeart/2008/layout/LinedList"/>
    <dgm:cxn modelId="{C8B5D187-E043-4733-B068-88AB33927EB7}" type="presParOf" srcId="{6CD2D244-0D8B-457E-9F13-907167B77826}" destId="{F0CFCAC3-A93D-4206-9FDF-4FCA5BF605C3}" srcOrd="0" destOrd="0" presId="urn:microsoft.com/office/officeart/2008/layout/LinedList"/>
    <dgm:cxn modelId="{2E3B1287-6BB0-4E31-92D1-66FB743B7E59}" type="presParOf" srcId="{6CD2D244-0D8B-457E-9F13-907167B77826}" destId="{ADEE4802-2FF8-4DCA-BFEA-FEAB739737E0}" srcOrd="1" destOrd="0" presId="urn:microsoft.com/office/officeart/2008/layout/LinedList"/>
    <dgm:cxn modelId="{49AF81EC-8E97-4311-A520-A21278229903}" type="presParOf" srcId="{2AA6FCB9-0BBE-4E52-B138-22793255680D}" destId="{B1CF2B45-FEF8-4785-8284-D9E80B7F0691}" srcOrd="4" destOrd="0" presId="urn:microsoft.com/office/officeart/2008/layout/LinedList"/>
    <dgm:cxn modelId="{7CF23EFD-BF53-4C47-AAA7-16DF4FA9FCB7}" type="presParOf" srcId="{2AA6FCB9-0BBE-4E52-B138-22793255680D}" destId="{33513D43-BFCE-444B-A602-41BDC8D93CFF}" srcOrd="5" destOrd="0" presId="urn:microsoft.com/office/officeart/2008/layout/LinedList"/>
    <dgm:cxn modelId="{E842661C-0585-49AB-B091-5872EA027F05}" type="presParOf" srcId="{33513D43-BFCE-444B-A602-41BDC8D93CFF}" destId="{28BCE84E-6AC0-46FF-9D34-AC38B5EF8729}" srcOrd="0" destOrd="0" presId="urn:microsoft.com/office/officeart/2008/layout/LinedList"/>
    <dgm:cxn modelId="{2AF2690E-16B8-4A2C-BFB1-E8532BB9CEA4}" type="presParOf" srcId="{33513D43-BFCE-444B-A602-41BDC8D93CFF}" destId="{7A19CEC6-4773-41A5-93C3-4253F23168ED}" srcOrd="1" destOrd="0" presId="urn:microsoft.com/office/officeart/2008/layout/LinedList"/>
    <dgm:cxn modelId="{F0DFC771-8761-46B8-B670-0D574640587B}" type="presParOf" srcId="{2AA6FCB9-0BBE-4E52-B138-22793255680D}" destId="{BC095409-1E02-4E5C-AF29-C8276BB9578C}" srcOrd="6" destOrd="0" presId="urn:microsoft.com/office/officeart/2008/layout/LinedList"/>
    <dgm:cxn modelId="{53BF8245-2731-49FA-AB26-9F4396651914}" type="presParOf" srcId="{2AA6FCB9-0BBE-4E52-B138-22793255680D}" destId="{E3C330CD-E7A3-4537-A5D7-232B4CC29D9C}" srcOrd="7" destOrd="0" presId="urn:microsoft.com/office/officeart/2008/layout/LinedList"/>
    <dgm:cxn modelId="{743B9779-FB1E-4AE5-81BE-3C2C869DEB38}" type="presParOf" srcId="{E3C330CD-E7A3-4537-A5D7-232B4CC29D9C}" destId="{27D659AE-85F7-420D-B26E-D9F6B8BEA4A3}" srcOrd="0" destOrd="0" presId="urn:microsoft.com/office/officeart/2008/layout/LinedList"/>
    <dgm:cxn modelId="{F5B441DF-01A1-4FAC-99A6-E9477BD530A4}" type="presParOf" srcId="{E3C330CD-E7A3-4537-A5D7-232B4CC29D9C}" destId="{084B40D5-ECD9-4718-BFBB-74C10171499F}" srcOrd="1" destOrd="0" presId="urn:microsoft.com/office/officeart/2008/layout/LinedList"/>
    <dgm:cxn modelId="{9535F470-CCD9-425D-BE79-0EF6A4A93424}" type="presParOf" srcId="{2AA6FCB9-0BBE-4E52-B138-22793255680D}" destId="{ADFC0F71-B0B2-4599-A830-D6C318B8F559}" srcOrd="8" destOrd="0" presId="urn:microsoft.com/office/officeart/2008/layout/LinedList"/>
    <dgm:cxn modelId="{27577EC5-9D28-4768-BD3A-7B7750341462}" type="presParOf" srcId="{2AA6FCB9-0BBE-4E52-B138-22793255680D}" destId="{12224EC9-2DBA-4EF6-83E8-99C6F3DBBC07}" srcOrd="9" destOrd="0" presId="urn:microsoft.com/office/officeart/2008/layout/LinedList"/>
    <dgm:cxn modelId="{3C943683-71CD-4022-B029-92B052D43AB6}" type="presParOf" srcId="{12224EC9-2DBA-4EF6-83E8-99C6F3DBBC07}" destId="{6D778108-A3B6-416D-B6C7-8E9FCDA1C262}" srcOrd="0" destOrd="0" presId="urn:microsoft.com/office/officeart/2008/layout/LinedList"/>
    <dgm:cxn modelId="{B227EE25-857C-41F5-ABC0-E4E000D7E3F5}" type="presParOf" srcId="{12224EC9-2DBA-4EF6-83E8-99C6F3DBBC07}" destId="{68DFE812-70F0-4509-9812-13700569CF6E}" srcOrd="1" destOrd="0" presId="urn:microsoft.com/office/officeart/2008/layout/LinedList"/>
    <dgm:cxn modelId="{0AD54CD4-4BD0-4E6F-9B5B-03D332A7567C}" type="presParOf" srcId="{2AA6FCB9-0BBE-4E52-B138-22793255680D}" destId="{B34DCCEF-450E-481D-ADC4-4FECF9051D78}" srcOrd="10" destOrd="0" presId="urn:microsoft.com/office/officeart/2008/layout/LinedList"/>
    <dgm:cxn modelId="{5709EBBD-F95A-42E5-AD6C-C4C5E24D7DFA}" type="presParOf" srcId="{2AA6FCB9-0BBE-4E52-B138-22793255680D}" destId="{6A783827-9A2A-4B93-974F-F06C723812C8}" srcOrd="11" destOrd="0" presId="urn:microsoft.com/office/officeart/2008/layout/LinedList"/>
    <dgm:cxn modelId="{4545DF50-8543-4FA6-ADD7-B3FE42487896}" type="presParOf" srcId="{6A783827-9A2A-4B93-974F-F06C723812C8}" destId="{83830629-312C-450B-8C21-B378DDC66CFF}" srcOrd="0" destOrd="0" presId="urn:microsoft.com/office/officeart/2008/layout/LinedList"/>
    <dgm:cxn modelId="{38A17469-95DC-4A16-910D-706A1A1C5B1B}" type="presParOf" srcId="{6A783827-9A2A-4B93-974F-F06C723812C8}" destId="{84F4C62F-C2F1-45D8-99BB-6297209392FD}" srcOrd="1" destOrd="0" presId="urn:microsoft.com/office/officeart/2008/layout/LinedList"/>
    <dgm:cxn modelId="{124E723D-0AEB-4896-BC40-C0A959023A2E}" type="presParOf" srcId="{2AA6FCB9-0BBE-4E52-B138-22793255680D}" destId="{A4FFA5C6-4E32-4D61-A19B-EDF3F82A6F22}" srcOrd="12" destOrd="0" presId="urn:microsoft.com/office/officeart/2008/layout/LinedList"/>
    <dgm:cxn modelId="{9E34245A-024A-40D4-BEAE-4B8FD466FA1A}" type="presParOf" srcId="{2AA6FCB9-0BBE-4E52-B138-22793255680D}" destId="{1260530B-40DA-402F-AF0D-4C30A7572F91}" srcOrd="13" destOrd="0" presId="urn:microsoft.com/office/officeart/2008/layout/LinedList"/>
    <dgm:cxn modelId="{024CD32A-C920-4F3D-B058-904AABCE67DB}" type="presParOf" srcId="{1260530B-40DA-402F-AF0D-4C30A7572F91}" destId="{C990E725-D30F-4676-A138-87F475AADDD3}" srcOrd="0" destOrd="0" presId="urn:microsoft.com/office/officeart/2008/layout/LinedList"/>
    <dgm:cxn modelId="{28568BC5-3BD8-4279-8164-04E6E93DA1CF}" type="presParOf" srcId="{1260530B-40DA-402F-AF0D-4C30A7572F91}" destId="{23A61929-AAC8-4139-804D-AE0B7AB39AB4}" srcOrd="1" destOrd="0" presId="urn:microsoft.com/office/officeart/2008/layout/LinedList"/>
    <dgm:cxn modelId="{FB705E50-23AD-4343-8F77-2259524BF00D}" type="presParOf" srcId="{2AA6FCB9-0BBE-4E52-B138-22793255680D}" destId="{F18EAE3F-6D6B-4197-8DFE-D17BF987993D}" srcOrd="14" destOrd="0" presId="urn:microsoft.com/office/officeart/2008/layout/LinedList"/>
    <dgm:cxn modelId="{FD510312-B9F8-4405-AD57-FF715B6BF101}" type="presParOf" srcId="{2AA6FCB9-0BBE-4E52-B138-22793255680D}" destId="{AC731DAC-04D7-4D41-9BEE-E4BDB7AFC861}" srcOrd="15" destOrd="0" presId="urn:microsoft.com/office/officeart/2008/layout/LinedList"/>
    <dgm:cxn modelId="{B063DF32-EB44-40ED-B743-4E0154C62C0E}" type="presParOf" srcId="{AC731DAC-04D7-4D41-9BEE-E4BDB7AFC861}" destId="{F66BF4AB-2134-432B-8F2A-46EB288818AE}" srcOrd="0" destOrd="0" presId="urn:microsoft.com/office/officeart/2008/layout/LinedList"/>
    <dgm:cxn modelId="{46697612-39AB-4333-9EC1-06567EC079C9}" type="presParOf" srcId="{AC731DAC-04D7-4D41-9BEE-E4BDB7AFC861}" destId="{307D8A90-180A-4285-AD18-9A215C0AA3B0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30512C4C-CC5B-47BF-BBE3-A17D52ED8CDF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E3616DB4-14D9-4A50-8234-B02D655B60FB}">
      <dgm:prSet/>
      <dgm:spPr/>
      <dgm:t>
        <a:bodyPr/>
        <a:lstStyle/>
        <a:p>
          <a:r>
            <a:rPr lang="en-US" b="0"/>
            <a:t>Particle Concentration</a:t>
          </a:r>
          <a:endParaRPr lang="en-US"/>
        </a:p>
      </dgm:t>
    </dgm:pt>
    <dgm:pt modelId="{F9BC9BE5-3300-46C4-B741-E3B364E8F9FB}" type="parTrans" cxnId="{9FE3B328-5DFA-41FA-9E13-93EED189BD71}">
      <dgm:prSet/>
      <dgm:spPr/>
      <dgm:t>
        <a:bodyPr/>
        <a:lstStyle/>
        <a:p>
          <a:endParaRPr lang="en-US"/>
        </a:p>
      </dgm:t>
    </dgm:pt>
    <dgm:pt modelId="{D3122CC5-C8DA-4D80-8706-7D13446D3098}" type="sibTrans" cxnId="{9FE3B328-5DFA-41FA-9E13-93EED189BD71}">
      <dgm:prSet/>
      <dgm:spPr/>
      <dgm:t>
        <a:bodyPr/>
        <a:lstStyle/>
        <a:p>
          <a:endParaRPr lang="en-US"/>
        </a:p>
      </dgm:t>
    </dgm:pt>
    <dgm:pt modelId="{5708BA8E-EC06-48B7-B32B-60B3EED9B4A5}">
      <dgm:prSet/>
      <dgm:spPr/>
      <dgm:t>
        <a:bodyPr/>
        <a:lstStyle/>
        <a:p>
          <a:r>
            <a:rPr lang="en-US" b="0"/>
            <a:t>Polydispersity</a:t>
          </a:r>
          <a:endParaRPr lang="en-US"/>
        </a:p>
      </dgm:t>
    </dgm:pt>
    <dgm:pt modelId="{97063034-8633-49DA-8EF8-2E0F98E0D99A}" type="parTrans" cxnId="{337ECB37-DBA1-42B9-8E94-540D0C0DB53C}">
      <dgm:prSet/>
      <dgm:spPr/>
      <dgm:t>
        <a:bodyPr/>
        <a:lstStyle/>
        <a:p>
          <a:endParaRPr lang="en-US"/>
        </a:p>
      </dgm:t>
    </dgm:pt>
    <dgm:pt modelId="{46E32D6E-B81D-4E5A-B2F2-F14A3EABC663}" type="sibTrans" cxnId="{337ECB37-DBA1-42B9-8E94-540D0C0DB53C}">
      <dgm:prSet/>
      <dgm:spPr/>
      <dgm:t>
        <a:bodyPr/>
        <a:lstStyle/>
        <a:p>
          <a:endParaRPr lang="en-US"/>
        </a:p>
      </dgm:t>
    </dgm:pt>
    <dgm:pt modelId="{B33C823A-7186-4D82-AE70-75F78AF689CE}">
      <dgm:prSet/>
      <dgm:spPr/>
      <dgm:t>
        <a:bodyPr/>
        <a:lstStyle/>
        <a:p>
          <a:r>
            <a:rPr lang="en-US" b="0"/>
            <a:t>Sample Clarity</a:t>
          </a:r>
          <a:endParaRPr lang="en-US"/>
        </a:p>
      </dgm:t>
    </dgm:pt>
    <dgm:pt modelId="{7438A07A-4715-4677-B228-6A72645BF0F6}" type="parTrans" cxnId="{42F5EE8F-94F1-42C0-BD52-3DDDB9AB07A2}">
      <dgm:prSet/>
      <dgm:spPr/>
      <dgm:t>
        <a:bodyPr/>
        <a:lstStyle/>
        <a:p>
          <a:endParaRPr lang="en-US"/>
        </a:p>
      </dgm:t>
    </dgm:pt>
    <dgm:pt modelId="{C828C7D0-3755-4FC8-AC18-08024DC9C340}" type="sibTrans" cxnId="{42F5EE8F-94F1-42C0-BD52-3DDDB9AB07A2}">
      <dgm:prSet/>
      <dgm:spPr/>
      <dgm:t>
        <a:bodyPr/>
        <a:lstStyle/>
        <a:p>
          <a:endParaRPr lang="en-US"/>
        </a:p>
      </dgm:t>
    </dgm:pt>
    <dgm:pt modelId="{276EF13B-6D64-4538-94E3-CDF703F7D5FA}">
      <dgm:prSet/>
      <dgm:spPr/>
      <dgm:t>
        <a:bodyPr/>
        <a:lstStyle/>
        <a:p>
          <a:r>
            <a:rPr lang="en-US" b="0"/>
            <a:t>Sample Viscosity</a:t>
          </a:r>
          <a:endParaRPr lang="en-US"/>
        </a:p>
      </dgm:t>
    </dgm:pt>
    <dgm:pt modelId="{1DB70A7C-C0A0-448F-AD93-62D0CA57AF81}" type="parTrans" cxnId="{105CB216-74D9-4FD2-B0AA-064D9B5DFA78}">
      <dgm:prSet/>
      <dgm:spPr/>
      <dgm:t>
        <a:bodyPr/>
        <a:lstStyle/>
        <a:p>
          <a:endParaRPr lang="en-US"/>
        </a:p>
      </dgm:t>
    </dgm:pt>
    <dgm:pt modelId="{C4638898-D844-4582-8EA6-A178D33C69F0}" type="sibTrans" cxnId="{105CB216-74D9-4FD2-B0AA-064D9B5DFA78}">
      <dgm:prSet/>
      <dgm:spPr/>
      <dgm:t>
        <a:bodyPr/>
        <a:lstStyle/>
        <a:p>
          <a:endParaRPr lang="en-US"/>
        </a:p>
      </dgm:t>
    </dgm:pt>
    <dgm:pt modelId="{68819A44-BE52-4F88-BA3C-3D6750C3C096}">
      <dgm:prSet/>
      <dgm:spPr/>
      <dgm:t>
        <a:bodyPr/>
        <a:lstStyle/>
        <a:p>
          <a:r>
            <a:rPr lang="en-US" b="0"/>
            <a:t>Temperature</a:t>
          </a:r>
          <a:endParaRPr lang="en-US"/>
        </a:p>
      </dgm:t>
    </dgm:pt>
    <dgm:pt modelId="{355FBFBE-9580-4E4D-8146-A09D6A04B442}" type="parTrans" cxnId="{147AF2A2-94C3-4413-A281-068A6E4B730E}">
      <dgm:prSet/>
      <dgm:spPr/>
      <dgm:t>
        <a:bodyPr/>
        <a:lstStyle/>
        <a:p>
          <a:endParaRPr lang="en-US"/>
        </a:p>
      </dgm:t>
    </dgm:pt>
    <dgm:pt modelId="{CAFC401C-1327-4C54-A287-0C44CE9B2DD7}" type="sibTrans" cxnId="{147AF2A2-94C3-4413-A281-068A6E4B730E}">
      <dgm:prSet/>
      <dgm:spPr/>
      <dgm:t>
        <a:bodyPr/>
        <a:lstStyle/>
        <a:p>
          <a:endParaRPr lang="en-US"/>
        </a:p>
      </dgm:t>
    </dgm:pt>
    <dgm:pt modelId="{968DBA14-65FC-4F28-BD76-EF6D5D5B1AF5}">
      <dgm:prSet/>
      <dgm:spPr/>
      <dgm:t>
        <a:bodyPr/>
        <a:lstStyle/>
        <a:p>
          <a:r>
            <a:rPr lang="en-US" b="0"/>
            <a:t>Refractive Index Mismatch</a:t>
          </a:r>
          <a:endParaRPr lang="en-US"/>
        </a:p>
      </dgm:t>
    </dgm:pt>
    <dgm:pt modelId="{F2E94784-A480-4AF0-A385-119784A47BCE}" type="parTrans" cxnId="{304BA181-CC8B-4C8B-A8BB-6B9FE8D3A3C5}">
      <dgm:prSet/>
      <dgm:spPr/>
      <dgm:t>
        <a:bodyPr/>
        <a:lstStyle/>
        <a:p>
          <a:endParaRPr lang="en-US"/>
        </a:p>
      </dgm:t>
    </dgm:pt>
    <dgm:pt modelId="{A107D744-0FC7-40BB-A30C-3FC54671B786}" type="sibTrans" cxnId="{304BA181-CC8B-4C8B-A8BB-6B9FE8D3A3C5}">
      <dgm:prSet/>
      <dgm:spPr/>
      <dgm:t>
        <a:bodyPr/>
        <a:lstStyle/>
        <a:p>
          <a:endParaRPr lang="en-US"/>
        </a:p>
      </dgm:t>
    </dgm:pt>
    <dgm:pt modelId="{BB706DD3-A8F4-4CDA-8370-FDFEF500D098}">
      <dgm:prSet/>
      <dgm:spPr/>
      <dgm:t>
        <a:bodyPr/>
        <a:lstStyle/>
        <a:p>
          <a:r>
            <a:rPr lang="en-US" b="0"/>
            <a:t>Ionic Strength and pH</a:t>
          </a:r>
          <a:endParaRPr lang="en-US"/>
        </a:p>
      </dgm:t>
    </dgm:pt>
    <dgm:pt modelId="{5CB49C32-AEC3-4798-B5BB-48C87B3CD2FB}" type="parTrans" cxnId="{5F91408A-ED6F-4AB0-A870-538D571CF157}">
      <dgm:prSet/>
      <dgm:spPr/>
      <dgm:t>
        <a:bodyPr/>
        <a:lstStyle/>
        <a:p>
          <a:endParaRPr lang="en-US"/>
        </a:p>
      </dgm:t>
    </dgm:pt>
    <dgm:pt modelId="{EC85EB11-F05E-4BB3-9C80-A53DD41D5126}" type="sibTrans" cxnId="{5F91408A-ED6F-4AB0-A870-538D571CF157}">
      <dgm:prSet/>
      <dgm:spPr/>
      <dgm:t>
        <a:bodyPr/>
        <a:lstStyle/>
        <a:p>
          <a:endParaRPr lang="en-US"/>
        </a:p>
      </dgm:t>
    </dgm:pt>
    <dgm:pt modelId="{4FC46618-97BC-4E6A-B8BA-4B7C093B6DAD}">
      <dgm:prSet/>
      <dgm:spPr/>
      <dgm:t>
        <a:bodyPr/>
        <a:lstStyle/>
        <a:p>
          <a:r>
            <a:rPr lang="en-US" b="0"/>
            <a:t>Instrument Settings</a:t>
          </a:r>
          <a:endParaRPr lang="en-US"/>
        </a:p>
      </dgm:t>
    </dgm:pt>
    <dgm:pt modelId="{70A79C48-9025-4552-A5AD-7FBFA43DBD8A}" type="parTrans" cxnId="{71DBF4D5-B997-43A8-B24D-324BE1CAA52D}">
      <dgm:prSet/>
      <dgm:spPr/>
      <dgm:t>
        <a:bodyPr/>
        <a:lstStyle/>
        <a:p>
          <a:endParaRPr lang="en-US"/>
        </a:p>
      </dgm:t>
    </dgm:pt>
    <dgm:pt modelId="{6907E832-2174-418F-9BB4-682B3F7C9572}" type="sibTrans" cxnId="{71DBF4D5-B997-43A8-B24D-324BE1CAA52D}">
      <dgm:prSet/>
      <dgm:spPr/>
      <dgm:t>
        <a:bodyPr/>
        <a:lstStyle/>
        <a:p>
          <a:endParaRPr lang="en-US"/>
        </a:p>
      </dgm:t>
    </dgm:pt>
    <dgm:pt modelId="{F169913F-88F4-4ADF-8023-F671A624ECBE}" type="pres">
      <dgm:prSet presAssocID="{30512C4C-CC5B-47BF-BBE3-A17D52ED8CDF}" presName="diagram" presStyleCnt="0">
        <dgm:presLayoutVars>
          <dgm:dir/>
          <dgm:resizeHandles val="exact"/>
        </dgm:presLayoutVars>
      </dgm:prSet>
      <dgm:spPr/>
    </dgm:pt>
    <dgm:pt modelId="{3996C65A-7C42-4FBE-B05E-D812B43C49B3}" type="pres">
      <dgm:prSet presAssocID="{E3616DB4-14D9-4A50-8234-B02D655B60FB}" presName="node" presStyleLbl="node1" presStyleIdx="0" presStyleCnt="8">
        <dgm:presLayoutVars>
          <dgm:bulletEnabled val="1"/>
        </dgm:presLayoutVars>
      </dgm:prSet>
      <dgm:spPr/>
    </dgm:pt>
    <dgm:pt modelId="{FA6D5C27-CB56-4C1A-9334-2AEA4F52A562}" type="pres">
      <dgm:prSet presAssocID="{D3122CC5-C8DA-4D80-8706-7D13446D3098}" presName="sibTrans" presStyleCnt="0"/>
      <dgm:spPr/>
    </dgm:pt>
    <dgm:pt modelId="{E983DE61-773D-4600-AB7F-764104C17D92}" type="pres">
      <dgm:prSet presAssocID="{5708BA8E-EC06-48B7-B32B-60B3EED9B4A5}" presName="node" presStyleLbl="node1" presStyleIdx="1" presStyleCnt="8">
        <dgm:presLayoutVars>
          <dgm:bulletEnabled val="1"/>
        </dgm:presLayoutVars>
      </dgm:prSet>
      <dgm:spPr/>
    </dgm:pt>
    <dgm:pt modelId="{A06A5D43-A5EB-4376-9649-18D43EEF0B04}" type="pres">
      <dgm:prSet presAssocID="{46E32D6E-B81D-4E5A-B2F2-F14A3EABC663}" presName="sibTrans" presStyleCnt="0"/>
      <dgm:spPr/>
    </dgm:pt>
    <dgm:pt modelId="{3B302E11-9BFB-4390-8C71-C1E51F23A150}" type="pres">
      <dgm:prSet presAssocID="{B33C823A-7186-4D82-AE70-75F78AF689CE}" presName="node" presStyleLbl="node1" presStyleIdx="2" presStyleCnt="8">
        <dgm:presLayoutVars>
          <dgm:bulletEnabled val="1"/>
        </dgm:presLayoutVars>
      </dgm:prSet>
      <dgm:spPr/>
    </dgm:pt>
    <dgm:pt modelId="{0951179C-EE39-4B36-B2CD-28B550051BDD}" type="pres">
      <dgm:prSet presAssocID="{C828C7D0-3755-4FC8-AC18-08024DC9C340}" presName="sibTrans" presStyleCnt="0"/>
      <dgm:spPr/>
    </dgm:pt>
    <dgm:pt modelId="{816DF68B-2797-454F-B1C5-E189848A00A0}" type="pres">
      <dgm:prSet presAssocID="{276EF13B-6D64-4538-94E3-CDF703F7D5FA}" presName="node" presStyleLbl="node1" presStyleIdx="3" presStyleCnt="8">
        <dgm:presLayoutVars>
          <dgm:bulletEnabled val="1"/>
        </dgm:presLayoutVars>
      </dgm:prSet>
      <dgm:spPr/>
    </dgm:pt>
    <dgm:pt modelId="{B7FCD21A-6F25-4F70-9439-AB07A3BD9759}" type="pres">
      <dgm:prSet presAssocID="{C4638898-D844-4582-8EA6-A178D33C69F0}" presName="sibTrans" presStyleCnt="0"/>
      <dgm:spPr/>
    </dgm:pt>
    <dgm:pt modelId="{313D9527-C929-432E-8F40-3E71C3C7749F}" type="pres">
      <dgm:prSet presAssocID="{68819A44-BE52-4F88-BA3C-3D6750C3C096}" presName="node" presStyleLbl="node1" presStyleIdx="4" presStyleCnt="8">
        <dgm:presLayoutVars>
          <dgm:bulletEnabled val="1"/>
        </dgm:presLayoutVars>
      </dgm:prSet>
      <dgm:spPr/>
    </dgm:pt>
    <dgm:pt modelId="{1F24CF23-54D2-4C46-BDC2-3F27534CE555}" type="pres">
      <dgm:prSet presAssocID="{CAFC401C-1327-4C54-A287-0C44CE9B2DD7}" presName="sibTrans" presStyleCnt="0"/>
      <dgm:spPr/>
    </dgm:pt>
    <dgm:pt modelId="{B4561669-BF60-475A-B334-D8593163B130}" type="pres">
      <dgm:prSet presAssocID="{968DBA14-65FC-4F28-BD76-EF6D5D5B1AF5}" presName="node" presStyleLbl="node1" presStyleIdx="5" presStyleCnt="8">
        <dgm:presLayoutVars>
          <dgm:bulletEnabled val="1"/>
        </dgm:presLayoutVars>
      </dgm:prSet>
      <dgm:spPr/>
    </dgm:pt>
    <dgm:pt modelId="{710C7112-7BE5-402F-AE99-662322405869}" type="pres">
      <dgm:prSet presAssocID="{A107D744-0FC7-40BB-A30C-3FC54671B786}" presName="sibTrans" presStyleCnt="0"/>
      <dgm:spPr/>
    </dgm:pt>
    <dgm:pt modelId="{6244E4A1-360B-4492-81FA-8416D9FDA588}" type="pres">
      <dgm:prSet presAssocID="{BB706DD3-A8F4-4CDA-8370-FDFEF500D098}" presName="node" presStyleLbl="node1" presStyleIdx="6" presStyleCnt="8">
        <dgm:presLayoutVars>
          <dgm:bulletEnabled val="1"/>
        </dgm:presLayoutVars>
      </dgm:prSet>
      <dgm:spPr/>
    </dgm:pt>
    <dgm:pt modelId="{3E0BE181-D3EA-45E2-ABD8-5EF3249433AE}" type="pres">
      <dgm:prSet presAssocID="{EC85EB11-F05E-4BB3-9C80-A53DD41D5126}" presName="sibTrans" presStyleCnt="0"/>
      <dgm:spPr/>
    </dgm:pt>
    <dgm:pt modelId="{5E77EE9A-3455-479A-BA35-EE8227AF5769}" type="pres">
      <dgm:prSet presAssocID="{4FC46618-97BC-4E6A-B8BA-4B7C093B6DAD}" presName="node" presStyleLbl="node1" presStyleIdx="7" presStyleCnt="8">
        <dgm:presLayoutVars>
          <dgm:bulletEnabled val="1"/>
        </dgm:presLayoutVars>
      </dgm:prSet>
      <dgm:spPr/>
    </dgm:pt>
  </dgm:ptLst>
  <dgm:cxnLst>
    <dgm:cxn modelId="{C82EC913-CBBF-4F52-9B7D-5847F6EFEF1D}" type="presOf" srcId="{BB706DD3-A8F4-4CDA-8370-FDFEF500D098}" destId="{6244E4A1-360B-4492-81FA-8416D9FDA588}" srcOrd="0" destOrd="0" presId="urn:microsoft.com/office/officeart/2005/8/layout/default"/>
    <dgm:cxn modelId="{105CB216-74D9-4FD2-B0AA-064D9B5DFA78}" srcId="{30512C4C-CC5B-47BF-BBE3-A17D52ED8CDF}" destId="{276EF13B-6D64-4538-94E3-CDF703F7D5FA}" srcOrd="3" destOrd="0" parTransId="{1DB70A7C-C0A0-448F-AD93-62D0CA57AF81}" sibTransId="{C4638898-D844-4582-8EA6-A178D33C69F0}"/>
    <dgm:cxn modelId="{9FE3B328-5DFA-41FA-9E13-93EED189BD71}" srcId="{30512C4C-CC5B-47BF-BBE3-A17D52ED8CDF}" destId="{E3616DB4-14D9-4A50-8234-B02D655B60FB}" srcOrd="0" destOrd="0" parTransId="{F9BC9BE5-3300-46C4-B741-E3B364E8F9FB}" sibTransId="{D3122CC5-C8DA-4D80-8706-7D13446D3098}"/>
    <dgm:cxn modelId="{337ECB37-DBA1-42B9-8E94-540D0C0DB53C}" srcId="{30512C4C-CC5B-47BF-BBE3-A17D52ED8CDF}" destId="{5708BA8E-EC06-48B7-B32B-60B3EED9B4A5}" srcOrd="1" destOrd="0" parTransId="{97063034-8633-49DA-8EF8-2E0F98E0D99A}" sibTransId="{46E32D6E-B81D-4E5A-B2F2-F14A3EABC663}"/>
    <dgm:cxn modelId="{D6A56581-8755-4A7A-B5F0-77ABA1BC2DB3}" type="presOf" srcId="{4FC46618-97BC-4E6A-B8BA-4B7C093B6DAD}" destId="{5E77EE9A-3455-479A-BA35-EE8227AF5769}" srcOrd="0" destOrd="0" presId="urn:microsoft.com/office/officeart/2005/8/layout/default"/>
    <dgm:cxn modelId="{304BA181-CC8B-4C8B-A8BB-6B9FE8D3A3C5}" srcId="{30512C4C-CC5B-47BF-BBE3-A17D52ED8CDF}" destId="{968DBA14-65FC-4F28-BD76-EF6D5D5B1AF5}" srcOrd="5" destOrd="0" parTransId="{F2E94784-A480-4AF0-A385-119784A47BCE}" sibTransId="{A107D744-0FC7-40BB-A30C-3FC54671B786}"/>
    <dgm:cxn modelId="{5F91408A-ED6F-4AB0-A870-538D571CF157}" srcId="{30512C4C-CC5B-47BF-BBE3-A17D52ED8CDF}" destId="{BB706DD3-A8F4-4CDA-8370-FDFEF500D098}" srcOrd="6" destOrd="0" parTransId="{5CB49C32-AEC3-4798-B5BB-48C87B3CD2FB}" sibTransId="{EC85EB11-F05E-4BB3-9C80-A53DD41D5126}"/>
    <dgm:cxn modelId="{D03FFD8E-38E1-49D0-A7D3-490AE7010855}" type="presOf" srcId="{968DBA14-65FC-4F28-BD76-EF6D5D5B1AF5}" destId="{B4561669-BF60-475A-B334-D8593163B130}" srcOrd="0" destOrd="0" presId="urn:microsoft.com/office/officeart/2005/8/layout/default"/>
    <dgm:cxn modelId="{42F5EE8F-94F1-42C0-BD52-3DDDB9AB07A2}" srcId="{30512C4C-CC5B-47BF-BBE3-A17D52ED8CDF}" destId="{B33C823A-7186-4D82-AE70-75F78AF689CE}" srcOrd="2" destOrd="0" parTransId="{7438A07A-4715-4677-B228-6A72645BF0F6}" sibTransId="{C828C7D0-3755-4FC8-AC18-08024DC9C340}"/>
    <dgm:cxn modelId="{8D62E698-7A57-41C1-9F61-1A8CF9BD8FDF}" type="presOf" srcId="{B33C823A-7186-4D82-AE70-75F78AF689CE}" destId="{3B302E11-9BFB-4390-8C71-C1E51F23A150}" srcOrd="0" destOrd="0" presId="urn:microsoft.com/office/officeart/2005/8/layout/default"/>
    <dgm:cxn modelId="{147AF2A2-94C3-4413-A281-068A6E4B730E}" srcId="{30512C4C-CC5B-47BF-BBE3-A17D52ED8CDF}" destId="{68819A44-BE52-4F88-BA3C-3D6750C3C096}" srcOrd="4" destOrd="0" parTransId="{355FBFBE-9580-4E4D-8146-A09D6A04B442}" sibTransId="{CAFC401C-1327-4C54-A287-0C44CE9B2DD7}"/>
    <dgm:cxn modelId="{71DBF4D5-B997-43A8-B24D-324BE1CAA52D}" srcId="{30512C4C-CC5B-47BF-BBE3-A17D52ED8CDF}" destId="{4FC46618-97BC-4E6A-B8BA-4B7C093B6DAD}" srcOrd="7" destOrd="0" parTransId="{70A79C48-9025-4552-A5AD-7FBFA43DBD8A}" sibTransId="{6907E832-2174-418F-9BB4-682B3F7C9572}"/>
    <dgm:cxn modelId="{95B66EE7-6CFD-449D-B48A-482BF320F734}" type="presOf" srcId="{30512C4C-CC5B-47BF-BBE3-A17D52ED8CDF}" destId="{F169913F-88F4-4ADF-8023-F671A624ECBE}" srcOrd="0" destOrd="0" presId="urn:microsoft.com/office/officeart/2005/8/layout/default"/>
    <dgm:cxn modelId="{7CCA2AEA-19A5-4C75-80B4-180F20D865C9}" type="presOf" srcId="{5708BA8E-EC06-48B7-B32B-60B3EED9B4A5}" destId="{E983DE61-773D-4600-AB7F-764104C17D92}" srcOrd="0" destOrd="0" presId="urn:microsoft.com/office/officeart/2005/8/layout/default"/>
    <dgm:cxn modelId="{4D4770EC-84D3-4B1B-9036-9A031DF317C2}" type="presOf" srcId="{68819A44-BE52-4F88-BA3C-3D6750C3C096}" destId="{313D9527-C929-432E-8F40-3E71C3C7749F}" srcOrd="0" destOrd="0" presId="urn:microsoft.com/office/officeart/2005/8/layout/default"/>
    <dgm:cxn modelId="{7E1F09F2-AF20-4819-955C-8D9055C881A9}" type="presOf" srcId="{276EF13B-6D64-4538-94E3-CDF703F7D5FA}" destId="{816DF68B-2797-454F-B1C5-E189848A00A0}" srcOrd="0" destOrd="0" presId="urn:microsoft.com/office/officeart/2005/8/layout/default"/>
    <dgm:cxn modelId="{8F67A3F2-CAAF-42AA-A2AA-4395FC45E8EC}" type="presOf" srcId="{E3616DB4-14D9-4A50-8234-B02D655B60FB}" destId="{3996C65A-7C42-4FBE-B05E-D812B43C49B3}" srcOrd="0" destOrd="0" presId="urn:microsoft.com/office/officeart/2005/8/layout/default"/>
    <dgm:cxn modelId="{88365CC6-4A90-47E9-8492-20B2B546CE75}" type="presParOf" srcId="{F169913F-88F4-4ADF-8023-F671A624ECBE}" destId="{3996C65A-7C42-4FBE-B05E-D812B43C49B3}" srcOrd="0" destOrd="0" presId="urn:microsoft.com/office/officeart/2005/8/layout/default"/>
    <dgm:cxn modelId="{6CB39DBA-AAB0-42DA-A4D9-981251F89A95}" type="presParOf" srcId="{F169913F-88F4-4ADF-8023-F671A624ECBE}" destId="{FA6D5C27-CB56-4C1A-9334-2AEA4F52A562}" srcOrd="1" destOrd="0" presId="urn:microsoft.com/office/officeart/2005/8/layout/default"/>
    <dgm:cxn modelId="{96F2FE08-93BA-43E1-B2F1-CE0ED291DA49}" type="presParOf" srcId="{F169913F-88F4-4ADF-8023-F671A624ECBE}" destId="{E983DE61-773D-4600-AB7F-764104C17D92}" srcOrd="2" destOrd="0" presId="urn:microsoft.com/office/officeart/2005/8/layout/default"/>
    <dgm:cxn modelId="{8F539867-264C-4C5D-ACB0-23AC8D57039E}" type="presParOf" srcId="{F169913F-88F4-4ADF-8023-F671A624ECBE}" destId="{A06A5D43-A5EB-4376-9649-18D43EEF0B04}" srcOrd="3" destOrd="0" presId="urn:microsoft.com/office/officeart/2005/8/layout/default"/>
    <dgm:cxn modelId="{978A4BBD-6433-4B70-9E20-1162D4016573}" type="presParOf" srcId="{F169913F-88F4-4ADF-8023-F671A624ECBE}" destId="{3B302E11-9BFB-4390-8C71-C1E51F23A150}" srcOrd="4" destOrd="0" presId="urn:microsoft.com/office/officeart/2005/8/layout/default"/>
    <dgm:cxn modelId="{C198F409-CBAA-40B7-B771-550A0E12686F}" type="presParOf" srcId="{F169913F-88F4-4ADF-8023-F671A624ECBE}" destId="{0951179C-EE39-4B36-B2CD-28B550051BDD}" srcOrd="5" destOrd="0" presId="urn:microsoft.com/office/officeart/2005/8/layout/default"/>
    <dgm:cxn modelId="{F8FE6300-F351-4DA3-A892-5A6337F27C69}" type="presParOf" srcId="{F169913F-88F4-4ADF-8023-F671A624ECBE}" destId="{816DF68B-2797-454F-B1C5-E189848A00A0}" srcOrd="6" destOrd="0" presId="urn:microsoft.com/office/officeart/2005/8/layout/default"/>
    <dgm:cxn modelId="{3CF987B5-8FCE-4B02-B87F-95A0FACCE52C}" type="presParOf" srcId="{F169913F-88F4-4ADF-8023-F671A624ECBE}" destId="{B7FCD21A-6F25-4F70-9439-AB07A3BD9759}" srcOrd="7" destOrd="0" presId="urn:microsoft.com/office/officeart/2005/8/layout/default"/>
    <dgm:cxn modelId="{C335A189-62DC-4D90-964C-D8737643AE57}" type="presParOf" srcId="{F169913F-88F4-4ADF-8023-F671A624ECBE}" destId="{313D9527-C929-432E-8F40-3E71C3C7749F}" srcOrd="8" destOrd="0" presId="urn:microsoft.com/office/officeart/2005/8/layout/default"/>
    <dgm:cxn modelId="{B6A23C20-E55E-4C08-AB6E-D6FB01486502}" type="presParOf" srcId="{F169913F-88F4-4ADF-8023-F671A624ECBE}" destId="{1F24CF23-54D2-4C46-BDC2-3F27534CE555}" srcOrd="9" destOrd="0" presId="urn:microsoft.com/office/officeart/2005/8/layout/default"/>
    <dgm:cxn modelId="{430B62C9-D705-40FF-A186-502E05BC7285}" type="presParOf" srcId="{F169913F-88F4-4ADF-8023-F671A624ECBE}" destId="{B4561669-BF60-475A-B334-D8593163B130}" srcOrd="10" destOrd="0" presId="urn:microsoft.com/office/officeart/2005/8/layout/default"/>
    <dgm:cxn modelId="{57746FEC-C779-4F91-A91A-76901EF1CF06}" type="presParOf" srcId="{F169913F-88F4-4ADF-8023-F671A624ECBE}" destId="{710C7112-7BE5-402F-AE99-662322405869}" srcOrd="11" destOrd="0" presId="urn:microsoft.com/office/officeart/2005/8/layout/default"/>
    <dgm:cxn modelId="{57B5402F-9B84-474A-B7D8-D12888531E5D}" type="presParOf" srcId="{F169913F-88F4-4ADF-8023-F671A624ECBE}" destId="{6244E4A1-360B-4492-81FA-8416D9FDA588}" srcOrd="12" destOrd="0" presId="urn:microsoft.com/office/officeart/2005/8/layout/default"/>
    <dgm:cxn modelId="{5C79BE78-D35D-478B-8957-1F5A65BAAFCC}" type="presParOf" srcId="{F169913F-88F4-4ADF-8023-F671A624ECBE}" destId="{3E0BE181-D3EA-45E2-ABD8-5EF3249433AE}" srcOrd="13" destOrd="0" presId="urn:microsoft.com/office/officeart/2005/8/layout/default"/>
    <dgm:cxn modelId="{9661337F-59B1-4166-9B70-A4B7C83239D0}" type="presParOf" srcId="{F169913F-88F4-4ADF-8023-F671A624ECBE}" destId="{5E77EE9A-3455-479A-BA35-EE8227AF5769}" srcOrd="14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FBDB76A7-3EEE-4014-84E7-CF458B3B492A}" type="doc">
      <dgm:prSet loTypeId="urn:microsoft.com/office/officeart/2008/layout/LinedList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57031097-EB90-4AC9-8EF6-25DDE780FBA8}">
      <dgm:prSet/>
      <dgm:spPr/>
      <dgm:t>
        <a:bodyPr/>
        <a:lstStyle/>
        <a:p>
          <a:r>
            <a:rPr lang="en-US"/>
            <a:t>Nanoparticle Characterization</a:t>
          </a:r>
        </a:p>
      </dgm:t>
    </dgm:pt>
    <dgm:pt modelId="{A6C70062-B4F6-49A1-8B09-BD54CE4F6FCE}" type="parTrans" cxnId="{ABED9C53-75F0-44F0-A2EE-2B443C46682D}">
      <dgm:prSet/>
      <dgm:spPr/>
      <dgm:t>
        <a:bodyPr/>
        <a:lstStyle/>
        <a:p>
          <a:endParaRPr lang="en-US"/>
        </a:p>
      </dgm:t>
    </dgm:pt>
    <dgm:pt modelId="{625AEE57-5BE6-4778-9737-42A30B1FA7EF}" type="sibTrans" cxnId="{ABED9C53-75F0-44F0-A2EE-2B443C46682D}">
      <dgm:prSet/>
      <dgm:spPr/>
      <dgm:t>
        <a:bodyPr/>
        <a:lstStyle/>
        <a:p>
          <a:endParaRPr lang="en-US"/>
        </a:p>
      </dgm:t>
    </dgm:pt>
    <dgm:pt modelId="{9AAEF3DC-F69C-4D87-8196-E4B6803E68DE}">
      <dgm:prSet/>
      <dgm:spPr/>
      <dgm:t>
        <a:bodyPr/>
        <a:lstStyle/>
        <a:p>
          <a:r>
            <a:rPr lang="en-US" b="0"/>
            <a:t>Size determination and stability assessment in solution.</a:t>
          </a:r>
          <a:endParaRPr lang="en-US"/>
        </a:p>
      </dgm:t>
    </dgm:pt>
    <dgm:pt modelId="{A79EAD7D-7537-41D7-BF10-1C01E66331CE}" type="parTrans" cxnId="{04F83CBC-BA5C-415F-A096-04AB67528DB5}">
      <dgm:prSet/>
      <dgm:spPr/>
      <dgm:t>
        <a:bodyPr/>
        <a:lstStyle/>
        <a:p>
          <a:endParaRPr lang="en-US"/>
        </a:p>
      </dgm:t>
    </dgm:pt>
    <dgm:pt modelId="{06DA1073-7214-4AA6-885C-A9AD9D027EAC}" type="sibTrans" cxnId="{04F83CBC-BA5C-415F-A096-04AB67528DB5}">
      <dgm:prSet/>
      <dgm:spPr/>
      <dgm:t>
        <a:bodyPr/>
        <a:lstStyle/>
        <a:p>
          <a:endParaRPr lang="en-US"/>
        </a:p>
      </dgm:t>
    </dgm:pt>
    <dgm:pt modelId="{C8A2E399-FD70-4960-B48B-F8AF8C8D1076}">
      <dgm:prSet/>
      <dgm:spPr/>
      <dgm:t>
        <a:bodyPr/>
        <a:lstStyle/>
        <a:p>
          <a:r>
            <a:rPr lang="en-US"/>
            <a:t>Biomolecular Analysis</a:t>
          </a:r>
        </a:p>
      </dgm:t>
    </dgm:pt>
    <dgm:pt modelId="{DD545BF0-C016-425C-A4B1-1888FAA3DFBD}" type="parTrans" cxnId="{66B550F0-CCB4-4D60-ACFA-4E18A6684C41}">
      <dgm:prSet/>
      <dgm:spPr/>
      <dgm:t>
        <a:bodyPr/>
        <a:lstStyle/>
        <a:p>
          <a:endParaRPr lang="en-US"/>
        </a:p>
      </dgm:t>
    </dgm:pt>
    <dgm:pt modelId="{B1B3C7A5-1D54-4F63-8CD4-7ABB7B771C85}" type="sibTrans" cxnId="{66B550F0-CCB4-4D60-ACFA-4E18A6684C41}">
      <dgm:prSet/>
      <dgm:spPr/>
      <dgm:t>
        <a:bodyPr/>
        <a:lstStyle/>
        <a:p>
          <a:endParaRPr lang="en-US"/>
        </a:p>
      </dgm:t>
    </dgm:pt>
    <dgm:pt modelId="{981511C4-C98F-4AA6-86B0-A90BC9DFC460}">
      <dgm:prSet/>
      <dgm:spPr/>
      <dgm:t>
        <a:bodyPr/>
        <a:lstStyle/>
        <a:p>
          <a:r>
            <a:rPr lang="en-US" b="0"/>
            <a:t>Protein aggregation detection and nucleic acid size characterization.</a:t>
          </a:r>
          <a:endParaRPr lang="en-US"/>
        </a:p>
      </dgm:t>
    </dgm:pt>
    <dgm:pt modelId="{4FC5D71D-2590-4CB7-A15D-1BA73A340DD8}" type="parTrans" cxnId="{4088EDBE-BE3C-4A48-80D6-2530634FDB56}">
      <dgm:prSet/>
      <dgm:spPr/>
      <dgm:t>
        <a:bodyPr/>
        <a:lstStyle/>
        <a:p>
          <a:endParaRPr lang="en-US"/>
        </a:p>
      </dgm:t>
    </dgm:pt>
    <dgm:pt modelId="{D774622B-7139-4000-A2C4-3E2BA21E816C}" type="sibTrans" cxnId="{4088EDBE-BE3C-4A48-80D6-2530634FDB56}">
      <dgm:prSet/>
      <dgm:spPr/>
      <dgm:t>
        <a:bodyPr/>
        <a:lstStyle/>
        <a:p>
          <a:endParaRPr lang="en-US"/>
        </a:p>
      </dgm:t>
    </dgm:pt>
    <dgm:pt modelId="{45E6B66A-4FE7-4E4B-A748-25303568865D}">
      <dgm:prSet/>
      <dgm:spPr/>
      <dgm:t>
        <a:bodyPr/>
        <a:lstStyle/>
        <a:p>
          <a:r>
            <a:rPr lang="en-US"/>
            <a:t>Polymer Science</a:t>
          </a:r>
        </a:p>
      </dgm:t>
    </dgm:pt>
    <dgm:pt modelId="{C263F3D6-206B-4FAF-A3A5-318B77F37D02}" type="parTrans" cxnId="{AFB98774-C823-4EA0-BD65-26320D27A050}">
      <dgm:prSet/>
      <dgm:spPr/>
      <dgm:t>
        <a:bodyPr/>
        <a:lstStyle/>
        <a:p>
          <a:endParaRPr lang="en-US"/>
        </a:p>
      </dgm:t>
    </dgm:pt>
    <dgm:pt modelId="{367A8572-0F0C-43B8-8EBC-18B67BE8E9C0}" type="sibTrans" cxnId="{AFB98774-C823-4EA0-BD65-26320D27A050}">
      <dgm:prSet/>
      <dgm:spPr/>
      <dgm:t>
        <a:bodyPr/>
        <a:lstStyle/>
        <a:p>
          <a:endParaRPr lang="en-US"/>
        </a:p>
      </dgm:t>
    </dgm:pt>
    <dgm:pt modelId="{A4123EEF-89A3-44E3-84F4-FF17DA0AAC95}">
      <dgm:prSet/>
      <dgm:spPr/>
      <dgm:t>
        <a:bodyPr/>
        <a:lstStyle/>
        <a:p>
          <a:r>
            <a:rPr lang="en-US" b="0"/>
            <a:t>Molecular weight estimation and aggregation studies.</a:t>
          </a:r>
          <a:endParaRPr lang="en-US"/>
        </a:p>
      </dgm:t>
    </dgm:pt>
    <dgm:pt modelId="{EE08DA67-F82D-40B1-A1E2-0CCF0397875B}" type="parTrans" cxnId="{EA920DE1-5B44-4482-9506-B2DEF63301A4}">
      <dgm:prSet/>
      <dgm:spPr/>
      <dgm:t>
        <a:bodyPr/>
        <a:lstStyle/>
        <a:p>
          <a:endParaRPr lang="en-US"/>
        </a:p>
      </dgm:t>
    </dgm:pt>
    <dgm:pt modelId="{B7194684-4142-4408-B0F9-72AC28ED1B65}" type="sibTrans" cxnId="{EA920DE1-5B44-4482-9506-B2DEF63301A4}">
      <dgm:prSet/>
      <dgm:spPr/>
      <dgm:t>
        <a:bodyPr/>
        <a:lstStyle/>
        <a:p>
          <a:endParaRPr lang="en-US"/>
        </a:p>
      </dgm:t>
    </dgm:pt>
    <dgm:pt modelId="{BA916490-217B-4659-B9B5-8B6E7C236A1D}">
      <dgm:prSet/>
      <dgm:spPr/>
      <dgm:t>
        <a:bodyPr/>
        <a:lstStyle/>
        <a:p>
          <a:r>
            <a:rPr lang="en-US"/>
            <a:t>Colloidal Systems</a:t>
          </a:r>
        </a:p>
      </dgm:t>
    </dgm:pt>
    <dgm:pt modelId="{F75547F1-4E68-4088-ADD9-11819D08C5D4}" type="parTrans" cxnId="{9089CE2C-A686-4A9E-A9E4-DC7E6C716858}">
      <dgm:prSet/>
      <dgm:spPr/>
      <dgm:t>
        <a:bodyPr/>
        <a:lstStyle/>
        <a:p>
          <a:endParaRPr lang="en-US"/>
        </a:p>
      </dgm:t>
    </dgm:pt>
    <dgm:pt modelId="{460931F1-B075-49D5-B3BA-A283C3DAFAA9}" type="sibTrans" cxnId="{9089CE2C-A686-4A9E-A9E4-DC7E6C716858}">
      <dgm:prSet/>
      <dgm:spPr/>
      <dgm:t>
        <a:bodyPr/>
        <a:lstStyle/>
        <a:p>
          <a:endParaRPr lang="en-US"/>
        </a:p>
      </dgm:t>
    </dgm:pt>
    <dgm:pt modelId="{062A5D80-2017-4FA9-88A0-EC2561D8CD59}">
      <dgm:prSet/>
      <dgm:spPr/>
      <dgm:t>
        <a:bodyPr/>
        <a:lstStyle/>
        <a:p>
          <a:r>
            <a:rPr lang="en-US" b="0"/>
            <a:t>Emulsion stability monitoring.</a:t>
          </a:r>
          <a:endParaRPr lang="en-US"/>
        </a:p>
      </dgm:t>
    </dgm:pt>
    <dgm:pt modelId="{2ECBD717-31E3-4040-89FF-C8CA20F12DCF}" type="parTrans" cxnId="{B5BB1DC0-9716-427D-9E34-C94C542A1065}">
      <dgm:prSet/>
      <dgm:spPr/>
      <dgm:t>
        <a:bodyPr/>
        <a:lstStyle/>
        <a:p>
          <a:endParaRPr lang="en-US"/>
        </a:p>
      </dgm:t>
    </dgm:pt>
    <dgm:pt modelId="{9F7A1176-8E6D-470A-8B3A-D2640D93D714}" type="sibTrans" cxnId="{B5BB1DC0-9716-427D-9E34-C94C542A1065}">
      <dgm:prSet/>
      <dgm:spPr/>
      <dgm:t>
        <a:bodyPr/>
        <a:lstStyle/>
        <a:p>
          <a:endParaRPr lang="en-US"/>
        </a:p>
      </dgm:t>
    </dgm:pt>
    <dgm:pt modelId="{04F006E8-8C7A-4477-A6AE-36696998FA93}">
      <dgm:prSet/>
      <dgm:spPr/>
      <dgm:t>
        <a:bodyPr/>
        <a:lstStyle/>
        <a:p>
          <a:r>
            <a:rPr lang="en-US"/>
            <a:t>Environmental Monitoring</a:t>
          </a:r>
        </a:p>
      </dgm:t>
    </dgm:pt>
    <dgm:pt modelId="{05348AF4-22CE-4B2D-9094-8D3EE3FB2D34}" type="parTrans" cxnId="{FD66ADE6-8C74-4F10-859C-15AAB336EE6C}">
      <dgm:prSet/>
      <dgm:spPr/>
      <dgm:t>
        <a:bodyPr/>
        <a:lstStyle/>
        <a:p>
          <a:endParaRPr lang="en-US"/>
        </a:p>
      </dgm:t>
    </dgm:pt>
    <dgm:pt modelId="{4FCBBFFD-00BA-4BC2-9D42-E4420CC90922}" type="sibTrans" cxnId="{FD66ADE6-8C74-4F10-859C-15AAB336EE6C}">
      <dgm:prSet/>
      <dgm:spPr/>
      <dgm:t>
        <a:bodyPr/>
        <a:lstStyle/>
        <a:p>
          <a:endParaRPr lang="en-US"/>
        </a:p>
      </dgm:t>
    </dgm:pt>
    <dgm:pt modelId="{F8D70A22-80B6-4EBE-96FA-0FB2C01427CD}">
      <dgm:prSet/>
      <dgm:spPr/>
      <dgm:t>
        <a:bodyPr/>
        <a:lstStyle/>
        <a:p>
          <a:r>
            <a:rPr lang="en-US" b="0"/>
            <a:t>Particle size analysis in aerosols and sediments.</a:t>
          </a:r>
          <a:endParaRPr lang="en-US"/>
        </a:p>
      </dgm:t>
    </dgm:pt>
    <dgm:pt modelId="{4ED14DB7-5D18-4C41-AAB5-D6FF3548B779}" type="parTrans" cxnId="{4558B7CD-17A1-4564-9C09-05FB31C88CF8}">
      <dgm:prSet/>
      <dgm:spPr/>
      <dgm:t>
        <a:bodyPr/>
        <a:lstStyle/>
        <a:p>
          <a:endParaRPr lang="en-US"/>
        </a:p>
      </dgm:t>
    </dgm:pt>
    <dgm:pt modelId="{270D5B59-BE17-4A67-B250-E486D24540EF}" type="sibTrans" cxnId="{4558B7CD-17A1-4564-9C09-05FB31C88CF8}">
      <dgm:prSet/>
      <dgm:spPr/>
      <dgm:t>
        <a:bodyPr/>
        <a:lstStyle/>
        <a:p>
          <a:endParaRPr lang="en-US"/>
        </a:p>
      </dgm:t>
    </dgm:pt>
    <dgm:pt modelId="{00BBAB35-E113-4A37-91C0-1BDF10AE6E41}">
      <dgm:prSet/>
      <dgm:spPr/>
      <dgm:t>
        <a:bodyPr/>
        <a:lstStyle/>
        <a:p>
          <a:r>
            <a:rPr lang="en-US"/>
            <a:t>Food Science</a:t>
          </a:r>
        </a:p>
      </dgm:t>
    </dgm:pt>
    <dgm:pt modelId="{A516D714-2092-4D85-8473-FE99E9D9EC55}" type="parTrans" cxnId="{E4E11DC9-A792-4B52-B2F5-5D228110FAFA}">
      <dgm:prSet/>
      <dgm:spPr/>
      <dgm:t>
        <a:bodyPr/>
        <a:lstStyle/>
        <a:p>
          <a:endParaRPr lang="en-US"/>
        </a:p>
      </dgm:t>
    </dgm:pt>
    <dgm:pt modelId="{2C93135B-6429-4D0E-8F85-2460A82FD537}" type="sibTrans" cxnId="{E4E11DC9-A792-4B52-B2F5-5D228110FAFA}">
      <dgm:prSet/>
      <dgm:spPr/>
      <dgm:t>
        <a:bodyPr/>
        <a:lstStyle/>
        <a:p>
          <a:endParaRPr lang="en-US"/>
        </a:p>
      </dgm:t>
    </dgm:pt>
    <dgm:pt modelId="{98BC005A-F96A-4CA2-A5A1-2E8257711948}">
      <dgm:prSet/>
      <dgm:spPr/>
      <dgm:t>
        <a:bodyPr/>
        <a:lstStyle/>
        <a:p>
          <a:r>
            <a:rPr lang="en-US" b="0"/>
            <a:t>Stability and ingredient characterization in food systems.</a:t>
          </a:r>
          <a:endParaRPr lang="en-US"/>
        </a:p>
      </dgm:t>
    </dgm:pt>
    <dgm:pt modelId="{50AD5D4F-A4AB-457D-9E8F-F99D06082B89}" type="parTrans" cxnId="{B0FFE0D3-43C0-46D7-AE55-ED36927774AC}">
      <dgm:prSet/>
      <dgm:spPr/>
      <dgm:t>
        <a:bodyPr/>
        <a:lstStyle/>
        <a:p>
          <a:endParaRPr lang="en-US"/>
        </a:p>
      </dgm:t>
    </dgm:pt>
    <dgm:pt modelId="{5FC43F70-2D88-4C0D-933E-E8FFD56B683F}" type="sibTrans" cxnId="{B0FFE0D3-43C0-46D7-AE55-ED36927774AC}">
      <dgm:prSet/>
      <dgm:spPr/>
      <dgm:t>
        <a:bodyPr/>
        <a:lstStyle/>
        <a:p>
          <a:endParaRPr lang="en-US"/>
        </a:p>
      </dgm:t>
    </dgm:pt>
    <dgm:pt modelId="{DBA286AB-9338-4B37-985A-36DFC1C162B2}">
      <dgm:prSet/>
      <dgm:spPr/>
      <dgm:t>
        <a:bodyPr/>
        <a:lstStyle/>
        <a:p>
          <a:r>
            <a:rPr lang="en-US"/>
            <a:t>Drug Delivery</a:t>
          </a:r>
        </a:p>
      </dgm:t>
    </dgm:pt>
    <dgm:pt modelId="{9CF9BE86-5083-4279-897B-BFE52E601BFA}" type="parTrans" cxnId="{F68B31AC-5EAD-4163-B2D8-4CE04FE106B7}">
      <dgm:prSet/>
      <dgm:spPr/>
      <dgm:t>
        <a:bodyPr/>
        <a:lstStyle/>
        <a:p>
          <a:endParaRPr lang="en-US"/>
        </a:p>
      </dgm:t>
    </dgm:pt>
    <dgm:pt modelId="{BB041AE0-E9C5-4B02-ADFD-EF5AC9B9ADE7}" type="sibTrans" cxnId="{F68B31AC-5EAD-4163-B2D8-4CE04FE106B7}">
      <dgm:prSet/>
      <dgm:spPr/>
      <dgm:t>
        <a:bodyPr/>
        <a:lstStyle/>
        <a:p>
          <a:endParaRPr lang="en-US"/>
        </a:p>
      </dgm:t>
    </dgm:pt>
    <dgm:pt modelId="{11096785-887D-47FE-985E-8DFD26BFEB45}">
      <dgm:prSet/>
      <dgm:spPr/>
      <dgm:t>
        <a:bodyPr/>
        <a:lstStyle/>
        <a:p>
          <a:r>
            <a:rPr lang="en-US" b="0"/>
            <a:t>Nanocarrier characterization and drug release studies.</a:t>
          </a:r>
          <a:endParaRPr lang="en-US"/>
        </a:p>
      </dgm:t>
    </dgm:pt>
    <dgm:pt modelId="{E4BD8433-004A-4E6D-B8D5-DA6A96C197A9}" type="parTrans" cxnId="{BD4C7BE7-C376-45CA-A606-0A1DB9368B12}">
      <dgm:prSet/>
      <dgm:spPr/>
      <dgm:t>
        <a:bodyPr/>
        <a:lstStyle/>
        <a:p>
          <a:endParaRPr lang="en-US"/>
        </a:p>
      </dgm:t>
    </dgm:pt>
    <dgm:pt modelId="{A2DBEEFE-0F8C-4FC4-B503-EA2B0AF345F5}" type="sibTrans" cxnId="{BD4C7BE7-C376-45CA-A606-0A1DB9368B12}">
      <dgm:prSet/>
      <dgm:spPr/>
      <dgm:t>
        <a:bodyPr/>
        <a:lstStyle/>
        <a:p>
          <a:endParaRPr lang="en-US"/>
        </a:p>
      </dgm:t>
    </dgm:pt>
    <dgm:pt modelId="{12A46970-3682-4CFA-A5C3-FA6191A79F4E}" type="pres">
      <dgm:prSet presAssocID="{FBDB76A7-3EEE-4014-84E7-CF458B3B492A}" presName="vert0" presStyleCnt="0">
        <dgm:presLayoutVars>
          <dgm:dir/>
          <dgm:animOne val="branch"/>
          <dgm:animLvl val="lvl"/>
        </dgm:presLayoutVars>
      </dgm:prSet>
      <dgm:spPr/>
    </dgm:pt>
    <dgm:pt modelId="{7FC5764E-1B62-4B3B-894F-968394B278A7}" type="pres">
      <dgm:prSet presAssocID="{57031097-EB90-4AC9-8EF6-25DDE780FBA8}" presName="thickLine" presStyleLbl="alignNode1" presStyleIdx="0" presStyleCnt="7"/>
      <dgm:spPr/>
    </dgm:pt>
    <dgm:pt modelId="{E8C01C00-E015-46E4-A996-12DAAA272DEB}" type="pres">
      <dgm:prSet presAssocID="{57031097-EB90-4AC9-8EF6-25DDE780FBA8}" presName="horz1" presStyleCnt="0"/>
      <dgm:spPr/>
    </dgm:pt>
    <dgm:pt modelId="{B201CA6F-1A8F-443A-B713-370FCE9DC526}" type="pres">
      <dgm:prSet presAssocID="{57031097-EB90-4AC9-8EF6-25DDE780FBA8}" presName="tx1" presStyleLbl="revTx" presStyleIdx="0" presStyleCnt="14"/>
      <dgm:spPr/>
    </dgm:pt>
    <dgm:pt modelId="{1C397AAD-261E-4D0F-9CBB-18E2E103FF8C}" type="pres">
      <dgm:prSet presAssocID="{57031097-EB90-4AC9-8EF6-25DDE780FBA8}" presName="vert1" presStyleCnt="0"/>
      <dgm:spPr/>
    </dgm:pt>
    <dgm:pt modelId="{970F8B2E-382B-40E2-9365-0DD042312CDB}" type="pres">
      <dgm:prSet presAssocID="{9AAEF3DC-F69C-4D87-8196-E4B6803E68DE}" presName="vertSpace2a" presStyleCnt="0"/>
      <dgm:spPr/>
    </dgm:pt>
    <dgm:pt modelId="{0D0EED7C-7333-4169-AB47-E82A324076B9}" type="pres">
      <dgm:prSet presAssocID="{9AAEF3DC-F69C-4D87-8196-E4B6803E68DE}" presName="horz2" presStyleCnt="0"/>
      <dgm:spPr/>
    </dgm:pt>
    <dgm:pt modelId="{A2FC8A97-5C11-4064-BD35-5A01A48E0466}" type="pres">
      <dgm:prSet presAssocID="{9AAEF3DC-F69C-4D87-8196-E4B6803E68DE}" presName="horzSpace2" presStyleCnt="0"/>
      <dgm:spPr/>
    </dgm:pt>
    <dgm:pt modelId="{783CC810-5F6D-4974-AC5C-B33C3F82EA0E}" type="pres">
      <dgm:prSet presAssocID="{9AAEF3DC-F69C-4D87-8196-E4B6803E68DE}" presName="tx2" presStyleLbl="revTx" presStyleIdx="1" presStyleCnt="14"/>
      <dgm:spPr/>
    </dgm:pt>
    <dgm:pt modelId="{8936B79C-BF93-4A69-998D-529F29C670E2}" type="pres">
      <dgm:prSet presAssocID="{9AAEF3DC-F69C-4D87-8196-E4B6803E68DE}" presName="vert2" presStyleCnt="0"/>
      <dgm:spPr/>
    </dgm:pt>
    <dgm:pt modelId="{CD291524-DF04-495D-AC5E-FCDFAA9F4A99}" type="pres">
      <dgm:prSet presAssocID="{9AAEF3DC-F69C-4D87-8196-E4B6803E68DE}" presName="thinLine2b" presStyleLbl="callout" presStyleIdx="0" presStyleCnt="7"/>
      <dgm:spPr/>
    </dgm:pt>
    <dgm:pt modelId="{4BF070E8-D967-4755-94ED-962A4AEDB0F9}" type="pres">
      <dgm:prSet presAssocID="{9AAEF3DC-F69C-4D87-8196-E4B6803E68DE}" presName="vertSpace2b" presStyleCnt="0"/>
      <dgm:spPr/>
    </dgm:pt>
    <dgm:pt modelId="{1F728A7F-4F2C-43C4-B894-AC5E63D6FDD6}" type="pres">
      <dgm:prSet presAssocID="{C8A2E399-FD70-4960-B48B-F8AF8C8D1076}" presName="thickLine" presStyleLbl="alignNode1" presStyleIdx="1" presStyleCnt="7"/>
      <dgm:spPr/>
    </dgm:pt>
    <dgm:pt modelId="{542AC504-83DF-4107-A2FE-13492B1F0B9C}" type="pres">
      <dgm:prSet presAssocID="{C8A2E399-FD70-4960-B48B-F8AF8C8D1076}" presName="horz1" presStyleCnt="0"/>
      <dgm:spPr/>
    </dgm:pt>
    <dgm:pt modelId="{0CF9AA73-2A17-43C7-9D51-A1B969E3EE26}" type="pres">
      <dgm:prSet presAssocID="{C8A2E399-FD70-4960-B48B-F8AF8C8D1076}" presName="tx1" presStyleLbl="revTx" presStyleIdx="2" presStyleCnt="14"/>
      <dgm:spPr/>
    </dgm:pt>
    <dgm:pt modelId="{D2A1669F-58C3-41C8-BB11-2BF34CB6F7C8}" type="pres">
      <dgm:prSet presAssocID="{C8A2E399-FD70-4960-B48B-F8AF8C8D1076}" presName="vert1" presStyleCnt="0"/>
      <dgm:spPr/>
    </dgm:pt>
    <dgm:pt modelId="{6703FB6A-7E3C-4624-93BB-949D0309E6CD}" type="pres">
      <dgm:prSet presAssocID="{981511C4-C98F-4AA6-86B0-A90BC9DFC460}" presName="vertSpace2a" presStyleCnt="0"/>
      <dgm:spPr/>
    </dgm:pt>
    <dgm:pt modelId="{0592564A-8CA4-4E23-B1AB-5DC7664F8D40}" type="pres">
      <dgm:prSet presAssocID="{981511C4-C98F-4AA6-86B0-A90BC9DFC460}" presName="horz2" presStyleCnt="0"/>
      <dgm:spPr/>
    </dgm:pt>
    <dgm:pt modelId="{4010F58B-0B05-4C2A-B13C-5023303B13A1}" type="pres">
      <dgm:prSet presAssocID="{981511C4-C98F-4AA6-86B0-A90BC9DFC460}" presName="horzSpace2" presStyleCnt="0"/>
      <dgm:spPr/>
    </dgm:pt>
    <dgm:pt modelId="{3CD56001-C361-4124-AB3D-8450F3E238C7}" type="pres">
      <dgm:prSet presAssocID="{981511C4-C98F-4AA6-86B0-A90BC9DFC460}" presName="tx2" presStyleLbl="revTx" presStyleIdx="3" presStyleCnt="14"/>
      <dgm:spPr/>
    </dgm:pt>
    <dgm:pt modelId="{6C5A60C7-5CA5-4E71-92BE-04E64FC13346}" type="pres">
      <dgm:prSet presAssocID="{981511C4-C98F-4AA6-86B0-A90BC9DFC460}" presName="vert2" presStyleCnt="0"/>
      <dgm:spPr/>
    </dgm:pt>
    <dgm:pt modelId="{8347C207-3441-4B34-87AF-F9A9CD52652A}" type="pres">
      <dgm:prSet presAssocID="{981511C4-C98F-4AA6-86B0-A90BC9DFC460}" presName="thinLine2b" presStyleLbl="callout" presStyleIdx="1" presStyleCnt="7"/>
      <dgm:spPr/>
    </dgm:pt>
    <dgm:pt modelId="{E3E5DD20-DEB9-40A5-B6FA-460255635183}" type="pres">
      <dgm:prSet presAssocID="{981511C4-C98F-4AA6-86B0-A90BC9DFC460}" presName="vertSpace2b" presStyleCnt="0"/>
      <dgm:spPr/>
    </dgm:pt>
    <dgm:pt modelId="{04FE7B20-A019-43AB-99A8-ACE6D9E6D0A2}" type="pres">
      <dgm:prSet presAssocID="{45E6B66A-4FE7-4E4B-A748-25303568865D}" presName="thickLine" presStyleLbl="alignNode1" presStyleIdx="2" presStyleCnt="7"/>
      <dgm:spPr/>
    </dgm:pt>
    <dgm:pt modelId="{3168CA45-1C75-4D91-8AC5-8102AE53BCB1}" type="pres">
      <dgm:prSet presAssocID="{45E6B66A-4FE7-4E4B-A748-25303568865D}" presName="horz1" presStyleCnt="0"/>
      <dgm:spPr/>
    </dgm:pt>
    <dgm:pt modelId="{76C55D08-7453-4FDB-92C3-2B5A8183241D}" type="pres">
      <dgm:prSet presAssocID="{45E6B66A-4FE7-4E4B-A748-25303568865D}" presName="tx1" presStyleLbl="revTx" presStyleIdx="4" presStyleCnt="14"/>
      <dgm:spPr/>
    </dgm:pt>
    <dgm:pt modelId="{743CDDAF-8DCB-44EE-89BF-8BDF03D19BA6}" type="pres">
      <dgm:prSet presAssocID="{45E6B66A-4FE7-4E4B-A748-25303568865D}" presName="vert1" presStyleCnt="0"/>
      <dgm:spPr/>
    </dgm:pt>
    <dgm:pt modelId="{76FEED91-5395-448C-9ADE-E0107AE56382}" type="pres">
      <dgm:prSet presAssocID="{A4123EEF-89A3-44E3-84F4-FF17DA0AAC95}" presName="vertSpace2a" presStyleCnt="0"/>
      <dgm:spPr/>
    </dgm:pt>
    <dgm:pt modelId="{D968E572-265B-4FE9-85C5-C1C9452A7B70}" type="pres">
      <dgm:prSet presAssocID="{A4123EEF-89A3-44E3-84F4-FF17DA0AAC95}" presName="horz2" presStyleCnt="0"/>
      <dgm:spPr/>
    </dgm:pt>
    <dgm:pt modelId="{7E0359A7-C591-4DCD-ADF9-8BC79466E8D4}" type="pres">
      <dgm:prSet presAssocID="{A4123EEF-89A3-44E3-84F4-FF17DA0AAC95}" presName="horzSpace2" presStyleCnt="0"/>
      <dgm:spPr/>
    </dgm:pt>
    <dgm:pt modelId="{F5F25C65-9C09-405E-AC4A-EF0EEB743C84}" type="pres">
      <dgm:prSet presAssocID="{A4123EEF-89A3-44E3-84F4-FF17DA0AAC95}" presName="tx2" presStyleLbl="revTx" presStyleIdx="5" presStyleCnt="14"/>
      <dgm:spPr/>
    </dgm:pt>
    <dgm:pt modelId="{624E8723-6F9C-4496-9AC1-C3696837E2D6}" type="pres">
      <dgm:prSet presAssocID="{A4123EEF-89A3-44E3-84F4-FF17DA0AAC95}" presName="vert2" presStyleCnt="0"/>
      <dgm:spPr/>
    </dgm:pt>
    <dgm:pt modelId="{51E56486-640F-46EA-AAF0-4F22348FDE9B}" type="pres">
      <dgm:prSet presAssocID="{A4123EEF-89A3-44E3-84F4-FF17DA0AAC95}" presName="thinLine2b" presStyleLbl="callout" presStyleIdx="2" presStyleCnt="7"/>
      <dgm:spPr/>
    </dgm:pt>
    <dgm:pt modelId="{7C48F14A-16CC-457B-B641-B82630DD62DA}" type="pres">
      <dgm:prSet presAssocID="{A4123EEF-89A3-44E3-84F4-FF17DA0AAC95}" presName="vertSpace2b" presStyleCnt="0"/>
      <dgm:spPr/>
    </dgm:pt>
    <dgm:pt modelId="{61B3D30E-1FE6-4B33-813A-B441BC89851D}" type="pres">
      <dgm:prSet presAssocID="{BA916490-217B-4659-B9B5-8B6E7C236A1D}" presName="thickLine" presStyleLbl="alignNode1" presStyleIdx="3" presStyleCnt="7"/>
      <dgm:spPr/>
    </dgm:pt>
    <dgm:pt modelId="{44AA01C2-E260-49D7-8527-6E8367DD4E27}" type="pres">
      <dgm:prSet presAssocID="{BA916490-217B-4659-B9B5-8B6E7C236A1D}" presName="horz1" presStyleCnt="0"/>
      <dgm:spPr/>
    </dgm:pt>
    <dgm:pt modelId="{D34FECDF-552A-4B6C-B0EB-E54B4C8BFD16}" type="pres">
      <dgm:prSet presAssocID="{BA916490-217B-4659-B9B5-8B6E7C236A1D}" presName="tx1" presStyleLbl="revTx" presStyleIdx="6" presStyleCnt="14"/>
      <dgm:spPr/>
    </dgm:pt>
    <dgm:pt modelId="{B8B52524-3454-42F9-87F8-B9F90B5FC318}" type="pres">
      <dgm:prSet presAssocID="{BA916490-217B-4659-B9B5-8B6E7C236A1D}" presName="vert1" presStyleCnt="0"/>
      <dgm:spPr/>
    </dgm:pt>
    <dgm:pt modelId="{E21DA599-47E9-44A8-91B3-A2DBB6026851}" type="pres">
      <dgm:prSet presAssocID="{062A5D80-2017-4FA9-88A0-EC2561D8CD59}" presName="vertSpace2a" presStyleCnt="0"/>
      <dgm:spPr/>
    </dgm:pt>
    <dgm:pt modelId="{38FB5A0C-4EF0-4310-A6FD-8E0E6E32862A}" type="pres">
      <dgm:prSet presAssocID="{062A5D80-2017-4FA9-88A0-EC2561D8CD59}" presName="horz2" presStyleCnt="0"/>
      <dgm:spPr/>
    </dgm:pt>
    <dgm:pt modelId="{071B7725-54C1-45C6-9E4C-AF1E79D89B3B}" type="pres">
      <dgm:prSet presAssocID="{062A5D80-2017-4FA9-88A0-EC2561D8CD59}" presName="horzSpace2" presStyleCnt="0"/>
      <dgm:spPr/>
    </dgm:pt>
    <dgm:pt modelId="{9FADE3D7-D0FC-4862-86C5-B6DDC44D0C9F}" type="pres">
      <dgm:prSet presAssocID="{062A5D80-2017-4FA9-88A0-EC2561D8CD59}" presName="tx2" presStyleLbl="revTx" presStyleIdx="7" presStyleCnt="14"/>
      <dgm:spPr/>
    </dgm:pt>
    <dgm:pt modelId="{A7F57F49-A82F-4BF3-AF6A-57B1A1133F07}" type="pres">
      <dgm:prSet presAssocID="{062A5D80-2017-4FA9-88A0-EC2561D8CD59}" presName="vert2" presStyleCnt="0"/>
      <dgm:spPr/>
    </dgm:pt>
    <dgm:pt modelId="{CC5F8DCC-89F8-45CD-B161-1F13036ADBBE}" type="pres">
      <dgm:prSet presAssocID="{062A5D80-2017-4FA9-88A0-EC2561D8CD59}" presName="thinLine2b" presStyleLbl="callout" presStyleIdx="3" presStyleCnt="7"/>
      <dgm:spPr/>
    </dgm:pt>
    <dgm:pt modelId="{0E00F16A-00D2-4FFD-AAE4-C513F51EC63C}" type="pres">
      <dgm:prSet presAssocID="{062A5D80-2017-4FA9-88A0-EC2561D8CD59}" presName="vertSpace2b" presStyleCnt="0"/>
      <dgm:spPr/>
    </dgm:pt>
    <dgm:pt modelId="{87BAA115-E2B8-4D1D-A864-48B8FC9E36E5}" type="pres">
      <dgm:prSet presAssocID="{04F006E8-8C7A-4477-A6AE-36696998FA93}" presName="thickLine" presStyleLbl="alignNode1" presStyleIdx="4" presStyleCnt="7"/>
      <dgm:spPr/>
    </dgm:pt>
    <dgm:pt modelId="{38AE84E7-638B-4096-819E-752C1D94220B}" type="pres">
      <dgm:prSet presAssocID="{04F006E8-8C7A-4477-A6AE-36696998FA93}" presName="horz1" presStyleCnt="0"/>
      <dgm:spPr/>
    </dgm:pt>
    <dgm:pt modelId="{39718391-D6AC-4A11-8D0B-DA609BCB5337}" type="pres">
      <dgm:prSet presAssocID="{04F006E8-8C7A-4477-A6AE-36696998FA93}" presName="tx1" presStyleLbl="revTx" presStyleIdx="8" presStyleCnt="14"/>
      <dgm:spPr/>
    </dgm:pt>
    <dgm:pt modelId="{B9B8AF78-7401-46D8-9258-4227A847B764}" type="pres">
      <dgm:prSet presAssocID="{04F006E8-8C7A-4477-A6AE-36696998FA93}" presName="vert1" presStyleCnt="0"/>
      <dgm:spPr/>
    </dgm:pt>
    <dgm:pt modelId="{CDE431F0-0B6B-45CB-AED9-1CBE7732563B}" type="pres">
      <dgm:prSet presAssocID="{F8D70A22-80B6-4EBE-96FA-0FB2C01427CD}" presName="vertSpace2a" presStyleCnt="0"/>
      <dgm:spPr/>
    </dgm:pt>
    <dgm:pt modelId="{E729F9A4-D9F8-4ACC-8E10-DD2B5EAC5FAC}" type="pres">
      <dgm:prSet presAssocID="{F8D70A22-80B6-4EBE-96FA-0FB2C01427CD}" presName="horz2" presStyleCnt="0"/>
      <dgm:spPr/>
    </dgm:pt>
    <dgm:pt modelId="{7A3719E1-FCBF-468C-9087-0BF31C8B7220}" type="pres">
      <dgm:prSet presAssocID="{F8D70A22-80B6-4EBE-96FA-0FB2C01427CD}" presName="horzSpace2" presStyleCnt="0"/>
      <dgm:spPr/>
    </dgm:pt>
    <dgm:pt modelId="{5535912E-DEA5-4B9B-8BCD-4F16D5E71510}" type="pres">
      <dgm:prSet presAssocID="{F8D70A22-80B6-4EBE-96FA-0FB2C01427CD}" presName="tx2" presStyleLbl="revTx" presStyleIdx="9" presStyleCnt="14"/>
      <dgm:spPr/>
    </dgm:pt>
    <dgm:pt modelId="{2F45BB58-A13B-4E69-9B17-DAAA12B8E70E}" type="pres">
      <dgm:prSet presAssocID="{F8D70A22-80B6-4EBE-96FA-0FB2C01427CD}" presName="vert2" presStyleCnt="0"/>
      <dgm:spPr/>
    </dgm:pt>
    <dgm:pt modelId="{B09E8E57-DDF9-4661-AA59-2E8C5CE4F337}" type="pres">
      <dgm:prSet presAssocID="{F8D70A22-80B6-4EBE-96FA-0FB2C01427CD}" presName="thinLine2b" presStyleLbl="callout" presStyleIdx="4" presStyleCnt="7"/>
      <dgm:spPr/>
    </dgm:pt>
    <dgm:pt modelId="{D46C2A70-9B26-4516-87AC-F0E75D691ED6}" type="pres">
      <dgm:prSet presAssocID="{F8D70A22-80B6-4EBE-96FA-0FB2C01427CD}" presName="vertSpace2b" presStyleCnt="0"/>
      <dgm:spPr/>
    </dgm:pt>
    <dgm:pt modelId="{4C232233-18D4-4D3D-9A6E-FD174FFC0D34}" type="pres">
      <dgm:prSet presAssocID="{00BBAB35-E113-4A37-91C0-1BDF10AE6E41}" presName="thickLine" presStyleLbl="alignNode1" presStyleIdx="5" presStyleCnt="7"/>
      <dgm:spPr/>
    </dgm:pt>
    <dgm:pt modelId="{DE52DF3D-C71E-4BF7-934D-370B14410CD6}" type="pres">
      <dgm:prSet presAssocID="{00BBAB35-E113-4A37-91C0-1BDF10AE6E41}" presName="horz1" presStyleCnt="0"/>
      <dgm:spPr/>
    </dgm:pt>
    <dgm:pt modelId="{528ABCE3-08DF-4B42-AD3A-1465774108B3}" type="pres">
      <dgm:prSet presAssocID="{00BBAB35-E113-4A37-91C0-1BDF10AE6E41}" presName="tx1" presStyleLbl="revTx" presStyleIdx="10" presStyleCnt="14"/>
      <dgm:spPr/>
    </dgm:pt>
    <dgm:pt modelId="{95F2468B-E0DD-4C32-B6DD-FDB345B2BAD6}" type="pres">
      <dgm:prSet presAssocID="{00BBAB35-E113-4A37-91C0-1BDF10AE6E41}" presName="vert1" presStyleCnt="0"/>
      <dgm:spPr/>
    </dgm:pt>
    <dgm:pt modelId="{8A38633B-ED58-400D-9045-5E774816C747}" type="pres">
      <dgm:prSet presAssocID="{98BC005A-F96A-4CA2-A5A1-2E8257711948}" presName="vertSpace2a" presStyleCnt="0"/>
      <dgm:spPr/>
    </dgm:pt>
    <dgm:pt modelId="{8DE65FAC-5B1E-42B3-80D1-412EE609BC1F}" type="pres">
      <dgm:prSet presAssocID="{98BC005A-F96A-4CA2-A5A1-2E8257711948}" presName="horz2" presStyleCnt="0"/>
      <dgm:spPr/>
    </dgm:pt>
    <dgm:pt modelId="{03EF7BD0-D163-4399-812A-E0358A96E0A6}" type="pres">
      <dgm:prSet presAssocID="{98BC005A-F96A-4CA2-A5A1-2E8257711948}" presName="horzSpace2" presStyleCnt="0"/>
      <dgm:spPr/>
    </dgm:pt>
    <dgm:pt modelId="{AA89619C-0D18-48C5-B13F-A2FF98D58A6C}" type="pres">
      <dgm:prSet presAssocID="{98BC005A-F96A-4CA2-A5A1-2E8257711948}" presName="tx2" presStyleLbl="revTx" presStyleIdx="11" presStyleCnt="14"/>
      <dgm:spPr/>
    </dgm:pt>
    <dgm:pt modelId="{4FA15787-EE81-4BD1-A1C4-1E7C1EFFD797}" type="pres">
      <dgm:prSet presAssocID="{98BC005A-F96A-4CA2-A5A1-2E8257711948}" presName="vert2" presStyleCnt="0"/>
      <dgm:spPr/>
    </dgm:pt>
    <dgm:pt modelId="{7F3F6D69-E789-467B-B614-B25A7E73699E}" type="pres">
      <dgm:prSet presAssocID="{98BC005A-F96A-4CA2-A5A1-2E8257711948}" presName="thinLine2b" presStyleLbl="callout" presStyleIdx="5" presStyleCnt="7"/>
      <dgm:spPr/>
    </dgm:pt>
    <dgm:pt modelId="{244032B5-9A8D-4256-9B63-364515642B6E}" type="pres">
      <dgm:prSet presAssocID="{98BC005A-F96A-4CA2-A5A1-2E8257711948}" presName="vertSpace2b" presStyleCnt="0"/>
      <dgm:spPr/>
    </dgm:pt>
    <dgm:pt modelId="{AD9CE0C0-37AB-47A3-BBFB-E4B451E1D5E7}" type="pres">
      <dgm:prSet presAssocID="{DBA286AB-9338-4B37-985A-36DFC1C162B2}" presName="thickLine" presStyleLbl="alignNode1" presStyleIdx="6" presStyleCnt="7"/>
      <dgm:spPr/>
    </dgm:pt>
    <dgm:pt modelId="{762198AB-6A13-489E-BB5A-40B949A1CE62}" type="pres">
      <dgm:prSet presAssocID="{DBA286AB-9338-4B37-985A-36DFC1C162B2}" presName="horz1" presStyleCnt="0"/>
      <dgm:spPr/>
    </dgm:pt>
    <dgm:pt modelId="{7965589A-2AF3-4D34-9130-357BD8E924E3}" type="pres">
      <dgm:prSet presAssocID="{DBA286AB-9338-4B37-985A-36DFC1C162B2}" presName="tx1" presStyleLbl="revTx" presStyleIdx="12" presStyleCnt="14"/>
      <dgm:spPr/>
    </dgm:pt>
    <dgm:pt modelId="{DAEFF745-4A80-4446-85B3-C1B13654E553}" type="pres">
      <dgm:prSet presAssocID="{DBA286AB-9338-4B37-985A-36DFC1C162B2}" presName="vert1" presStyleCnt="0"/>
      <dgm:spPr/>
    </dgm:pt>
    <dgm:pt modelId="{A2756BDC-6994-4250-B483-E13E5ED62F5F}" type="pres">
      <dgm:prSet presAssocID="{11096785-887D-47FE-985E-8DFD26BFEB45}" presName="vertSpace2a" presStyleCnt="0"/>
      <dgm:spPr/>
    </dgm:pt>
    <dgm:pt modelId="{F89EA9A9-DFFC-49D0-8F2F-0478262F27FF}" type="pres">
      <dgm:prSet presAssocID="{11096785-887D-47FE-985E-8DFD26BFEB45}" presName="horz2" presStyleCnt="0"/>
      <dgm:spPr/>
    </dgm:pt>
    <dgm:pt modelId="{8FEDEA4E-DA27-4977-BD8F-849ABC691AC4}" type="pres">
      <dgm:prSet presAssocID="{11096785-887D-47FE-985E-8DFD26BFEB45}" presName="horzSpace2" presStyleCnt="0"/>
      <dgm:spPr/>
    </dgm:pt>
    <dgm:pt modelId="{98A46653-EBBD-4C35-A10E-810D0562589D}" type="pres">
      <dgm:prSet presAssocID="{11096785-887D-47FE-985E-8DFD26BFEB45}" presName="tx2" presStyleLbl="revTx" presStyleIdx="13" presStyleCnt="14"/>
      <dgm:spPr/>
    </dgm:pt>
    <dgm:pt modelId="{470D10A3-69FE-4887-9A8E-87F334F2A46E}" type="pres">
      <dgm:prSet presAssocID="{11096785-887D-47FE-985E-8DFD26BFEB45}" presName="vert2" presStyleCnt="0"/>
      <dgm:spPr/>
    </dgm:pt>
    <dgm:pt modelId="{80FD3681-F99D-40F6-B550-850545BB03BC}" type="pres">
      <dgm:prSet presAssocID="{11096785-887D-47FE-985E-8DFD26BFEB45}" presName="thinLine2b" presStyleLbl="callout" presStyleIdx="6" presStyleCnt="7"/>
      <dgm:spPr/>
    </dgm:pt>
    <dgm:pt modelId="{F4162120-CE80-478D-A605-B73D84118956}" type="pres">
      <dgm:prSet presAssocID="{11096785-887D-47FE-985E-8DFD26BFEB45}" presName="vertSpace2b" presStyleCnt="0"/>
      <dgm:spPr/>
    </dgm:pt>
  </dgm:ptLst>
  <dgm:cxnLst>
    <dgm:cxn modelId="{CA65550C-5E3C-435E-9C65-7E8F01CF4B2F}" type="presOf" srcId="{062A5D80-2017-4FA9-88A0-EC2561D8CD59}" destId="{9FADE3D7-D0FC-4862-86C5-B6DDC44D0C9F}" srcOrd="0" destOrd="0" presId="urn:microsoft.com/office/officeart/2008/layout/LinedList"/>
    <dgm:cxn modelId="{C111C110-2450-450E-8BDD-59D49AFF0B4F}" type="presOf" srcId="{57031097-EB90-4AC9-8EF6-25DDE780FBA8}" destId="{B201CA6F-1A8F-443A-B713-370FCE9DC526}" srcOrd="0" destOrd="0" presId="urn:microsoft.com/office/officeart/2008/layout/LinedList"/>
    <dgm:cxn modelId="{83A61F29-A4AD-4FE6-8E1F-3B359FF2319D}" type="presOf" srcId="{C8A2E399-FD70-4960-B48B-F8AF8C8D1076}" destId="{0CF9AA73-2A17-43C7-9D51-A1B969E3EE26}" srcOrd="0" destOrd="0" presId="urn:microsoft.com/office/officeart/2008/layout/LinedList"/>
    <dgm:cxn modelId="{FBF7F829-4BAC-4FCE-92E1-01445B413939}" type="presOf" srcId="{45E6B66A-4FE7-4E4B-A748-25303568865D}" destId="{76C55D08-7453-4FDB-92C3-2B5A8183241D}" srcOrd="0" destOrd="0" presId="urn:microsoft.com/office/officeart/2008/layout/LinedList"/>
    <dgm:cxn modelId="{9089CE2C-A686-4A9E-A9E4-DC7E6C716858}" srcId="{FBDB76A7-3EEE-4014-84E7-CF458B3B492A}" destId="{BA916490-217B-4659-B9B5-8B6E7C236A1D}" srcOrd="3" destOrd="0" parTransId="{F75547F1-4E68-4088-ADD9-11819D08C5D4}" sibTransId="{460931F1-B075-49D5-B3BA-A283C3DAFAA9}"/>
    <dgm:cxn modelId="{ADFE2732-6CE8-4227-9051-38FD57992E2A}" type="presOf" srcId="{BA916490-217B-4659-B9B5-8B6E7C236A1D}" destId="{D34FECDF-552A-4B6C-B0EB-E54B4C8BFD16}" srcOrd="0" destOrd="0" presId="urn:microsoft.com/office/officeart/2008/layout/LinedList"/>
    <dgm:cxn modelId="{896C0338-494B-48A6-9C3C-96CF48305061}" type="presOf" srcId="{98BC005A-F96A-4CA2-A5A1-2E8257711948}" destId="{AA89619C-0D18-48C5-B13F-A2FF98D58A6C}" srcOrd="0" destOrd="0" presId="urn:microsoft.com/office/officeart/2008/layout/LinedList"/>
    <dgm:cxn modelId="{E4311D39-D09C-45CA-B4E1-DF06B3D795AC}" type="presOf" srcId="{A4123EEF-89A3-44E3-84F4-FF17DA0AAC95}" destId="{F5F25C65-9C09-405E-AC4A-EF0EEB743C84}" srcOrd="0" destOrd="0" presId="urn:microsoft.com/office/officeart/2008/layout/LinedList"/>
    <dgm:cxn modelId="{E86DD33D-0DFF-436E-AD69-96EC14950892}" type="presOf" srcId="{F8D70A22-80B6-4EBE-96FA-0FB2C01427CD}" destId="{5535912E-DEA5-4B9B-8BCD-4F16D5E71510}" srcOrd="0" destOrd="0" presId="urn:microsoft.com/office/officeart/2008/layout/LinedList"/>
    <dgm:cxn modelId="{ABED9C53-75F0-44F0-A2EE-2B443C46682D}" srcId="{FBDB76A7-3EEE-4014-84E7-CF458B3B492A}" destId="{57031097-EB90-4AC9-8EF6-25DDE780FBA8}" srcOrd="0" destOrd="0" parTransId="{A6C70062-B4F6-49A1-8B09-BD54CE4F6FCE}" sibTransId="{625AEE57-5BE6-4778-9737-42A30B1FA7EF}"/>
    <dgm:cxn modelId="{63FF1874-A93E-41D2-A4C7-41D6894B583D}" type="presOf" srcId="{00BBAB35-E113-4A37-91C0-1BDF10AE6E41}" destId="{528ABCE3-08DF-4B42-AD3A-1465774108B3}" srcOrd="0" destOrd="0" presId="urn:microsoft.com/office/officeart/2008/layout/LinedList"/>
    <dgm:cxn modelId="{AFB98774-C823-4EA0-BD65-26320D27A050}" srcId="{FBDB76A7-3EEE-4014-84E7-CF458B3B492A}" destId="{45E6B66A-4FE7-4E4B-A748-25303568865D}" srcOrd="2" destOrd="0" parTransId="{C263F3D6-206B-4FAF-A3A5-318B77F37D02}" sibTransId="{367A8572-0F0C-43B8-8EBC-18B67BE8E9C0}"/>
    <dgm:cxn modelId="{E068BB5A-8D4D-40DB-9118-71D5A97B2DAD}" type="presOf" srcId="{DBA286AB-9338-4B37-985A-36DFC1C162B2}" destId="{7965589A-2AF3-4D34-9130-357BD8E924E3}" srcOrd="0" destOrd="0" presId="urn:microsoft.com/office/officeart/2008/layout/LinedList"/>
    <dgm:cxn modelId="{B340E17A-E856-43EC-8085-F56D0F53BC9A}" type="presOf" srcId="{FBDB76A7-3EEE-4014-84E7-CF458B3B492A}" destId="{12A46970-3682-4CFA-A5C3-FA6191A79F4E}" srcOrd="0" destOrd="0" presId="urn:microsoft.com/office/officeart/2008/layout/LinedList"/>
    <dgm:cxn modelId="{0FFAE48E-4C42-47CA-9342-B1A71809DE1B}" type="presOf" srcId="{04F006E8-8C7A-4477-A6AE-36696998FA93}" destId="{39718391-D6AC-4A11-8D0B-DA609BCB5337}" srcOrd="0" destOrd="0" presId="urn:microsoft.com/office/officeart/2008/layout/LinedList"/>
    <dgm:cxn modelId="{82BE908F-2F77-4A5F-ACF8-65F669BA0845}" type="presOf" srcId="{9AAEF3DC-F69C-4D87-8196-E4B6803E68DE}" destId="{783CC810-5F6D-4974-AC5C-B33C3F82EA0E}" srcOrd="0" destOrd="0" presId="urn:microsoft.com/office/officeart/2008/layout/LinedList"/>
    <dgm:cxn modelId="{90FAFA9E-5491-4618-B713-5DB6ACB56A98}" type="presOf" srcId="{11096785-887D-47FE-985E-8DFD26BFEB45}" destId="{98A46653-EBBD-4C35-A10E-810D0562589D}" srcOrd="0" destOrd="0" presId="urn:microsoft.com/office/officeart/2008/layout/LinedList"/>
    <dgm:cxn modelId="{F68B31AC-5EAD-4163-B2D8-4CE04FE106B7}" srcId="{FBDB76A7-3EEE-4014-84E7-CF458B3B492A}" destId="{DBA286AB-9338-4B37-985A-36DFC1C162B2}" srcOrd="6" destOrd="0" parTransId="{9CF9BE86-5083-4279-897B-BFE52E601BFA}" sibTransId="{BB041AE0-E9C5-4B02-ADFD-EF5AC9B9ADE7}"/>
    <dgm:cxn modelId="{03098DB8-7FE9-4968-A594-72427C55E763}" type="presOf" srcId="{981511C4-C98F-4AA6-86B0-A90BC9DFC460}" destId="{3CD56001-C361-4124-AB3D-8450F3E238C7}" srcOrd="0" destOrd="0" presId="urn:microsoft.com/office/officeart/2008/layout/LinedList"/>
    <dgm:cxn modelId="{04F83CBC-BA5C-415F-A096-04AB67528DB5}" srcId="{57031097-EB90-4AC9-8EF6-25DDE780FBA8}" destId="{9AAEF3DC-F69C-4D87-8196-E4B6803E68DE}" srcOrd="0" destOrd="0" parTransId="{A79EAD7D-7537-41D7-BF10-1C01E66331CE}" sibTransId="{06DA1073-7214-4AA6-885C-A9AD9D027EAC}"/>
    <dgm:cxn modelId="{4088EDBE-BE3C-4A48-80D6-2530634FDB56}" srcId="{C8A2E399-FD70-4960-B48B-F8AF8C8D1076}" destId="{981511C4-C98F-4AA6-86B0-A90BC9DFC460}" srcOrd="0" destOrd="0" parTransId="{4FC5D71D-2590-4CB7-A15D-1BA73A340DD8}" sibTransId="{D774622B-7139-4000-A2C4-3E2BA21E816C}"/>
    <dgm:cxn modelId="{B5BB1DC0-9716-427D-9E34-C94C542A1065}" srcId="{BA916490-217B-4659-B9B5-8B6E7C236A1D}" destId="{062A5D80-2017-4FA9-88A0-EC2561D8CD59}" srcOrd="0" destOrd="0" parTransId="{2ECBD717-31E3-4040-89FF-C8CA20F12DCF}" sibTransId="{9F7A1176-8E6D-470A-8B3A-D2640D93D714}"/>
    <dgm:cxn modelId="{E4E11DC9-A792-4B52-B2F5-5D228110FAFA}" srcId="{FBDB76A7-3EEE-4014-84E7-CF458B3B492A}" destId="{00BBAB35-E113-4A37-91C0-1BDF10AE6E41}" srcOrd="5" destOrd="0" parTransId="{A516D714-2092-4D85-8473-FE99E9D9EC55}" sibTransId="{2C93135B-6429-4D0E-8F85-2460A82FD537}"/>
    <dgm:cxn modelId="{4558B7CD-17A1-4564-9C09-05FB31C88CF8}" srcId="{04F006E8-8C7A-4477-A6AE-36696998FA93}" destId="{F8D70A22-80B6-4EBE-96FA-0FB2C01427CD}" srcOrd="0" destOrd="0" parTransId="{4ED14DB7-5D18-4C41-AAB5-D6FF3548B779}" sibTransId="{270D5B59-BE17-4A67-B250-E486D24540EF}"/>
    <dgm:cxn modelId="{B0FFE0D3-43C0-46D7-AE55-ED36927774AC}" srcId="{00BBAB35-E113-4A37-91C0-1BDF10AE6E41}" destId="{98BC005A-F96A-4CA2-A5A1-2E8257711948}" srcOrd="0" destOrd="0" parTransId="{50AD5D4F-A4AB-457D-9E8F-F99D06082B89}" sibTransId="{5FC43F70-2D88-4C0D-933E-E8FFD56B683F}"/>
    <dgm:cxn modelId="{EA920DE1-5B44-4482-9506-B2DEF63301A4}" srcId="{45E6B66A-4FE7-4E4B-A748-25303568865D}" destId="{A4123EEF-89A3-44E3-84F4-FF17DA0AAC95}" srcOrd="0" destOrd="0" parTransId="{EE08DA67-F82D-40B1-A1E2-0CCF0397875B}" sibTransId="{B7194684-4142-4408-B0F9-72AC28ED1B65}"/>
    <dgm:cxn modelId="{FD66ADE6-8C74-4F10-859C-15AAB336EE6C}" srcId="{FBDB76A7-3EEE-4014-84E7-CF458B3B492A}" destId="{04F006E8-8C7A-4477-A6AE-36696998FA93}" srcOrd="4" destOrd="0" parTransId="{05348AF4-22CE-4B2D-9094-8D3EE3FB2D34}" sibTransId="{4FCBBFFD-00BA-4BC2-9D42-E4420CC90922}"/>
    <dgm:cxn modelId="{BD4C7BE7-C376-45CA-A606-0A1DB9368B12}" srcId="{DBA286AB-9338-4B37-985A-36DFC1C162B2}" destId="{11096785-887D-47FE-985E-8DFD26BFEB45}" srcOrd="0" destOrd="0" parTransId="{E4BD8433-004A-4E6D-B8D5-DA6A96C197A9}" sibTransId="{A2DBEEFE-0F8C-4FC4-B503-EA2B0AF345F5}"/>
    <dgm:cxn modelId="{66B550F0-CCB4-4D60-ACFA-4E18A6684C41}" srcId="{FBDB76A7-3EEE-4014-84E7-CF458B3B492A}" destId="{C8A2E399-FD70-4960-B48B-F8AF8C8D1076}" srcOrd="1" destOrd="0" parTransId="{DD545BF0-C016-425C-A4B1-1888FAA3DFBD}" sibTransId="{B1B3C7A5-1D54-4F63-8CD4-7ABB7B771C85}"/>
    <dgm:cxn modelId="{D91CC1E4-9597-4FB9-B650-B1F18E6A05A5}" type="presParOf" srcId="{12A46970-3682-4CFA-A5C3-FA6191A79F4E}" destId="{7FC5764E-1B62-4B3B-894F-968394B278A7}" srcOrd="0" destOrd="0" presId="urn:microsoft.com/office/officeart/2008/layout/LinedList"/>
    <dgm:cxn modelId="{388EB62B-B723-4A0E-8DC8-EF9BB063D466}" type="presParOf" srcId="{12A46970-3682-4CFA-A5C3-FA6191A79F4E}" destId="{E8C01C00-E015-46E4-A996-12DAAA272DEB}" srcOrd="1" destOrd="0" presId="urn:microsoft.com/office/officeart/2008/layout/LinedList"/>
    <dgm:cxn modelId="{A30B9D09-73D7-49AA-91BC-A7BE85CB9AA5}" type="presParOf" srcId="{E8C01C00-E015-46E4-A996-12DAAA272DEB}" destId="{B201CA6F-1A8F-443A-B713-370FCE9DC526}" srcOrd="0" destOrd="0" presId="urn:microsoft.com/office/officeart/2008/layout/LinedList"/>
    <dgm:cxn modelId="{FADCFF42-1C46-4325-B371-336F92110DB3}" type="presParOf" srcId="{E8C01C00-E015-46E4-A996-12DAAA272DEB}" destId="{1C397AAD-261E-4D0F-9CBB-18E2E103FF8C}" srcOrd="1" destOrd="0" presId="urn:microsoft.com/office/officeart/2008/layout/LinedList"/>
    <dgm:cxn modelId="{AD42ED11-AA06-4FF3-92C9-04F7FAFF3020}" type="presParOf" srcId="{1C397AAD-261E-4D0F-9CBB-18E2E103FF8C}" destId="{970F8B2E-382B-40E2-9365-0DD042312CDB}" srcOrd="0" destOrd="0" presId="urn:microsoft.com/office/officeart/2008/layout/LinedList"/>
    <dgm:cxn modelId="{0BB461F7-BBA7-4F7F-83BD-853B2BEDE81A}" type="presParOf" srcId="{1C397AAD-261E-4D0F-9CBB-18E2E103FF8C}" destId="{0D0EED7C-7333-4169-AB47-E82A324076B9}" srcOrd="1" destOrd="0" presId="urn:microsoft.com/office/officeart/2008/layout/LinedList"/>
    <dgm:cxn modelId="{BC99AD8D-7904-4E98-A2F9-652515F514E7}" type="presParOf" srcId="{0D0EED7C-7333-4169-AB47-E82A324076B9}" destId="{A2FC8A97-5C11-4064-BD35-5A01A48E0466}" srcOrd="0" destOrd="0" presId="urn:microsoft.com/office/officeart/2008/layout/LinedList"/>
    <dgm:cxn modelId="{F3869BB6-4FB3-4531-88A8-F50DBEBBA8F9}" type="presParOf" srcId="{0D0EED7C-7333-4169-AB47-E82A324076B9}" destId="{783CC810-5F6D-4974-AC5C-B33C3F82EA0E}" srcOrd="1" destOrd="0" presId="urn:microsoft.com/office/officeart/2008/layout/LinedList"/>
    <dgm:cxn modelId="{51D5F157-AB14-47F2-8D8E-C7BAED31C4F2}" type="presParOf" srcId="{0D0EED7C-7333-4169-AB47-E82A324076B9}" destId="{8936B79C-BF93-4A69-998D-529F29C670E2}" srcOrd="2" destOrd="0" presId="urn:microsoft.com/office/officeart/2008/layout/LinedList"/>
    <dgm:cxn modelId="{C3621A7B-8010-44D9-A7CE-2EF500555F16}" type="presParOf" srcId="{1C397AAD-261E-4D0F-9CBB-18E2E103FF8C}" destId="{CD291524-DF04-495D-AC5E-FCDFAA9F4A99}" srcOrd="2" destOrd="0" presId="urn:microsoft.com/office/officeart/2008/layout/LinedList"/>
    <dgm:cxn modelId="{AD6850FA-542A-4C2A-BAC2-D4CCB0BBA1B4}" type="presParOf" srcId="{1C397AAD-261E-4D0F-9CBB-18E2E103FF8C}" destId="{4BF070E8-D967-4755-94ED-962A4AEDB0F9}" srcOrd="3" destOrd="0" presId="urn:microsoft.com/office/officeart/2008/layout/LinedList"/>
    <dgm:cxn modelId="{7DF9776A-B306-4B0B-9E9E-7B8CCA8C480E}" type="presParOf" srcId="{12A46970-3682-4CFA-A5C3-FA6191A79F4E}" destId="{1F728A7F-4F2C-43C4-B894-AC5E63D6FDD6}" srcOrd="2" destOrd="0" presId="urn:microsoft.com/office/officeart/2008/layout/LinedList"/>
    <dgm:cxn modelId="{E622615A-741B-43E0-9B3A-75235ADE5B8C}" type="presParOf" srcId="{12A46970-3682-4CFA-A5C3-FA6191A79F4E}" destId="{542AC504-83DF-4107-A2FE-13492B1F0B9C}" srcOrd="3" destOrd="0" presId="urn:microsoft.com/office/officeart/2008/layout/LinedList"/>
    <dgm:cxn modelId="{77AF98B2-E7E8-4192-AD5C-DB640829DB44}" type="presParOf" srcId="{542AC504-83DF-4107-A2FE-13492B1F0B9C}" destId="{0CF9AA73-2A17-43C7-9D51-A1B969E3EE26}" srcOrd="0" destOrd="0" presId="urn:microsoft.com/office/officeart/2008/layout/LinedList"/>
    <dgm:cxn modelId="{6884CD79-02E1-4EED-9C93-0A8B3D954206}" type="presParOf" srcId="{542AC504-83DF-4107-A2FE-13492B1F0B9C}" destId="{D2A1669F-58C3-41C8-BB11-2BF34CB6F7C8}" srcOrd="1" destOrd="0" presId="urn:microsoft.com/office/officeart/2008/layout/LinedList"/>
    <dgm:cxn modelId="{DFEB11B5-757A-4B85-B74E-0DD6E7EFF828}" type="presParOf" srcId="{D2A1669F-58C3-41C8-BB11-2BF34CB6F7C8}" destId="{6703FB6A-7E3C-4624-93BB-949D0309E6CD}" srcOrd="0" destOrd="0" presId="urn:microsoft.com/office/officeart/2008/layout/LinedList"/>
    <dgm:cxn modelId="{F0BC7BBB-BE01-463E-A42F-6B9E1F68CE82}" type="presParOf" srcId="{D2A1669F-58C3-41C8-BB11-2BF34CB6F7C8}" destId="{0592564A-8CA4-4E23-B1AB-5DC7664F8D40}" srcOrd="1" destOrd="0" presId="urn:microsoft.com/office/officeart/2008/layout/LinedList"/>
    <dgm:cxn modelId="{F372BD38-3973-4515-91FD-46741956339A}" type="presParOf" srcId="{0592564A-8CA4-4E23-B1AB-5DC7664F8D40}" destId="{4010F58B-0B05-4C2A-B13C-5023303B13A1}" srcOrd="0" destOrd="0" presId="urn:microsoft.com/office/officeart/2008/layout/LinedList"/>
    <dgm:cxn modelId="{54519EA5-75A6-4DB0-896A-25B1A51932BE}" type="presParOf" srcId="{0592564A-8CA4-4E23-B1AB-5DC7664F8D40}" destId="{3CD56001-C361-4124-AB3D-8450F3E238C7}" srcOrd="1" destOrd="0" presId="urn:microsoft.com/office/officeart/2008/layout/LinedList"/>
    <dgm:cxn modelId="{6651D7EF-71FF-4737-9AED-47D93EC1324B}" type="presParOf" srcId="{0592564A-8CA4-4E23-B1AB-5DC7664F8D40}" destId="{6C5A60C7-5CA5-4E71-92BE-04E64FC13346}" srcOrd="2" destOrd="0" presId="urn:microsoft.com/office/officeart/2008/layout/LinedList"/>
    <dgm:cxn modelId="{C91886E6-DF5F-46B8-8AC8-23A92219F321}" type="presParOf" srcId="{D2A1669F-58C3-41C8-BB11-2BF34CB6F7C8}" destId="{8347C207-3441-4B34-87AF-F9A9CD52652A}" srcOrd="2" destOrd="0" presId="urn:microsoft.com/office/officeart/2008/layout/LinedList"/>
    <dgm:cxn modelId="{590CA37E-84D5-4D1D-A249-151A5483F4E9}" type="presParOf" srcId="{D2A1669F-58C3-41C8-BB11-2BF34CB6F7C8}" destId="{E3E5DD20-DEB9-40A5-B6FA-460255635183}" srcOrd="3" destOrd="0" presId="urn:microsoft.com/office/officeart/2008/layout/LinedList"/>
    <dgm:cxn modelId="{95E36245-FEB0-4CA0-9EB7-88BE3F235C3A}" type="presParOf" srcId="{12A46970-3682-4CFA-A5C3-FA6191A79F4E}" destId="{04FE7B20-A019-43AB-99A8-ACE6D9E6D0A2}" srcOrd="4" destOrd="0" presId="urn:microsoft.com/office/officeart/2008/layout/LinedList"/>
    <dgm:cxn modelId="{C72B01B4-30C2-474D-B066-A70DB546FE8B}" type="presParOf" srcId="{12A46970-3682-4CFA-A5C3-FA6191A79F4E}" destId="{3168CA45-1C75-4D91-8AC5-8102AE53BCB1}" srcOrd="5" destOrd="0" presId="urn:microsoft.com/office/officeart/2008/layout/LinedList"/>
    <dgm:cxn modelId="{7F7B9C0A-6DBC-4253-94E5-2FBE7F9EBED5}" type="presParOf" srcId="{3168CA45-1C75-4D91-8AC5-8102AE53BCB1}" destId="{76C55D08-7453-4FDB-92C3-2B5A8183241D}" srcOrd="0" destOrd="0" presId="urn:microsoft.com/office/officeart/2008/layout/LinedList"/>
    <dgm:cxn modelId="{886F3CB8-F4AC-4709-AE43-688588AFD4A3}" type="presParOf" srcId="{3168CA45-1C75-4D91-8AC5-8102AE53BCB1}" destId="{743CDDAF-8DCB-44EE-89BF-8BDF03D19BA6}" srcOrd="1" destOrd="0" presId="urn:microsoft.com/office/officeart/2008/layout/LinedList"/>
    <dgm:cxn modelId="{91AE1130-FEE3-4D01-B30E-6F1341B4A1AF}" type="presParOf" srcId="{743CDDAF-8DCB-44EE-89BF-8BDF03D19BA6}" destId="{76FEED91-5395-448C-9ADE-E0107AE56382}" srcOrd="0" destOrd="0" presId="urn:microsoft.com/office/officeart/2008/layout/LinedList"/>
    <dgm:cxn modelId="{B937B906-67FC-4C68-B32D-C87704889082}" type="presParOf" srcId="{743CDDAF-8DCB-44EE-89BF-8BDF03D19BA6}" destId="{D968E572-265B-4FE9-85C5-C1C9452A7B70}" srcOrd="1" destOrd="0" presId="urn:microsoft.com/office/officeart/2008/layout/LinedList"/>
    <dgm:cxn modelId="{35A9285E-5957-4908-B817-9B0B92577F04}" type="presParOf" srcId="{D968E572-265B-4FE9-85C5-C1C9452A7B70}" destId="{7E0359A7-C591-4DCD-ADF9-8BC79466E8D4}" srcOrd="0" destOrd="0" presId="urn:microsoft.com/office/officeart/2008/layout/LinedList"/>
    <dgm:cxn modelId="{5DF322C9-D01F-4FCC-BF5B-E585D4CF3E65}" type="presParOf" srcId="{D968E572-265B-4FE9-85C5-C1C9452A7B70}" destId="{F5F25C65-9C09-405E-AC4A-EF0EEB743C84}" srcOrd="1" destOrd="0" presId="urn:microsoft.com/office/officeart/2008/layout/LinedList"/>
    <dgm:cxn modelId="{31B4D26A-E674-490C-9210-796F809C568A}" type="presParOf" srcId="{D968E572-265B-4FE9-85C5-C1C9452A7B70}" destId="{624E8723-6F9C-4496-9AC1-C3696837E2D6}" srcOrd="2" destOrd="0" presId="urn:microsoft.com/office/officeart/2008/layout/LinedList"/>
    <dgm:cxn modelId="{B98231E8-CC7A-4A3C-98A5-EB7E2DB9D012}" type="presParOf" srcId="{743CDDAF-8DCB-44EE-89BF-8BDF03D19BA6}" destId="{51E56486-640F-46EA-AAF0-4F22348FDE9B}" srcOrd="2" destOrd="0" presId="urn:microsoft.com/office/officeart/2008/layout/LinedList"/>
    <dgm:cxn modelId="{6586F59A-F2B0-42AA-AD98-E9F9D13F4BB7}" type="presParOf" srcId="{743CDDAF-8DCB-44EE-89BF-8BDF03D19BA6}" destId="{7C48F14A-16CC-457B-B641-B82630DD62DA}" srcOrd="3" destOrd="0" presId="urn:microsoft.com/office/officeart/2008/layout/LinedList"/>
    <dgm:cxn modelId="{1D5A1F0A-2C90-452C-953B-3509C28C4015}" type="presParOf" srcId="{12A46970-3682-4CFA-A5C3-FA6191A79F4E}" destId="{61B3D30E-1FE6-4B33-813A-B441BC89851D}" srcOrd="6" destOrd="0" presId="urn:microsoft.com/office/officeart/2008/layout/LinedList"/>
    <dgm:cxn modelId="{1D2A3283-5D1F-4F77-8AC8-509068C6E15D}" type="presParOf" srcId="{12A46970-3682-4CFA-A5C3-FA6191A79F4E}" destId="{44AA01C2-E260-49D7-8527-6E8367DD4E27}" srcOrd="7" destOrd="0" presId="urn:microsoft.com/office/officeart/2008/layout/LinedList"/>
    <dgm:cxn modelId="{2CA6E3C1-E542-4BB8-813B-4C1AF467666B}" type="presParOf" srcId="{44AA01C2-E260-49D7-8527-6E8367DD4E27}" destId="{D34FECDF-552A-4B6C-B0EB-E54B4C8BFD16}" srcOrd="0" destOrd="0" presId="urn:microsoft.com/office/officeart/2008/layout/LinedList"/>
    <dgm:cxn modelId="{A3AB73AD-38D2-4F91-A81E-D004D074E24A}" type="presParOf" srcId="{44AA01C2-E260-49D7-8527-6E8367DD4E27}" destId="{B8B52524-3454-42F9-87F8-B9F90B5FC318}" srcOrd="1" destOrd="0" presId="urn:microsoft.com/office/officeart/2008/layout/LinedList"/>
    <dgm:cxn modelId="{2021B102-90C8-44BD-AF4E-9034D6F85CD5}" type="presParOf" srcId="{B8B52524-3454-42F9-87F8-B9F90B5FC318}" destId="{E21DA599-47E9-44A8-91B3-A2DBB6026851}" srcOrd="0" destOrd="0" presId="urn:microsoft.com/office/officeart/2008/layout/LinedList"/>
    <dgm:cxn modelId="{D72A3D20-2179-4E73-BFB3-FEFFD99EF5D4}" type="presParOf" srcId="{B8B52524-3454-42F9-87F8-B9F90B5FC318}" destId="{38FB5A0C-4EF0-4310-A6FD-8E0E6E32862A}" srcOrd="1" destOrd="0" presId="urn:microsoft.com/office/officeart/2008/layout/LinedList"/>
    <dgm:cxn modelId="{AF909D0D-80E1-465F-AB5B-C3802108384B}" type="presParOf" srcId="{38FB5A0C-4EF0-4310-A6FD-8E0E6E32862A}" destId="{071B7725-54C1-45C6-9E4C-AF1E79D89B3B}" srcOrd="0" destOrd="0" presId="urn:microsoft.com/office/officeart/2008/layout/LinedList"/>
    <dgm:cxn modelId="{8533FFDA-8C90-45A1-A25A-147C6BD3C95E}" type="presParOf" srcId="{38FB5A0C-4EF0-4310-A6FD-8E0E6E32862A}" destId="{9FADE3D7-D0FC-4862-86C5-B6DDC44D0C9F}" srcOrd="1" destOrd="0" presId="urn:microsoft.com/office/officeart/2008/layout/LinedList"/>
    <dgm:cxn modelId="{7810E4BF-F000-44F7-927D-8240D7C95F99}" type="presParOf" srcId="{38FB5A0C-4EF0-4310-A6FD-8E0E6E32862A}" destId="{A7F57F49-A82F-4BF3-AF6A-57B1A1133F07}" srcOrd="2" destOrd="0" presId="urn:microsoft.com/office/officeart/2008/layout/LinedList"/>
    <dgm:cxn modelId="{B6BBF9CE-AEF9-4477-B492-29AD4A864D04}" type="presParOf" srcId="{B8B52524-3454-42F9-87F8-B9F90B5FC318}" destId="{CC5F8DCC-89F8-45CD-B161-1F13036ADBBE}" srcOrd="2" destOrd="0" presId="urn:microsoft.com/office/officeart/2008/layout/LinedList"/>
    <dgm:cxn modelId="{40D6CB99-E727-4159-9E77-D46300CF92D6}" type="presParOf" srcId="{B8B52524-3454-42F9-87F8-B9F90B5FC318}" destId="{0E00F16A-00D2-4FFD-AAE4-C513F51EC63C}" srcOrd="3" destOrd="0" presId="urn:microsoft.com/office/officeart/2008/layout/LinedList"/>
    <dgm:cxn modelId="{7293EE16-ED38-485C-9882-690EF0246EC2}" type="presParOf" srcId="{12A46970-3682-4CFA-A5C3-FA6191A79F4E}" destId="{87BAA115-E2B8-4D1D-A864-48B8FC9E36E5}" srcOrd="8" destOrd="0" presId="urn:microsoft.com/office/officeart/2008/layout/LinedList"/>
    <dgm:cxn modelId="{ED2B1B7D-EBD4-4431-A11B-0D54E0437D2C}" type="presParOf" srcId="{12A46970-3682-4CFA-A5C3-FA6191A79F4E}" destId="{38AE84E7-638B-4096-819E-752C1D94220B}" srcOrd="9" destOrd="0" presId="urn:microsoft.com/office/officeart/2008/layout/LinedList"/>
    <dgm:cxn modelId="{71BB1101-1C1A-4546-BE37-D1C4CD97C326}" type="presParOf" srcId="{38AE84E7-638B-4096-819E-752C1D94220B}" destId="{39718391-D6AC-4A11-8D0B-DA609BCB5337}" srcOrd="0" destOrd="0" presId="urn:microsoft.com/office/officeart/2008/layout/LinedList"/>
    <dgm:cxn modelId="{7F04CD43-31B0-49F0-B3F9-EAF5EA78E5A3}" type="presParOf" srcId="{38AE84E7-638B-4096-819E-752C1D94220B}" destId="{B9B8AF78-7401-46D8-9258-4227A847B764}" srcOrd="1" destOrd="0" presId="urn:microsoft.com/office/officeart/2008/layout/LinedList"/>
    <dgm:cxn modelId="{8862F70C-92B0-4110-BB0D-1415394A436E}" type="presParOf" srcId="{B9B8AF78-7401-46D8-9258-4227A847B764}" destId="{CDE431F0-0B6B-45CB-AED9-1CBE7732563B}" srcOrd="0" destOrd="0" presId="urn:microsoft.com/office/officeart/2008/layout/LinedList"/>
    <dgm:cxn modelId="{F638A21C-55E8-44B2-BC26-ABCB2C9F0638}" type="presParOf" srcId="{B9B8AF78-7401-46D8-9258-4227A847B764}" destId="{E729F9A4-D9F8-4ACC-8E10-DD2B5EAC5FAC}" srcOrd="1" destOrd="0" presId="urn:microsoft.com/office/officeart/2008/layout/LinedList"/>
    <dgm:cxn modelId="{7918AFAD-ABAB-4E2B-BAB0-1B5FC9F10CA0}" type="presParOf" srcId="{E729F9A4-D9F8-4ACC-8E10-DD2B5EAC5FAC}" destId="{7A3719E1-FCBF-468C-9087-0BF31C8B7220}" srcOrd="0" destOrd="0" presId="urn:microsoft.com/office/officeart/2008/layout/LinedList"/>
    <dgm:cxn modelId="{9D9C260C-62BB-45A8-A52E-82A252C517A5}" type="presParOf" srcId="{E729F9A4-D9F8-4ACC-8E10-DD2B5EAC5FAC}" destId="{5535912E-DEA5-4B9B-8BCD-4F16D5E71510}" srcOrd="1" destOrd="0" presId="urn:microsoft.com/office/officeart/2008/layout/LinedList"/>
    <dgm:cxn modelId="{9A01E8B1-0C0F-4F4F-9970-B41FD7AB5F07}" type="presParOf" srcId="{E729F9A4-D9F8-4ACC-8E10-DD2B5EAC5FAC}" destId="{2F45BB58-A13B-4E69-9B17-DAAA12B8E70E}" srcOrd="2" destOrd="0" presId="urn:microsoft.com/office/officeart/2008/layout/LinedList"/>
    <dgm:cxn modelId="{086C1814-2667-4B02-A16B-207876558227}" type="presParOf" srcId="{B9B8AF78-7401-46D8-9258-4227A847B764}" destId="{B09E8E57-DDF9-4661-AA59-2E8C5CE4F337}" srcOrd="2" destOrd="0" presId="urn:microsoft.com/office/officeart/2008/layout/LinedList"/>
    <dgm:cxn modelId="{F38B14D4-C9F4-462C-A07C-ADDB6A54B03D}" type="presParOf" srcId="{B9B8AF78-7401-46D8-9258-4227A847B764}" destId="{D46C2A70-9B26-4516-87AC-F0E75D691ED6}" srcOrd="3" destOrd="0" presId="urn:microsoft.com/office/officeart/2008/layout/LinedList"/>
    <dgm:cxn modelId="{9D4AD8F2-31E5-49E4-8410-48D2B4A1361C}" type="presParOf" srcId="{12A46970-3682-4CFA-A5C3-FA6191A79F4E}" destId="{4C232233-18D4-4D3D-9A6E-FD174FFC0D34}" srcOrd="10" destOrd="0" presId="urn:microsoft.com/office/officeart/2008/layout/LinedList"/>
    <dgm:cxn modelId="{0503BDA9-4025-4899-A118-22761F9BC844}" type="presParOf" srcId="{12A46970-3682-4CFA-A5C3-FA6191A79F4E}" destId="{DE52DF3D-C71E-4BF7-934D-370B14410CD6}" srcOrd="11" destOrd="0" presId="urn:microsoft.com/office/officeart/2008/layout/LinedList"/>
    <dgm:cxn modelId="{400EF981-D011-4DEA-8A1E-6D8416B500C1}" type="presParOf" srcId="{DE52DF3D-C71E-4BF7-934D-370B14410CD6}" destId="{528ABCE3-08DF-4B42-AD3A-1465774108B3}" srcOrd="0" destOrd="0" presId="urn:microsoft.com/office/officeart/2008/layout/LinedList"/>
    <dgm:cxn modelId="{E17F748E-904E-42C1-81A7-B21FF29B7DA7}" type="presParOf" srcId="{DE52DF3D-C71E-4BF7-934D-370B14410CD6}" destId="{95F2468B-E0DD-4C32-B6DD-FDB345B2BAD6}" srcOrd="1" destOrd="0" presId="urn:microsoft.com/office/officeart/2008/layout/LinedList"/>
    <dgm:cxn modelId="{CDA95C97-1E7C-48E4-BB95-8005777BB99C}" type="presParOf" srcId="{95F2468B-E0DD-4C32-B6DD-FDB345B2BAD6}" destId="{8A38633B-ED58-400D-9045-5E774816C747}" srcOrd="0" destOrd="0" presId="urn:microsoft.com/office/officeart/2008/layout/LinedList"/>
    <dgm:cxn modelId="{80AA78EA-8781-4602-816C-50C9F025B568}" type="presParOf" srcId="{95F2468B-E0DD-4C32-B6DD-FDB345B2BAD6}" destId="{8DE65FAC-5B1E-42B3-80D1-412EE609BC1F}" srcOrd="1" destOrd="0" presId="urn:microsoft.com/office/officeart/2008/layout/LinedList"/>
    <dgm:cxn modelId="{6F98D8E5-07FB-4088-9526-397543AEFF08}" type="presParOf" srcId="{8DE65FAC-5B1E-42B3-80D1-412EE609BC1F}" destId="{03EF7BD0-D163-4399-812A-E0358A96E0A6}" srcOrd="0" destOrd="0" presId="urn:microsoft.com/office/officeart/2008/layout/LinedList"/>
    <dgm:cxn modelId="{6C4F9DBC-D067-474F-A4FC-E7B7DB0CDE47}" type="presParOf" srcId="{8DE65FAC-5B1E-42B3-80D1-412EE609BC1F}" destId="{AA89619C-0D18-48C5-B13F-A2FF98D58A6C}" srcOrd="1" destOrd="0" presId="urn:microsoft.com/office/officeart/2008/layout/LinedList"/>
    <dgm:cxn modelId="{580290A7-CCFB-463F-AD3F-C124385A52F2}" type="presParOf" srcId="{8DE65FAC-5B1E-42B3-80D1-412EE609BC1F}" destId="{4FA15787-EE81-4BD1-A1C4-1E7C1EFFD797}" srcOrd="2" destOrd="0" presId="urn:microsoft.com/office/officeart/2008/layout/LinedList"/>
    <dgm:cxn modelId="{641E6AC1-32F0-4A74-9868-2EE6B04DB79F}" type="presParOf" srcId="{95F2468B-E0DD-4C32-B6DD-FDB345B2BAD6}" destId="{7F3F6D69-E789-467B-B614-B25A7E73699E}" srcOrd="2" destOrd="0" presId="urn:microsoft.com/office/officeart/2008/layout/LinedList"/>
    <dgm:cxn modelId="{ADCBF797-E91F-4493-8AA2-972CB9D433D2}" type="presParOf" srcId="{95F2468B-E0DD-4C32-B6DD-FDB345B2BAD6}" destId="{244032B5-9A8D-4256-9B63-364515642B6E}" srcOrd="3" destOrd="0" presId="urn:microsoft.com/office/officeart/2008/layout/LinedList"/>
    <dgm:cxn modelId="{93300BBC-66BD-4265-93B2-ECA0493F8915}" type="presParOf" srcId="{12A46970-3682-4CFA-A5C3-FA6191A79F4E}" destId="{AD9CE0C0-37AB-47A3-BBFB-E4B451E1D5E7}" srcOrd="12" destOrd="0" presId="urn:microsoft.com/office/officeart/2008/layout/LinedList"/>
    <dgm:cxn modelId="{08A3E918-CC14-4F73-B9E3-6513F0705D27}" type="presParOf" srcId="{12A46970-3682-4CFA-A5C3-FA6191A79F4E}" destId="{762198AB-6A13-489E-BB5A-40B949A1CE62}" srcOrd="13" destOrd="0" presId="urn:microsoft.com/office/officeart/2008/layout/LinedList"/>
    <dgm:cxn modelId="{C6BFF91B-662C-4043-8C4A-A03D59249858}" type="presParOf" srcId="{762198AB-6A13-489E-BB5A-40B949A1CE62}" destId="{7965589A-2AF3-4D34-9130-357BD8E924E3}" srcOrd="0" destOrd="0" presId="urn:microsoft.com/office/officeart/2008/layout/LinedList"/>
    <dgm:cxn modelId="{2065545C-26D2-4AD7-A840-13B3F325A65E}" type="presParOf" srcId="{762198AB-6A13-489E-BB5A-40B949A1CE62}" destId="{DAEFF745-4A80-4446-85B3-C1B13654E553}" srcOrd="1" destOrd="0" presId="urn:microsoft.com/office/officeart/2008/layout/LinedList"/>
    <dgm:cxn modelId="{1F4CF6D0-776C-445E-AEBD-FDDE8F407A16}" type="presParOf" srcId="{DAEFF745-4A80-4446-85B3-C1B13654E553}" destId="{A2756BDC-6994-4250-B483-E13E5ED62F5F}" srcOrd="0" destOrd="0" presId="urn:microsoft.com/office/officeart/2008/layout/LinedList"/>
    <dgm:cxn modelId="{188FCBA7-0345-4E34-B16D-5D32C5924B65}" type="presParOf" srcId="{DAEFF745-4A80-4446-85B3-C1B13654E553}" destId="{F89EA9A9-DFFC-49D0-8F2F-0478262F27FF}" srcOrd="1" destOrd="0" presId="urn:microsoft.com/office/officeart/2008/layout/LinedList"/>
    <dgm:cxn modelId="{85F06FEF-6E9C-4EC1-8470-C20D2758B549}" type="presParOf" srcId="{F89EA9A9-DFFC-49D0-8F2F-0478262F27FF}" destId="{8FEDEA4E-DA27-4977-BD8F-849ABC691AC4}" srcOrd="0" destOrd="0" presId="urn:microsoft.com/office/officeart/2008/layout/LinedList"/>
    <dgm:cxn modelId="{065DC6BB-1536-49E1-8A98-1444BA618415}" type="presParOf" srcId="{F89EA9A9-DFFC-49D0-8F2F-0478262F27FF}" destId="{98A46653-EBBD-4C35-A10E-810D0562589D}" srcOrd="1" destOrd="0" presId="urn:microsoft.com/office/officeart/2008/layout/LinedList"/>
    <dgm:cxn modelId="{202F3E7A-3DE0-41DB-9B1F-BAAC7AF0AE96}" type="presParOf" srcId="{F89EA9A9-DFFC-49D0-8F2F-0478262F27FF}" destId="{470D10A3-69FE-4887-9A8E-87F334F2A46E}" srcOrd="2" destOrd="0" presId="urn:microsoft.com/office/officeart/2008/layout/LinedList"/>
    <dgm:cxn modelId="{7F501546-353B-49B4-B028-F0573A4185A3}" type="presParOf" srcId="{DAEFF745-4A80-4446-85B3-C1B13654E553}" destId="{80FD3681-F99D-40F6-B550-850545BB03BC}" srcOrd="2" destOrd="0" presId="urn:microsoft.com/office/officeart/2008/layout/LinedList"/>
    <dgm:cxn modelId="{265A4EC7-8298-4D5A-9EE0-1BE6988E66BC}" type="presParOf" srcId="{DAEFF745-4A80-4446-85B3-C1B13654E553}" destId="{F4162120-CE80-478D-A605-B73D84118956}" srcOrd="3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F5B8286-9F89-4836-BC80-342C0E5D83CF}">
      <dsp:nvSpPr>
        <dsp:cNvPr id="0" name=""/>
        <dsp:cNvSpPr/>
      </dsp:nvSpPr>
      <dsp:spPr>
        <a:xfrm>
          <a:off x="0" y="151117"/>
          <a:ext cx="6790606" cy="517139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Step 1: Autocorrelation Function</a:t>
          </a:r>
        </a:p>
      </dsp:txBody>
      <dsp:txXfrm>
        <a:off x="25245" y="176362"/>
        <a:ext cx="6740116" cy="466649"/>
      </dsp:txXfrm>
    </dsp:sp>
    <dsp:sp modelId="{6B6C7329-39D5-4D2A-8B78-612E6F27D56A}">
      <dsp:nvSpPr>
        <dsp:cNvPr id="0" name=""/>
        <dsp:cNvSpPr/>
      </dsp:nvSpPr>
      <dsp:spPr>
        <a:xfrm>
          <a:off x="0" y="668257"/>
          <a:ext cx="6790606" cy="11084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15602" tIns="21590" rIns="120904" bIns="21590" numCol="1" spcCol="1270" anchor="t" anchorCtr="0">
          <a:noAutofit/>
        </a:bodyPr>
        <a:lstStyle/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300" kern="1200"/>
            <a:t>The intensity fluctuations are analyzed using a mathematical tool called the autocorrelation function.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300" kern="1200"/>
            <a:t>This calculates how the intensity of scattered light at a given time relates to its intensity at a later time.</a:t>
          </a:r>
        </a:p>
      </dsp:txBody>
      <dsp:txXfrm>
        <a:off x="0" y="668257"/>
        <a:ext cx="6790606" cy="1108485"/>
      </dsp:txXfrm>
    </dsp:sp>
    <dsp:sp modelId="{0B6C5610-D9F5-44C8-825B-D94E03896031}">
      <dsp:nvSpPr>
        <dsp:cNvPr id="0" name=""/>
        <dsp:cNvSpPr/>
      </dsp:nvSpPr>
      <dsp:spPr>
        <a:xfrm>
          <a:off x="0" y="1776742"/>
          <a:ext cx="6790606" cy="517139"/>
        </a:xfrm>
        <a:prstGeom prst="roundRect">
          <a:avLst/>
        </a:prstGeom>
        <a:solidFill>
          <a:schemeClr val="accent5">
            <a:hueOff val="-9360190"/>
            <a:satOff val="12758"/>
            <a:lumOff val="-2941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Step 2: Diffusion Coefficient</a:t>
          </a:r>
        </a:p>
      </dsp:txBody>
      <dsp:txXfrm>
        <a:off x="25245" y="1801987"/>
        <a:ext cx="6740116" cy="466649"/>
      </dsp:txXfrm>
    </dsp:sp>
    <dsp:sp modelId="{656A8A69-42A2-4226-B86B-235F183A7490}">
      <dsp:nvSpPr>
        <dsp:cNvPr id="0" name=""/>
        <dsp:cNvSpPr/>
      </dsp:nvSpPr>
      <dsp:spPr>
        <a:xfrm>
          <a:off x="0" y="2293882"/>
          <a:ext cx="6790606" cy="86215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15602" tIns="21590" rIns="120904" bIns="21590" numCol="1" spcCol="1270" anchor="t" anchorCtr="0">
          <a:noAutofit/>
        </a:bodyPr>
        <a:lstStyle/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300" kern="1200"/>
            <a:t>The decay rate of the autocorrelation function is proportional to the diffusion coefficient of the particles.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300" kern="1200"/>
            <a:t>Faster decay = smaller particles.</a:t>
          </a:r>
        </a:p>
      </dsp:txBody>
      <dsp:txXfrm>
        <a:off x="0" y="2293882"/>
        <a:ext cx="6790606" cy="862155"/>
      </dsp:txXfrm>
    </dsp:sp>
    <dsp:sp modelId="{8DEFF818-D8C7-4B3C-9AAB-E019615424BE}">
      <dsp:nvSpPr>
        <dsp:cNvPr id="0" name=""/>
        <dsp:cNvSpPr/>
      </dsp:nvSpPr>
      <dsp:spPr>
        <a:xfrm>
          <a:off x="0" y="3156037"/>
          <a:ext cx="6790606" cy="517139"/>
        </a:xfrm>
        <a:prstGeom prst="roundRect">
          <a:avLst/>
        </a:prstGeom>
        <a:solidFill>
          <a:schemeClr val="accent5">
            <a:hueOff val="-18720379"/>
            <a:satOff val="25516"/>
            <a:lumOff val="-588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Step 3: Hydrodynamic Diameter</a:t>
          </a:r>
        </a:p>
      </dsp:txBody>
      <dsp:txXfrm>
        <a:off x="25245" y="3181282"/>
        <a:ext cx="6740116" cy="466649"/>
      </dsp:txXfrm>
    </dsp:sp>
    <dsp:sp modelId="{3CE0163B-3FDB-482B-B7A8-525FA3B557D8}">
      <dsp:nvSpPr>
        <dsp:cNvPr id="0" name=""/>
        <dsp:cNvSpPr/>
      </dsp:nvSpPr>
      <dsp:spPr>
        <a:xfrm>
          <a:off x="0" y="3673177"/>
          <a:ext cx="6790606" cy="55424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15602" tIns="21590" rIns="120904" bIns="21590" numCol="1" spcCol="1270" anchor="t" anchorCtr="0">
          <a:noAutofit/>
        </a:bodyPr>
        <a:lstStyle/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300" kern="1200"/>
            <a:t>Using the Stokes-Einstein Equation, the diffusion coefficient is converted into the hydrodynamic diameter, which includes the particle and its solvent layer.</a:t>
          </a:r>
        </a:p>
      </dsp:txBody>
      <dsp:txXfrm>
        <a:off x="0" y="3673177"/>
        <a:ext cx="6790606" cy="55424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F5D2A9A-587A-4D9C-A939-A30D03AA08D7}">
      <dsp:nvSpPr>
        <dsp:cNvPr id="0" name=""/>
        <dsp:cNvSpPr/>
      </dsp:nvSpPr>
      <dsp:spPr>
        <a:xfrm>
          <a:off x="0" y="280868"/>
          <a:ext cx="9835087" cy="1346625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3312" tIns="395732" rIns="763312" bIns="135128" numCol="1" spcCol="1270" anchor="t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900" kern="1200"/>
            <a:t>Particles are spherical.</a:t>
          </a:r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900" kern="1200"/>
            <a:t>The medium is homogeneous.</a:t>
          </a:r>
        </a:p>
      </dsp:txBody>
      <dsp:txXfrm>
        <a:off x="0" y="280868"/>
        <a:ext cx="9835087" cy="1346625"/>
      </dsp:txXfrm>
    </dsp:sp>
    <dsp:sp modelId="{D7EF2221-487F-4CD9-AA74-7B9CD31D9316}">
      <dsp:nvSpPr>
        <dsp:cNvPr id="0" name=""/>
        <dsp:cNvSpPr/>
      </dsp:nvSpPr>
      <dsp:spPr>
        <a:xfrm>
          <a:off x="491754" y="428"/>
          <a:ext cx="6884560" cy="5608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60220" tIns="0" rIns="260220" bIns="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Key Assumptions</a:t>
          </a:r>
          <a:r>
            <a:rPr lang="en-US" sz="1900" b="0" kern="1200"/>
            <a:t>:</a:t>
          </a:r>
          <a:endParaRPr lang="en-US" sz="1900" kern="1200"/>
        </a:p>
      </dsp:txBody>
      <dsp:txXfrm>
        <a:off x="519134" y="27808"/>
        <a:ext cx="6829800" cy="506120"/>
      </dsp:txXfrm>
    </dsp:sp>
    <dsp:sp modelId="{3284C482-F2B0-4DFE-ADFE-9C60A3801BB4}">
      <dsp:nvSpPr>
        <dsp:cNvPr id="0" name=""/>
        <dsp:cNvSpPr/>
      </dsp:nvSpPr>
      <dsp:spPr>
        <a:xfrm>
          <a:off x="0" y="2010534"/>
          <a:ext cx="9835087" cy="1346625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3312" tIns="395732" rIns="763312" bIns="135128" numCol="1" spcCol="1270" anchor="t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900" kern="1200"/>
            <a:t>Impurities or aggregates can affect the data.</a:t>
          </a:r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900" kern="1200"/>
            <a:t>DLS provides an average size, not detailed size distributions.</a:t>
          </a:r>
        </a:p>
      </dsp:txBody>
      <dsp:txXfrm>
        <a:off x="0" y="2010534"/>
        <a:ext cx="9835087" cy="1346625"/>
      </dsp:txXfrm>
    </dsp:sp>
    <dsp:sp modelId="{7124EB24-9523-4646-B3E4-3D2344AC664D}">
      <dsp:nvSpPr>
        <dsp:cNvPr id="0" name=""/>
        <dsp:cNvSpPr/>
      </dsp:nvSpPr>
      <dsp:spPr>
        <a:xfrm>
          <a:off x="491754" y="1730094"/>
          <a:ext cx="6884560" cy="5608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60220" tIns="0" rIns="260220" bIns="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Considerations</a:t>
          </a:r>
          <a:r>
            <a:rPr lang="en-US" sz="1900" b="0" kern="1200"/>
            <a:t>:</a:t>
          </a:r>
          <a:endParaRPr lang="en-US" sz="1900" kern="1200"/>
        </a:p>
      </dsp:txBody>
      <dsp:txXfrm>
        <a:off x="519134" y="1757474"/>
        <a:ext cx="6829800" cy="50612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3EADD36-E532-4767-A1EA-539FFD954CA8}">
      <dsp:nvSpPr>
        <dsp:cNvPr id="0" name=""/>
        <dsp:cNvSpPr/>
      </dsp:nvSpPr>
      <dsp:spPr>
        <a:xfrm>
          <a:off x="0" y="0"/>
          <a:ext cx="6172412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0D5007E-91F4-4A8F-8A7D-3197ABBA9C0C}">
      <dsp:nvSpPr>
        <dsp:cNvPr id="0" name=""/>
        <dsp:cNvSpPr/>
      </dsp:nvSpPr>
      <dsp:spPr>
        <a:xfrm>
          <a:off x="0" y="0"/>
          <a:ext cx="6172412" cy="64968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0" kern="1200"/>
            <a:t>Hydrodynamic Diameter</a:t>
          </a:r>
          <a:endParaRPr lang="en-US" sz="2300" kern="1200"/>
        </a:p>
      </dsp:txBody>
      <dsp:txXfrm>
        <a:off x="0" y="0"/>
        <a:ext cx="6172412" cy="649687"/>
      </dsp:txXfrm>
    </dsp:sp>
    <dsp:sp modelId="{4C186114-4DD0-44D0-BFB1-0922D3CBB36E}">
      <dsp:nvSpPr>
        <dsp:cNvPr id="0" name=""/>
        <dsp:cNvSpPr/>
      </dsp:nvSpPr>
      <dsp:spPr>
        <a:xfrm>
          <a:off x="0" y="649687"/>
          <a:ext cx="6172412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0CFCAC3-A93D-4206-9FDF-4FCA5BF605C3}">
      <dsp:nvSpPr>
        <dsp:cNvPr id="0" name=""/>
        <dsp:cNvSpPr/>
      </dsp:nvSpPr>
      <dsp:spPr>
        <a:xfrm>
          <a:off x="0" y="649687"/>
          <a:ext cx="6172412" cy="64968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0" kern="1200"/>
            <a:t>Diffusion Coefficient</a:t>
          </a:r>
          <a:endParaRPr lang="en-US" sz="2300" kern="1200"/>
        </a:p>
      </dsp:txBody>
      <dsp:txXfrm>
        <a:off x="0" y="649687"/>
        <a:ext cx="6172412" cy="649687"/>
      </dsp:txXfrm>
    </dsp:sp>
    <dsp:sp modelId="{B1CF2B45-FEF8-4785-8284-D9E80B7F0691}">
      <dsp:nvSpPr>
        <dsp:cNvPr id="0" name=""/>
        <dsp:cNvSpPr/>
      </dsp:nvSpPr>
      <dsp:spPr>
        <a:xfrm>
          <a:off x="0" y="1299374"/>
          <a:ext cx="6172412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8BCE84E-6AC0-46FF-9D34-AC38B5EF8729}">
      <dsp:nvSpPr>
        <dsp:cNvPr id="0" name=""/>
        <dsp:cNvSpPr/>
      </dsp:nvSpPr>
      <dsp:spPr>
        <a:xfrm>
          <a:off x="0" y="1299374"/>
          <a:ext cx="6172412" cy="64968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0" kern="1200"/>
            <a:t>Polydispersity Index (PDI)</a:t>
          </a:r>
          <a:endParaRPr lang="en-US" sz="2300" kern="1200"/>
        </a:p>
      </dsp:txBody>
      <dsp:txXfrm>
        <a:off x="0" y="1299374"/>
        <a:ext cx="6172412" cy="649687"/>
      </dsp:txXfrm>
    </dsp:sp>
    <dsp:sp modelId="{BC095409-1E02-4E5C-AF29-C8276BB9578C}">
      <dsp:nvSpPr>
        <dsp:cNvPr id="0" name=""/>
        <dsp:cNvSpPr/>
      </dsp:nvSpPr>
      <dsp:spPr>
        <a:xfrm>
          <a:off x="0" y="1949061"/>
          <a:ext cx="6172412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7D659AE-85F7-420D-B26E-D9F6B8BEA4A3}">
      <dsp:nvSpPr>
        <dsp:cNvPr id="0" name=""/>
        <dsp:cNvSpPr/>
      </dsp:nvSpPr>
      <dsp:spPr>
        <a:xfrm>
          <a:off x="0" y="1949061"/>
          <a:ext cx="6172412" cy="64968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0" kern="1200"/>
            <a:t>Scattering Intensity</a:t>
          </a:r>
          <a:endParaRPr lang="en-US" sz="2300" kern="1200"/>
        </a:p>
      </dsp:txBody>
      <dsp:txXfrm>
        <a:off x="0" y="1949061"/>
        <a:ext cx="6172412" cy="649687"/>
      </dsp:txXfrm>
    </dsp:sp>
    <dsp:sp modelId="{ADFC0F71-B0B2-4599-A830-D6C318B8F559}">
      <dsp:nvSpPr>
        <dsp:cNvPr id="0" name=""/>
        <dsp:cNvSpPr/>
      </dsp:nvSpPr>
      <dsp:spPr>
        <a:xfrm>
          <a:off x="0" y="2598748"/>
          <a:ext cx="6172412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D778108-A3B6-416D-B6C7-8E9FCDA1C262}">
      <dsp:nvSpPr>
        <dsp:cNvPr id="0" name=""/>
        <dsp:cNvSpPr/>
      </dsp:nvSpPr>
      <dsp:spPr>
        <a:xfrm>
          <a:off x="0" y="2598748"/>
          <a:ext cx="6172412" cy="64968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0" kern="1200"/>
            <a:t>Zeta Potential</a:t>
          </a:r>
          <a:endParaRPr lang="en-US" sz="2300" kern="1200"/>
        </a:p>
      </dsp:txBody>
      <dsp:txXfrm>
        <a:off x="0" y="2598748"/>
        <a:ext cx="6172412" cy="649687"/>
      </dsp:txXfrm>
    </dsp:sp>
    <dsp:sp modelId="{B34DCCEF-450E-481D-ADC4-4FECF9051D78}">
      <dsp:nvSpPr>
        <dsp:cNvPr id="0" name=""/>
        <dsp:cNvSpPr/>
      </dsp:nvSpPr>
      <dsp:spPr>
        <a:xfrm>
          <a:off x="0" y="3248435"/>
          <a:ext cx="6172412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3830629-312C-450B-8C21-B378DDC66CFF}">
      <dsp:nvSpPr>
        <dsp:cNvPr id="0" name=""/>
        <dsp:cNvSpPr/>
      </dsp:nvSpPr>
      <dsp:spPr>
        <a:xfrm>
          <a:off x="0" y="3248435"/>
          <a:ext cx="6172412" cy="64968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0" kern="1200"/>
            <a:t>Correlation Function</a:t>
          </a:r>
          <a:endParaRPr lang="en-US" sz="2300" kern="1200"/>
        </a:p>
      </dsp:txBody>
      <dsp:txXfrm>
        <a:off x="0" y="3248435"/>
        <a:ext cx="6172412" cy="649687"/>
      </dsp:txXfrm>
    </dsp:sp>
    <dsp:sp modelId="{A4FFA5C6-4E32-4D61-A19B-EDF3F82A6F22}">
      <dsp:nvSpPr>
        <dsp:cNvPr id="0" name=""/>
        <dsp:cNvSpPr/>
      </dsp:nvSpPr>
      <dsp:spPr>
        <a:xfrm>
          <a:off x="0" y="3898122"/>
          <a:ext cx="6172412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990E725-D30F-4676-A138-87F475AADDD3}">
      <dsp:nvSpPr>
        <dsp:cNvPr id="0" name=""/>
        <dsp:cNvSpPr/>
      </dsp:nvSpPr>
      <dsp:spPr>
        <a:xfrm>
          <a:off x="0" y="3898122"/>
          <a:ext cx="6172412" cy="64968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0" kern="1200"/>
            <a:t>Refractive Index</a:t>
          </a:r>
          <a:endParaRPr lang="en-US" sz="2300" kern="1200"/>
        </a:p>
      </dsp:txBody>
      <dsp:txXfrm>
        <a:off x="0" y="3898122"/>
        <a:ext cx="6172412" cy="649687"/>
      </dsp:txXfrm>
    </dsp:sp>
    <dsp:sp modelId="{F18EAE3F-6D6B-4197-8DFE-D17BF987993D}">
      <dsp:nvSpPr>
        <dsp:cNvPr id="0" name=""/>
        <dsp:cNvSpPr/>
      </dsp:nvSpPr>
      <dsp:spPr>
        <a:xfrm>
          <a:off x="0" y="4547809"/>
          <a:ext cx="6172412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66BF4AB-2134-432B-8F2A-46EB288818AE}">
      <dsp:nvSpPr>
        <dsp:cNvPr id="0" name=""/>
        <dsp:cNvSpPr/>
      </dsp:nvSpPr>
      <dsp:spPr>
        <a:xfrm>
          <a:off x="0" y="4547809"/>
          <a:ext cx="6172412" cy="64968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0" kern="1200"/>
            <a:t>Wavelength</a:t>
          </a:r>
          <a:endParaRPr lang="en-US" sz="2300" kern="1200"/>
        </a:p>
      </dsp:txBody>
      <dsp:txXfrm>
        <a:off x="0" y="4547809"/>
        <a:ext cx="6172412" cy="649687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996C65A-7C42-4FBE-B05E-D812B43C49B3}">
      <dsp:nvSpPr>
        <dsp:cNvPr id="0" name=""/>
        <dsp:cNvSpPr/>
      </dsp:nvSpPr>
      <dsp:spPr>
        <a:xfrm>
          <a:off x="0" y="669869"/>
          <a:ext cx="1928878" cy="115732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0" kern="1200"/>
            <a:t>Particle Concentration</a:t>
          </a:r>
          <a:endParaRPr lang="en-US" sz="1900" kern="1200"/>
        </a:p>
      </dsp:txBody>
      <dsp:txXfrm>
        <a:off x="0" y="669869"/>
        <a:ext cx="1928878" cy="1157327"/>
      </dsp:txXfrm>
    </dsp:sp>
    <dsp:sp modelId="{E983DE61-773D-4600-AB7F-764104C17D92}">
      <dsp:nvSpPr>
        <dsp:cNvPr id="0" name=""/>
        <dsp:cNvSpPr/>
      </dsp:nvSpPr>
      <dsp:spPr>
        <a:xfrm>
          <a:off x="2121766" y="669869"/>
          <a:ext cx="1928878" cy="115732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0" kern="1200"/>
            <a:t>Polydispersity</a:t>
          </a:r>
          <a:endParaRPr lang="en-US" sz="1900" kern="1200"/>
        </a:p>
      </dsp:txBody>
      <dsp:txXfrm>
        <a:off x="2121766" y="669869"/>
        <a:ext cx="1928878" cy="1157327"/>
      </dsp:txXfrm>
    </dsp:sp>
    <dsp:sp modelId="{3B302E11-9BFB-4390-8C71-C1E51F23A150}">
      <dsp:nvSpPr>
        <dsp:cNvPr id="0" name=""/>
        <dsp:cNvSpPr/>
      </dsp:nvSpPr>
      <dsp:spPr>
        <a:xfrm>
          <a:off x="4243533" y="669869"/>
          <a:ext cx="1928878" cy="115732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0" kern="1200"/>
            <a:t>Sample Clarity</a:t>
          </a:r>
          <a:endParaRPr lang="en-US" sz="1900" kern="1200"/>
        </a:p>
      </dsp:txBody>
      <dsp:txXfrm>
        <a:off x="4243533" y="669869"/>
        <a:ext cx="1928878" cy="1157327"/>
      </dsp:txXfrm>
    </dsp:sp>
    <dsp:sp modelId="{816DF68B-2797-454F-B1C5-E189848A00A0}">
      <dsp:nvSpPr>
        <dsp:cNvPr id="0" name=""/>
        <dsp:cNvSpPr/>
      </dsp:nvSpPr>
      <dsp:spPr>
        <a:xfrm>
          <a:off x="0" y="2020084"/>
          <a:ext cx="1928878" cy="115732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0" kern="1200"/>
            <a:t>Sample Viscosity</a:t>
          </a:r>
          <a:endParaRPr lang="en-US" sz="1900" kern="1200"/>
        </a:p>
      </dsp:txBody>
      <dsp:txXfrm>
        <a:off x="0" y="2020084"/>
        <a:ext cx="1928878" cy="1157327"/>
      </dsp:txXfrm>
    </dsp:sp>
    <dsp:sp modelId="{313D9527-C929-432E-8F40-3E71C3C7749F}">
      <dsp:nvSpPr>
        <dsp:cNvPr id="0" name=""/>
        <dsp:cNvSpPr/>
      </dsp:nvSpPr>
      <dsp:spPr>
        <a:xfrm>
          <a:off x="2121766" y="2020084"/>
          <a:ext cx="1928878" cy="115732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0" kern="1200"/>
            <a:t>Temperature</a:t>
          </a:r>
          <a:endParaRPr lang="en-US" sz="1900" kern="1200"/>
        </a:p>
      </dsp:txBody>
      <dsp:txXfrm>
        <a:off x="2121766" y="2020084"/>
        <a:ext cx="1928878" cy="1157327"/>
      </dsp:txXfrm>
    </dsp:sp>
    <dsp:sp modelId="{B4561669-BF60-475A-B334-D8593163B130}">
      <dsp:nvSpPr>
        <dsp:cNvPr id="0" name=""/>
        <dsp:cNvSpPr/>
      </dsp:nvSpPr>
      <dsp:spPr>
        <a:xfrm>
          <a:off x="4243533" y="2020084"/>
          <a:ext cx="1928878" cy="115732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0" kern="1200"/>
            <a:t>Refractive Index Mismatch</a:t>
          </a:r>
          <a:endParaRPr lang="en-US" sz="1900" kern="1200"/>
        </a:p>
      </dsp:txBody>
      <dsp:txXfrm>
        <a:off x="4243533" y="2020084"/>
        <a:ext cx="1928878" cy="1157327"/>
      </dsp:txXfrm>
    </dsp:sp>
    <dsp:sp modelId="{6244E4A1-360B-4492-81FA-8416D9FDA588}">
      <dsp:nvSpPr>
        <dsp:cNvPr id="0" name=""/>
        <dsp:cNvSpPr/>
      </dsp:nvSpPr>
      <dsp:spPr>
        <a:xfrm>
          <a:off x="1060883" y="3370300"/>
          <a:ext cx="1928878" cy="115732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0" kern="1200"/>
            <a:t>Ionic Strength and pH</a:t>
          </a:r>
          <a:endParaRPr lang="en-US" sz="1900" kern="1200"/>
        </a:p>
      </dsp:txBody>
      <dsp:txXfrm>
        <a:off x="1060883" y="3370300"/>
        <a:ext cx="1928878" cy="1157327"/>
      </dsp:txXfrm>
    </dsp:sp>
    <dsp:sp modelId="{5E77EE9A-3455-479A-BA35-EE8227AF5769}">
      <dsp:nvSpPr>
        <dsp:cNvPr id="0" name=""/>
        <dsp:cNvSpPr/>
      </dsp:nvSpPr>
      <dsp:spPr>
        <a:xfrm>
          <a:off x="3182649" y="3370300"/>
          <a:ext cx="1928878" cy="115732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0" kern="1200"/>
            <a:t>Instrument Settings</a:t>
          </a:r>
          <a:endParaRPr lang="en-US" sz="1900" kern="1200"/>
        </a:p>
      </dsp:txBody>
      <dsp:txXfrm>
        <a:off x="3182649" y="3370300"/>
        <a:ext cx="1928878" cy="1157327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FC5764E-1B62-4B3B-894F-968394B278A7}">
      <dsp:nvSpPr>
        <dsp:cNvPr id="0" name=""/>
        <dsp:cNvSpPr/>
      </dsp:nvSpPr>
      <dsp:spPr>
        <a:xfrm>
          <a:off x="0" y="634"/>
          <a:ext cx="6172199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201CA6F-1A8F-443A-B713-370FCE9DC526}">
      <dsp:nvSpPr>
        <dsp:cNvPr id="0" name=""/>
        <dsp:cNvSpPr/>
      </dsp:nvSpPr>
      <dsp:spPr>
        <a:xfrm>
          <a:off x="0" y="634"/>
          <a:ext cx="1234440" cy="7423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Nanoparticle Characterization</a:t>
          </a:r>
        </a:p>
      </dsp:txBody>
      <dsp:txXfrm>
        <a:off x="0" y="634"/>
        <a:ext cx="1234440" cy="742315"/>
      </dsp:txXfrm>
    </dsp:sp>
    <dsp:sp modelId="{783CC810-5F6D-4974-AC5C-B33C3F82EA0E}">
      <dsp:nvSpPr>
        <dsp:cNvPr id="0" name=""/>
        <dsp:cNvSpPr/>
      </dsp:nvSpPr>
      <dsp:spPr>
        <a:xfrm>
          <a:off x="1327023" y="34343"/>
          <a:ext cx="4845176" cy="67417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0" kern="1200"/>
            <a:t>Size determination and stability assessment in solution.</a:t>
          </a:r>
          <a:endParaRPr lang="en-US" sz="1400" kern="1200"/>
        </a:p>
      </dsp:txBody>
      <dsp:txXfrm>
        <a:off x="1327023" y="34343"/>
        <a:ext cx="4845176" cy="674172"/>
      </dsp:txXfrm>
    </dsp:sp>
    <dsp:sp modelId="{CD291524-DF04-495D-AC5E-FCDFAA9F4A99}">
      <dsp:nvSpPr>
        <dsp:cNvPr id="0" name=""/>
        <dsp:cNvSpPr/>
      </dsp:nvSpPr>
      <dsp:spPr>
        <a:xfrm>
          <a:off x="1234440" y="708516"/>
          <a:ext cx="4937760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F728A7F-4F2C-43C4-B894-AC5E63D6FDD6}">
      <dsp:nvSpPr>
        <dsp:cNvPr id="0" name=""/>
        <dsp:cNvSpPr/>
      </dsp:nvSpPr>
      <dsp:spPr>
        <a:xfrm>
          <a:off x="0" y="742949"/>
          <a:ext cx="6172199" cy="0"/>
        </a:xfrm>
        <a:prstGeom prst="line">
          <a:avLst/>
        </a:prstGeom>
        <a:solidFill>
          <a:schemeClr val="accent2">
            <a:hueOff val="-260180"/>
            <a:satOff val="8146"/>
            <a:lumOff val="-2516"/>
            <a:alphaOff val="0"/>
          </a:schemeClr>
        </a:solidFill>
        <a:ln w="12700" cap="flat" cmpd="sng" algn="ctr">
          <a:solidFill>
            <a:schemeClr val="accent2">
              <a:hueOff val="-260180"/>
              <a:satOff val="8146"/>
              <a:lumOff val="-2516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CF9AA73-2A17-43C7-9D51-A1B969E3EE26}">
      <dsp:nvSpPr>
        <dsp:cNvPr id="0" name=""/>
        <dsp:cNvSpPr/>
      </dsp:nvSpPr>
      <dsp:spPr>
        <a:xfrm>
          <a:off x="0" y="742949"/>
          <a:ext cx="1234440" cy="7423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Biomolecular Analysis</a:t>
          </a:r>
        </a:p>
      </dsp:txBody>
      <dsp:txXfrm>
        <a:off x="0" y="742949"/>
        <a:ext cx="1234440" cy="742315"/>
      </dsp:txXfrm>
    </dsp:sp>
    <dsp:sp modelId="{3CD56001-C361-4124-AB3D-8450F3E238C7}">
      <dsp:nvSpPr>
        <dsp:cNvPr id="0" name=""/>
        <dsp:cNvSpPr/>
      </dsp:nvSpPr>
      <dsp:spPr>
        <a:xfrm>
          <a:off x="1327023" y="776658"/>
          <a:ext cx="4845176" cy="67417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0" kern="1200"/>
            <a:t>Protein aggregation detection and nucleic acid size characterization.</a:t>
          </a:r>
          <a:endParaRPr lang="en-US" sz="1400" kern="1200"/>
        </a:p>
      </dsp:txBody>
      <dsp:txXfrm>
        <a:off x="1327023" y="776658"/>
        <a:ext cx="4845176" cy="674172"/>
      </dsp:txXfrm>
    </dsp:sp>
    <dsp:sp modelId="{8347C207-3441-4B34-87AF-F9A9CD52652A}">
      <dsp:nvSpPr>
        <dsp:cNvPr id="0" name=""/>
        <dsp:cNvSpPr/>
      </dsp:nvSpPr>
      <dsp:spPr>
        <a:xfrm>
          <a:off x="1234440" y="1450831"/>
          <a:ext cx="4937760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4FE7B20-A019-43AB-99A8-ACE6D9E6D0A2}">
      <dsp:nvSpPr>
        <dsp:cNvPr id="0" name=""/>
        <dsp:cNvSpPr/>
      </dsp:nvSpPr>
      <dsp:spPr>
        <a:xfrm>
          <a:off x="0" y="1485264"/>
          <a:ext cx="6172199" cy="0"/>
        </a:xfrm>
        <a:prstGeom prst="line">
          <a:avLst/>
        </a:prstGeom>
        <a:solidFill>
          <a:schemeClr val="accent2">
            <a:hueOff val="-520360"/>
            <a:satOff val="16291"/>
            <a:lumOff val="-5033"/>
            <a:alphaOff val="0"/>
          </a:schemeClr>
        </a:solidFill>
        <a:ln w="12700" cap="flat" cmpd="sng" algn="ctr">
          <a:solidFill>
            <a:schemeClr val="accent2">
              <a:hueOff val="-520360"/>
              <a:satOff val="16291"/>
              <a:lumOff val="-5033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6C55D08-7453-4FDB-92C3-2B5A8183241D}">
      <dsp:nvSpPr>
        <dsp:cNvPr id="0" name=""/>
        <dsp:cNvSpPr/>
      </dsp:nvSpPr>
      <dsp:spPr>
        <a:xfrm>
          <a:off x="0" y="1485264"/>
          <a:ext cx="1234440" cy="7423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Polymer Science</a:t>
          </a:r>
        </a:p>
      </dsp:txBody>
      <dsp:txXfrm>
        <a:off x="0" y="1485264"/>
        <a:ext cx="1234440" cy="742315"/>
      </dsp:txXfrm>
    </dsp:sp>
    <dsp:sp modelId="{F5F25C65-9C09-405E-AC4A-EF0EEB743C84}">
      <dsp:nvSpPr>
        <dsp:cNvPr id="0" name=""/>
        <dsp:cNvSpPr/>
      </dsp:nvSpPr>
      <dsp:spPr>
        <a:xfrm>
          <a:off x="1327023" y="1518973"/>
          <a:ext cx="4845176" cy="67417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0" kern="1200"/>
            <a:t>Molecular weight estimation and aggregation studies.</a:t>
          </a:r>
          <a:endParaRPr lang="en-US" sz="1400" kern="1200"/>
        </a:p>
      </dsp:txBody>
      <dsp:txXfrm>
        <a:off x="1327023" y="1518973"/>
        <a:ext cx="4845176" cy="674172"/>
      </dsp:txXfrm>
    </dsp:sp>
    <dsp:sp modelId="{51E56486-640F-46EA-AAF0-4F22348FDE9B}">
      <dsp:nvSpPr>
        <dsp:cNvPr id="0" name=""/>
        <dsp:cNvSpPr/>
      </dsp:nvSpPr>
      <dsp:spPr>
        <a:xfrm>
          <a:off x="1234440" y="2193146"/>
          <a:ext cx="4937760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1B3D30E-1FE6-4B33-813A-B441BC89851D}">
      <dsp:nvSpPr>
        <dsp:cNvPr id="0" name=""/>
        <dsp:cNvSpPr/>
      </dsp:nvSpPr>
      <dsp:spPr>
        <a:xfrm>
          <a:off x="0" y="2227579"/>
          <a:ext cx="6172199" cy="0"/>
        </a:xfrm>
        <a:prstGeom prst="line">
          <a:avLst/>
        </a:prstGeom>
        <a:solidFill>
          <a:schemeClr val="accent2">
            <a:hueOff val="-780540"/>
            <a:satOff val="24437"/>
            <a:lumOff val="-7549"/>
            <a:alphaOff val="0"/>
          </a:schemeClr>
        </a:solidFill>
        <a:ln w="12700" cap="flat" cmpd="sng" algn="ctr">
          <a:solidFill>
            <a:schemeClr val="accent2">
              <a:hueOff val="-780540"/>
              <a:satOff val="24437"/>
              <a:lumOff val="-7549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34FECDF-552A-4B6C-B0EB-E54B4C8BFD16}">
      <dsp:nvSpPr>
        <dsp:cNvPr id="0" name=""/>
        <dsp:cNvSpPr/>
      </dsp:nvSpPr>
      <dsp:spPr>
        <a:xfrm>
          <a:off x="0" y="2227579"/>
          <a:ext cx="1234440" cy="7423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Colloidal Systems</a:t>
          </a:r>
        </a:p>
      </dsp:txBody>
      <dsp:txXfrm>
        <a:off x="0" y="2227579"/>
        <a:ext cx="1234440" cy="742315"/>
      </dsp:txXfrm>
    </dsp:sp>
    <dsp:sp modelId="{9FADE3D7-D0FC-4862-86C5-B6DDC44D0C9F}">
      <dsp:nvSpPr>
        <dsp:cNvPr id="0" name=""/>
        <dsp:cNvSpPr/>
      </dsp:nvSpPr>
      <dsp:spPr>
        <a:xfrm>
          <a:off x="1327023" y="2261288"/>
          <a:ext cx="4845176" cy="67417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0" kern="1200"/>
            <a:t>Emulsion stability monitoring.</a:t>
          </a:r>
          <a:endParaRPr lang="en-US" sz="1400" kern="1200"/>
        </a:p>
      </dsp:txBody>
      <dsp:txXfrm>
        <a:off x="1327023" y="2261288"/>
        <a:ext cx="4845176" cy="674172"/>
      </dsp:txXfrm>
    </dsp:sp>
    <dsp:sp modelId="{CC5F8DCC-89F8-45CD-B161-1F13036ADBBE}">
      <dsp:nvSpPr>
        <dsp:cNvPr id="0" name=""/>
        <dsp:cNvSpPr/>
      </dsp:nvSpPr>
      <dsp:spPr>
        <a:xfrm>
          <a:off x="1234440" y="2935461"/>
          <a:ext cx="4937760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7BAA115-E2B8-4D1D-A864-48B8FC9E36E5}">
      <dsp:nvSpPr>
        <dsp:cNvPr id="0" name=""/>
        <dsp:cNvSpPr/>
      </dsp:nvSpPr>
      <dsp:spPr>
        <a:xfrm>
          <a:off x="0" y="2969895"/>
          <a:ext cx="6172199" cy="0"/>
        </a:xfrm>
        <a:prstGeom prst="line">
          <a:avLst/>
        </a:prstGeom>
        <a:solidFill>
          <a:schemeClr val="accent2">
            <a:hueOff val="-1040720"/>
            <a:satOff val="32582"/>
            <a:lumOff val="-10065"/>
            <a:alphaOff val="0"/>
          </a:schemeClr>
        </a:solidFill>
        <a:ln w="12700" cap="flat" cmpd="sng" algn="ctr">
          <a:solidFill>
            <a:schemeClr val="accent2">
              <a:hueOff val="-1040720"/>
              <a:satOff val="32582"/>
              <a:lumOff val="-10065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9718391-D6AC-4A11-8D0B-DA609BCB5337}">
      <dsp:nvSpPr>
        <dsp:cNvPr id="0" name=""/>
        <dsp:cNvSpPr/>
      </dsp:nvSpPr>
      <dsp:spPr>
        <a:xfrm>
          <a:off x="0" y="2969895"/>
          <a:ext cx="1234440" cy="7423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Environmental Monitoring</a:t>
          </a:r>
        </a:p>
      </dsp:txBody>
      <dsp:txXfrm>
        <a:off x="0" y="2969895"/>
        <a:ext cx="1234440" cy="742315"/>
      </dsp:txXfrm>
    </dsp:sp>
    <dsp:sp modelId="{5535912E-DEA5-4B9B-8BCD-4F16D5E71510}">
      <dsp:nvSpPr>
        <dsp:cNvPr id="0" name=""/>
        <dsp:cNvSpPr/>
      </dsp:nvSpPr>
      <dsp:spPr>
        <a:xfrm>
          <a:off x="1327023" y="3003603"/>
          <a:ext cx="4845176" cy="67417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0" kern="1200"/>
            <a:t>Particle size analysis in aerosols and sediments.</a:t>
          </a:r>
          <a:endParaRPr lang="en-US" sz="1400" kern="1200"/>
        </a:p>
      </dsp:txBody>
      <dsp:txXfrm>
        <a:off x="1327023" y="3003603"/>
        <a:ext cx="4845176" cy="674172"/>
      </dsp:txXfrm>
    </dsp:sp>
    <dsp:sp modelId="{B09E8E57-DDF9-4661-AA59-2E8C5CE4F337}">
      <dsp:nvSpPr>
        <dsp:cNvPr id="0" name=""/>
        <dsp:cNvSpPr/>
      </dsp:nvSpPr>
      <dsp:spPr>
        <a:xfrm>
          <a:off x="1234440" y="3677776"/>
          <a:ext cx="4937760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C232233-18D4-4D3D-9A6E-FD174FFC0D34}">
      <dsp:nvSpPr>
        <dsp:cNvPr id="0" name=""/>
        <dsp:cNvSpPr/>
      </dsp:nvSpPr>
      <dsp:spPr>
        <a:xfrm>
          <a:off x="0" y="3712210"/>
          <a:ext cx="6172199" cy="0"/>
        </a:xfrm>
        <a:prstGeom prst="line">
          <a:avLst/>
        </a:prstGeom>
        <a:solidFill>
          <a:schemeClr val="accent2">
            <a:hueOff val="-1300900"/>
            <a:satOff val="40727"/>
            <a:lumOff val="-12582"/>
            <a:alphaOff val="0"/>
          </a:schemeClr>
        </a:solidFill>
        <a:ln w="12700" cap="flat" cmpd="sng" algn="ctr">
          <a:solidFill>
            <a:schemeClr val="accent2">
              <a:hueOff val="-1300900"/>
              <a:satOff val="40727"/>
              <a:lumOff val="-12582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28ABCE3-08DF-4B42-AD3A-1465774108B3}">
      <dsp:nvSpPr>
        <dsp:cNvPr id="0" name=""/>
        <dsp:cNvSpPr/>
      </dsp:nvSpPr>
      <dsp:spPr>
        <a:xfrm>
          <a:off x="0" y="3712210"/>
          <a:ext cx="1234440" cy="7423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Food Science</a:t>
          </a:r>
        </a:p>
      </dsp:txBody>
      <dsp:txXfrm>
        <a:off x="0" y="3712210"/>
        <a:ext cx="1234440" cy="742315"/>
      </dsp:txXfrm>
    </dsp:sp>
    <dsp:sp modelId="{AA89619C-0D18-48C5-B13F-A2FF98D58A6C}">
      <dsp:nvSpPr>
        <dsp:cNvPr id="0" name=""/>
        <dsp:cNvSpPr/>
      </dsp:nvSpPr>
      <dsp:spPr>
        <a:xfrm>
          <a:off x="1327023" y="3745918"/>
          <a:ext cx="4845176" cy="67417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0" kern="1200"/>
            <a:t>Stability and ingredient characterization in food systems.</a:t>
          </a:r>
          <a:endParaRPr lang="en-US" sz="1400" kern="1200"/>
        </a:p>
      </dsp:txBody>
      <dsp:txXfrm>
        <a:off x="1327023" y="3745918"/>
        <a:ext cx="4845176" cy="674172"/>
      </dsp:txXfrm>
    </dsp:sp>
    <dsp:sp modelId="{7F3F6D69-E789-467B-B614-B25A7E73699E}">
      <dsp:nvSpPr>
        <dsp:cNvPr id="0" name=""/>
        <dsp:cNvSpPr/>
      </dsp:nvSpPr>
      <dsp:spPr>
        <a:xfrm>
          <a:off x="1234440" y="4420091"/>
          <a:ext cx="4937760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D9CE0C0-37AB-47A3-BBFB-E4B451E1D5E7}">
      <dsp:nvSpPr>
        <dsp:cNvPr id="0" name=""/>
        <dsp:cNvSpPr/>
      </dsp:nvSpPr>
      <dsp:spPr>
        <a:xfrm>
          <a:off x="0" y="4454525"/>
          <a:ext cx="6172199" cy="0"/>
        </a:xfrm>
        <a:prstGeom prst="line">
          <a:avLst/>
        </a:prstGeom>
        <a:solidFill>
          <a:schemeClr val="accent2">
            <a:hueOff val="-1561080"/>
            <a:satOff val="48873"/>
            <a:lumOff val="-15098"/>
            <a:alphaOff val="0"/>
          </a:schemeClr>
        </a:solidFill>
        <a:ln w="12700" cap="flat" cmpd="sng" algn="ctr">
          <a:solidFill>
            <a:schemeClr val="accent2">
              <a:hueOff val="-1561080"/>
              <a:satOff val="48873"/>
              <a:lumOff val="-15098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965589A-2AF3-4D34-9130-357BD8E924E3}">
      <dsp:nvSpPr>
        <dsp:cNvPr id="0" name=""/>
        <dsp:cNvSpPr/>
      </dsp:nvSpPr>
      <dsp:spPr>
        <a:xfrm>
          <a:off x="0" y="4454525"/>
          <a:ext cx="1234440" cy="7423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Drug Delivery</a:t>
          </a:r>
        </a:p>
      </dsp:txBody>
      <dsp:txXfrm>
        <a:off x="0" y="4454525"/>
        <a:ext cx="1234440" cy="742315"/>
      </dsp:txXfrm>
    </dsp:sp>
    <dsp:sp modelId="{98A46653-EBBD-4C35-A10E-810D0562589D}">
      <dsp:nvSpPr>
        <dsp:cNvPr id="0" name=""/>
        <dsp:cNvSpPr/>
      </dsp:nvSpPr>
      <dsp:spPr>
        <a:xfrm>
          <a:off x="1327023" y="4488234"/>
          <a:ext cx="4845176" cy="67417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0" kern="1200"/>
            <a:t>Nanocarrier characterization and drug release studies.</a:t>
          </a:r>
          <a:endParaRPr lang="en-US" sz="1400" kern="1200"/>
        </a:p>
      </dsp:txBody>
      <dsp:txXfrm>
        <a:off x="1327023" y="4488234"/>
        <a:ext cx="4845176" cy="674172"/>
      </dsp:txXfrm>
    </dsp:sp>
    <dsp:sp modelId="{80FD3681-F99D-40F6-B550-850545BB03BC}">
      <dsp:nvSpPr>
        <dsp:cNvPr id="0" name=""/>
        <dsp:cNvSpPr/>
      </dsp:nvSpPr>
      <dsp:spPr>
        <a:xfrm>
          <a:off x="1234440" y="5162406"/>
          <a:ext cx="4937760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ED69555-EE48-4B19-812B-4E1068DBF976}"/>
              </a:ext>
            </a:extLst>
          </p:cNvPr>
          <p:cNvSpPr/>
          <p:nvPr/>
        </p:nvSpPr>
        <p:spPr>
          <a:xfrm>
            <a:off x="7573754" y="0"/>
            <a:ext cx="4618246" cy="6858000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Freeform 57">
            <a:extLst>
              <a:ext uri="{FF2B5EF4-FFF2-40B4-BE49-F238E27FC236}">
                <a16:creationId xmlns:a16="http://schemas.microsoft.com/office/drawing/2014/main" id="{57AEB73D-F521-4B19-820F-12DB6BCC8406}"/>
              </a:ext>
            </a:extLst>
          </p:cNvPr>
          <p:cNvSpPr/>
          <p:nvPr/>
        </p:nvSpPr>
        <p:spPr bwMode="auto">
          <a:xfrm>
            <a:off x="4456113" y="31750"/>
            <a:ext cx="0" cy="1588"/>
          </a:xfrm>
          <a:custGeom>
            <a:avLst/>
            <a:gdLst/>
            <a:ahLst/>
            <a:cxnLst/>
            <a:rect l="0" t="0" r="r" b="b"/>
            <a:pathLst>
              <a:path w="2" h="2">
                <a:moveTo>
                  <a:pt x="0" y="0"/>
                </a:moveTo>
                <a:lnTo>
                  <a:pt x="2" y="0"/>
                </a:lnTo>
                <a:lnTo>
                  <a:pt x="0" y="2"/>
                </a:lnTo>
                <a:lnTo>
                  <a:pt x="0" y="0"/>
                </a:lnTo>
                <a:close/>
              </a:path>
            </a:pathLst>
          </a:custGeom>
          <a:solidFill>
            <a:srgbClr val="30466D"/>
          </a:solidFill>
          <a:ln w="0">
            <a:solidFill>
              <a:srgbClr val="30466D"/>
            </a:solidFill>
            <a:prstDash val="solid"/>
            <a:round/>
            <a:headEnd/>
            <a:tailEnd/>
          </a:ln>
        </p:spPr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55388" y="863068"/>
            <a:ext cx="6007691" cy="4985916"/>
          </a:xfrm>
        </p:spPr>
        <p:txBody>
          <a:bodyPr anchor="ctr">
            <a:noAutofit/>
          </a:bodyPr>
          <a:lstStyle>
            <a:lvl1pPr algn="l">
              <a:lnSpc>
                <a:spcPct val="125000"/>
              </a:lnSpc>
              <a:defRPr sz="6000" b="0" cap="all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197352" y="863068"/>
            <a:ext cx="3351729" cy="5120069"/>
          </a:xfrm>
        </p:spPr>
        <p:txBody>
          <a:bodyPr anchor="ctr">
            <a:normAutofit/>
          </a:bodyPr>
          <a:lstStyle>
            <a:lvl1pPr marL="0" indent="0" algn="l">
              <a:lnSpc>
                <a:spcPct val="150000"/>
              </a:lnSpc>
              <a:buNone/>
              <a:defRPr sz="2400" b="0" cap="none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B72EEBA-3A5D-41CE-8465-A45A0F65674E}"/>
              </a:ext>
            </a:extLst>
          </p:cNvPr>
          <p:cNvSpPr/>
          <p:nvPr/>
        </p:nvSpPr>
        <p:spPr>
          <a:xfrm rot="5400000">
            <a:off x="4101215" y="3396997"/>
            <a:ext cx="685800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79F4CF2F-CDFA-4A37-837C-819D5238EA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197353" y="6309360"/>
            <a:ext cx="2151134" cy="457200"/>
          </a:xfrm>
        </p:spPr>
        <p:txBody>
          <a:bodyPr/>
          <a:lstStyle/>
          <a:p>
            <a:pPr algn="l"/>
            <a:fld id="{0DCFB061-4267-4D9F-8017-6F550D3068DF}" type="datetime1">
              <a:rPr lang="en-US" smtClean="0"/>
              <a:t>12/4/2024</a:t>
            </a:fld>
            <a:endParaRPr lang="en-US" dirty="0"/>
          </a:p>
        </p:txBody>
      </p:sp>
      <p:sp>
        <p:nvSpPr>
          <p:cNvPr id="15" name="Footer Placeholder 14">
            <a:extLst>
              <a:ext uri="{FF2B5EF4-FFF2-40B4-BE49-F238E27FC236}">
                <a16:creationId xmlns:a16="http://schemas.microsoft.com/office/drawing/2014/main" id="{CFECE62A-61A4-407D-8F0B-D459CD977C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55388" y="6309360"/>
            <a:ext cx="6007691" cy="457200"/>
          </a:xfrm>
        </p:spPr>
        <p:txBody>
          <a:bodyPr/>
          <a:lstStyle>
            <a:lvl1pPr algn="r">
              <a:defRPr/>
            </a:lvl1pPr>
          </a:lstStyle>
          <a:p>
            <a:pPr algn="l"/>
            <a:endParaRPr lang="en-US" dirty="0"/>
          </a:p>
        </p:txBody>
      </p:sp>
      <p:sp>
        <p:nvSpPr>
          <p:cNvPr id="27" name="Slide Number Placeholder 26">
            <a:extLst>
              <a:ext uri="{FF2B5EF4-FFF2-40B4-BE49-F238E27FC236}">
                <a16:creationId xmlns:a16="http://schemas.microsoft.com/office/drawing/2014/main" id="{99FE60A9-FE2A-451F-9244-60FCE7FE9A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77535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A4ED5C-5A53-433E-8A55-46F54CE81DA5}" type="datetime1">
              <a:rPr lang="en-US" smtClean="0"/>
              <a:t>12/4/2024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80517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5BFD12B6-57DE-4B63-A723-500B050FB7DD}"/>
              </a:ext>
            </a:extLst>
          </p:cNvPr>
          <p:cNvSpPr/>
          <p:nvPr/>
        </p:nvSpPr>
        <p:spPr>
          <a:xfrm>
            <a:off x="0" y="4215384"/>
            <a:ext cx="12192000" cy="2642616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5316" y="1406284"/>
            <a:ext cx="10593694" cy="2597841"/>
          </a:xfrm>
        </p:spPr>
        <p:txBody>
          <a:bodyPr anchor="b">
            <a:normAutofit/>
          </a:bodyPr>
          <a:lstStyle>
            <a:lvl1pPr algn="ctr">
              <a:lnSpc>
                <a:spcPct val="125000"/>
              </a:lnSpc>
              <a:defRPr sz="44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818312" y="4527856"/>
            <a:ext cx="6559018" cy="1570245"/>
          </a:xfrm>
        </p:spPr>
        <p:txBody>
          <a:bodyPr anchor="t"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2400" b="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F1E2E75-4758-4930-8024-39287C9629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CABC0C-B6DF-45E9-B954-11C99AA62C3E}" type="datetime1">
              <a:rPr lang="en-US" smtClean="0"/>
              <a:t>12/4/2024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88B9949-402C-42C2-9A94-16590FC0C5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39D83F6-DAF4-4876-AA41-F246EC970F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1613A19-DDA2-44F6-9ED4-F87771C684B8}"/>
              </a:ext>
            </a:extLst>
          </p:cNvPr>
          <p:cNvSpPr/>
          <p:nvPr/>
        </p:nvSpPr>
        <p:spPr>
          <a:xfrm>
            <a:off x="0" y="4215384"/>
            <a:ext cx="1218895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00772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5376670" y="705114"/>
            <a:ext cx="6172412" cy="2403846"/>
          </a:xfrm>
        </p:spPr>
        <p:txBody>
          <a:bodyPr anchor="b"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76670" y="3749040"/>
            <a:ext cx="6172411" cy="23469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B71B9-2624-4F21-93EE-35A78B1A0DAD}" type="datetime1">
              <a:rPr lang="en-US" smtClean="0"/>
              <a:t>12/4/2024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dirty="0"/>
              <a:t>‹#›</a:t>
            </a:fld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CE6B9B5-A5D1-4099-B52B-78F39AB0AFCB}"/>
              </a:ext>
            </a:extLst>
          </p:cNvPr>
          <p:cNvSpPr/>
          <p:nvPr/>
        </p:nvSpPr>
        <p:spPr>
          <a:xfrm rot="10800000">
            <a:off x="4693920" y="3396997"/>
            <a:ext cx="7498080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78625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76667" y="658999"/>
            <a:ext cx="6166422" cy="457200"/>
          </a:xfrm>
        </p:spPr>
        <p:txBody>
          <a:bodyPr anchor="b">
            <a:normAutofit/>
          </a:bodyPr>
          <a:lstStyle>
            <a:lvl1pPr marL="0" indent="0">
              <a:lnSpc>
                <a:spcPct val="130000"/>
              </a:lnSpc>
              <a:buNone/>
              <a:defRPr sz="1800" b="1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76668" y="1116199"/>
            <a:ext cx="6166422" cy="206212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376668" y="3623098"/>
            <a:ext cx="6166421" cy="457200"/>
          </a:xfrm>
        </p:spPr>
        <p:txBody>
          <a:bodyPr anchor="b">
            <a:normAutofit/>
          </a:bodyPr>
          <a:lstStyle>
            <a:lvl1pPr marL="0" indent="0">
              <a:lnSpc>
                <a:spcPct val="99000"/>
              </a:lnSpc>
              <a:buNone/>
              <a:defRPr lang="en-US" sz="1800" b="1" kern="1200" cap="all" spc="150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130000"/>
              </a:lnSpc>
              <a:spcBef>
                <a:spcPts val="930"/>
              </a:spcBef>
              <a:buFont typeface="Corbel" panose="020B0503020204020204" pitchFamily="34" charset="0"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376670" y="4102370"/>
            <a:ext cx="6166419" cy="206654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D37C2A-BE2E-4840-A907-3254E2916C96}" type="datetime1">
              <a:rPr lang="en-US" smtClean="0"/>
              <a:t>12/4/2024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dirty="0"/>
              <a:t>‹#›</a:t>
            </a:fld>
            <a:endParaRPr lang="en-US" dirty="0"/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D26B370B-8381-431F-9492-0EA1205113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CA89085-2231-4A9C-B23C-B199A9DD26C5}"/>
              </a:ext>
            </a:extLst>
          </p:cNvPr>
          <p:cNvSpPr/>
          <p:nvPr/>
        </p:nvSpPr>
        <p:spPr>
          <a:xfrm rot="10800000">
            <a:off x="4693920" y="3396997"/>
            <a:ext cx="7498080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99902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CD215-1C45-48A0-8534-39FFE8A7C95A}" type="datetime1">
              <a:rPr lang="en-US" smtClean="0"/>
              <a:t>12/4/2024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39819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7CF41D3-C6B9-4E99-9321-87C4E2168F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363A0F-DEF3-4134-98D0-2E1276938A8B}" type="datetime1">
              <a:rPr lang="en-US" smtClean="0"/>
              <a:t>12/4/2024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5BC6EB-07B1-46AF-AC33-E998BC6AA4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3E3A0C1-6562-4819-9E88-4C1378FD5D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72678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ACA29BA-0143-49FF-8608-DB1623D99537}"/>
              </a:ext>
            </a:extLst>
          </p:cNvPr>
          <p:cNvSpPr/>
          <p:nvPr/>
        </p:nvSpPr>
        <p:spPr>
          <a:xfrm>
            <a:off x="0" y="0"/>
            <a:ext cx="8248592" cy="6858000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53015" y="640079"/>
            <a:ext cx="2796066" cy="2551751"/>
          </a:xfrm>
        </p:spPr>
        <p:txBody>
          <a:bodyPr anchor="b">
            <a:normAutofit/>
          </a:bodyPr>
          <a:lstStyle>
            <a:lvl1pPr algn="l">
              <a:lnSpc>
                <a:spcPct val="135000"/>
              </a:lnSpc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8818" y="640078"/>
            <a:ext cx="6969693" cy="5455921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8753015" y="3223803"/>
            <a:ext cx="2796066" cy="2872197"/>
          </a:xfrm>
        </p:spPr>
        <p:txBody>
          <a:bodyPr anchor="t">
            <a:normAutofit/>
          </a:bodyPr>
          <a:lstStyle>
            <a:lvl1pPr marL="0" indent="0">
              <a:spcBef>
                <a:spcPts val="1400"/>
              </a:spcBef>
              <a:buNone/>
              <a:defRPr sz="1800" b="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010CF18-370D-4E80-AE4C-396FFDFCAE5D}"/>
              </a:ext>
            </a:extLst>
          </p:cNvPr>
          <p:cNvSpPr/>
          <p:nvPr/>
        </p:nvSpPr>
        <p:spPr>
          <a:xfrm rot="5400000">
            <a:off x="4851595" y="3396997"/>
            <a:ext cx="685800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C5EBFE9C-5A22-4462-9C51-E00C03F55C3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753015" y="6309360"/>
            <a:ext cx="1734207" cy="457200"/>
          </a:xfrm>
        </p:spPr>
        <p:txBody>
          <a:bodyPr/>
          <a:lstStyle>
            <a:lvl1pPr algn="l">
              <a:defRPr/>
            </a:lvl1pPr>
          </a:lstStyle>
          <a:p>
            <a:fld id="{61A2E4C8-2960-4ADD-862C-4D9643CB15AC}" type="datetime1">
              <a:rPr lang="en-US" smtClean="0"/>
              <a:t>12/4/2024</a:t>
            </a:fld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2EBBFF2E-AA66-4B76-9139-CB000B5A45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38818" y="6309360"/>
            <a:ext cx="6993867" cy="4572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44F64C4-BF20-4F6B-B650-57C71C828A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3602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34996" y="640079"/>
            <a:ext cx="2714085" cy="2695903"/>
          </a:xfrm>
        </p:spPr>
        <p:txBody>
          <a:bodyPr anchor="b">
            <a:noAutofit/>
          </a:bodyPr>
          <a:lstStyle>
            <a:lvl1pPr algn="l">
              <a:lnSpc>
                <a:spcPct val="104000"/>
              </a:lnSpc>
              <a:defRPr sz="3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8248592" cy="6857999"/>
          </a:xfrm>
          <a:solidFill>
            <a:schemeClr val="bg2">
              <a:lumMod val="90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8834996" y="3429000"/>
            <a:ext cx="2714085" cy="2508026"/>
          </a:xfrm>
        </p:spPr>
        <p:txBody>
          <a:bodyPr anchor="t">
            <a:normAutofit/>
          </a:bodyPr>
          <a:lstStyle>
            <a:lvl1pPr marL="0" indent="0">
              <a:spcBef>
                <a:spcPts val="1400"/>
              </a:spcBef>
              <a:buNone/>
              <a:defRPr sz="1800" b="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0949BC8-9ABF-49F6-851C-5DB0B86CA70D}"/>
              </a:ext>
            </a:extLst>
          </p:cNvPr>
          <p:cNvSpPr/>
          <p:nvPr/>
        </p:nvSpPr>
        <p:spPr>
          <a:xfrm rot="5400000">
            <a:off x="4851595" y="3396997"/>
            <a:ext cx="685800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4E1EE21-E3FA-4D43-B224-C664959637B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34997" y="6309360"/>
            <a:ext cx="1645920" cy="457200"/>
          </a:xfrm>
        </p:spPr>
        <p:txBody>
          <a:bodyPr/>
          <a:lstStyle/>
          <a:p>
            <a:fld id="{48BDEA15-09CD-4275-A8E0-385C965F48B0}" type="datetime1">
              <a:rPr lang="en-US" smtClean="0"/>
              <a:t>12/4/2024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32D7F83-8993-4ED4-9F02-663CC08505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E3678B7-E511-4CE1-BEE5-89E959B9BF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40080" y="6309360"/>
            <a:ext cx="4946592" cy="457200"/>
          </a:xfrm>
        </p:spPr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77317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41BC61-5547-4A60-8DA1-6699760D9972}" type="datetime1">
              <a:rPr lang="en-US" smtClean="0"/>
              <a:t>12/4/2024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36605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77965" y="507037"/>
            <a:ext cx="1571626" cy="533993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933700" y="524373"/>
            <a:ext cx="5959577" cy="532259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9277965" y="6296615"/>
            <a:ext cx="2505996" cy="365125"/>
          </a:xfrm>
        </p:spPr>
        <p:txBody>
          <a:bodyPr/>
          <a:lstStyle/>
          <a:p>
            <a:fld id="{24B9D1C6-60D0-4CD1-8F31-F912522EB041}" type="datetime1">
              <a:rPr lang="en-US" smtClean="0"/>
              <a:t>12/4/2024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933699" y="6296615"/>
            <a:ext cx="5959577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 rot="5400000">
            <a:off x="8734643" y="2853201"/>
            <a:ext cx="5383267" cy="604269"/>
          </a:xfrm>
        </p:spPr>
        <p:txBody>
          <a:bodyPr/>
          <a:lstStyle>
            <a:lvl1pPr algn="l">
              <a:defRPr/>
            </a:lvl1pPr>
          </a:lstStyle>
          <a:p>
            <a:fld id="{FAEF9944-A4F6-4C59-AEBD-678D6480B8EA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7" name="Straight Connector 6" title="Rule Line">
            <a:extLst>
              <a:ext uri="{FF2B5EF4-FFF2-40B4-BE49-F238E27FC236}">
                <a16:creationId xmlns:a16="http://schemas.microsoft.com/office/drawing/2014/main" id="{A1005B08-D2D4-455C-AA62-1200E43E7AF9}"/>
              </a:ext>
            </a:extLst>
          </p:cNvPr>
          <p:cNvCxnSpPr/>
          <p:nvPr/>
        </p:nvCxnSpPr>
        <p:spPr>
          <a:xfrm>
            <a:off x="9111582" y="571502"/>
            <a:ext cx="0" cy="5275467"/>
          </a:xfrm>
          <a:prstGeom prst="line">
            <a:avLst/>
          </a:prstGeom>
          <a:ln w="3810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99888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0786F82F-1B47-46ED-8EAE-53EF71E59E9A}"/>
              </a:ext>
            </a:extLst>
          </p:cNvPr>
          <p:cNvSpPr/>
          <p:nvPr/>
        </p:nvSpPr>
        <p:spPr>
          <a:xfrm>
            <a:off x="4718302" y="0"/>
            <a:ext cx="7473698" cy="6858000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2918" y="705113"/>
            <a:ext cx="3411973" cy="5197498"/>
          </a:xfrm>
          <a:prstGeom prst="rect">
            <a:avLst/>
          </a:prstGeom>
        </p:spPr>
        <p:txBody>
          <a:bodyPr vert="horz" lIns="109728" tIns="109728" rIns="109728" bIns="9144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76671" y="705113"/>
            <a:ext cx="6172412" cy="5197497"/>
          </a:xfrm>
          <a:prstGeom prst="rect">
            <a:avLst/>
          </a:prstGeom>
        </p:spPr>
        <p:txBody>
          <a:bodyPr vert="horz" lIns="109728" tIns="109728" rIns="109728" bIns="9144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42917" y="6309360"/>
            <a:ext cx="3411973" cy="457200"/>
          </a:xfrm>
          <a:prstGeom prst="rect">
            <a:avLst/>
          </a:prstGeom>
        </p:spPr>
        <p:txBody>
          <a:bodyPr vert="horz" lIns="109728" tIns="109728" rIns="109728" bIns="91440" rtlCol="0" anchor="ctr"/>
          <a:lstStyle>
            <a:lvl1pPr algn="l">
              <a:defRPr sz="1200" spc="1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fld id="{4AF8082C-0922-4249-A612-B415F5231620}" type="datetime1">
              <a:rPr lang="en-US" smtClean="0"/>
              <a:t>12/4/2024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376670" y="6309360"/>
            <a:ext cx="4946592" cy="457200"/>
          </a:xfrm>
          <a:prstGeom prst="rect">
            <a:avLst/>
          </a:prstGeom>
        </p:spPr>
        <p:txBody>
          <a:bodyPr vert="horz" lIns="109728" tIns="109728" rIns="109728" bIns="91440" rtlCol="0" anchor="ctr"/>
          <a:lstStyle>
            <a:lvl1pPr algn="l">
              <a:defRPr sz="1200" spc="1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69202" y="6309360"/>
            <a:ext cx="979879" cy="457200"/>
          </a:xfrm>
          <a:prstGeom prst="rect">
            <a:avLst/>
          </a:prstGeom>
        </p:spPr>
        <p:txBody>
          <a:bodyPr vert="horz" lIns="109728" tIns="109728" rIns="109728" bIns="91440" rtlCol="0" anchor="b"/>
          <a:lstStyle>
            <a:lvl1pPr algn="r">
              <a:defRPr sz="1600" b="1" spc="1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fld id="{FAEF9944-A4F6-4C59-AEBD-678D6480B8E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F1BAF6F-6275-4646-9C59-331B29B9550F}"/>
              </a:ext>
            </a:extLst>
          </p:cNvPr>
          <p:cNvSpPr/>
          <p:nvPr/>
        </p:nvSpPr>
        <p:spPr>
          <a:xfrm rot="5400000">
            <a:off x="1257298" y="3396997"/>
            <a:ext cx="685800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81050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0" r:id="rId1"/>
    <p:sldLayoutId id="2147483681" r:id="rId2"/>
    <p:sldLayoutId id="2147483682" r:id="rId3"/>
    <p:sldLayoutId id="2147483683" r:id="rId4"/>
    <p:sldLayoutId id="2147483684" r:id="rId5"/>
    <p:sldLayoutId id="2147483678" r:id="rId6"/>
    <p:sldLayoutId id="2147483674" r:id="rId7"/>
    <p:sldLayoutId id="2147483675" r:id="rId8"/>
    <p:sldLayoutId id="2147483676" r:id="rId9"/>
    <p:sldLayoutId id="2147483677" r:id="rId10"/>
    <p:sldLayoutId id="2147483679" r:id="rId11"/>
  </p:sldLayoutIdLst>
  <p:hf sldNum="0" hdr="0" ftr="0" dt="0"/>
  <p:txStyles>
    <p:titleStyle>
      <a:lvl1pPr algn="l" defTabSz="914400" rtl="0" eaLnBrk="1" latinLnBrk="0" hangingPunct="1">
        <a:lnSpc>
          <a:spcPct val="150000"/>
        </a:lnSpc>
        <a:spcBef>
          <a:spcPct val="0"/>
        </a:spcBef>
        <a:buNone/>
        <a:defRPr sz="3600" b="1" kern="1200" spc="1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40000"/>
        </a:lnSpc>
        <a:spcBef>
          <a:spcPts val="930"/>
        </a:spcBef>
        <a:buFont typeface="Corbel" panose="020B0503020204020204" pitchFamily="34" charset="0"/>
        <a:buNone/>
        <a:defRPr sz="1800" b="1" kern="1200" spc="150" baseline="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0" indent="0" algn="l" defTabSz="914400" rtl="0" eaLnBrk="1" latinLnBrk="0" hangingPunct="1">
        <a:lnSpc>
          <a:spcPct val="140000"/>
        </a:lnSpc>
        <a:spcBef>
          <a:spcPts val="930"/>
        </a:spcBef>
        <a:buFont typeface="Corbel" panose="020B0503020204020204" pitchFamily="34" charset="0"/>
        <a:buNone/>
        <a:defRPr sz="1600" kern="1200" spc="150" baseline="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0" indent="-320040" algn="l" defTabSz="914400" rtl="0" eaLnBrk="1" latinLnBrk="0" hangingPunct="1">
        <a:lnSpc>
          <a:spcPct val="140000"/>
        </a:lnSpc>
        <a:spcBef>
          <a:spcPts val="930"/>
        </a:spcBef>
        <a:buFont typeface="Corbel" panose="020B0503020204020204" pitchFamily="34" charset="0"/>
        <a:buChar char="–"/>
        <a:defRPr sz="1400" i="1" kern="1200" spc="150" baseline="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0" indent="-320040" algn="l" defTabSz="914400" rtl="0" eaLnBrk="1" latinLnBrk="0" hangingPunct="1">
        <a:lnSpc>
          <a:spcPct val="140000"/>
        </a:lnSpc>
        <a:spcBef>
          <a:spcPts val="930"/>
        </a:spcBef>
        <a:buFont typeface="Corbel" panose="020B0503020204020204" pitchFamily="34" charset="0"/>
        <a:buChar char="–"/>
        <a:defRPr sz="1400" kern="1200" spc="150" baseline="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0" indent="-320040" algn="l" defTabSz="914400" rtl="0" eaLnBrk="1" latinLnBrk="0" hangingPunct="1">
        <a:lnSpc>
          <a:spcPct val="140000"/>
        </a:lnSpc>
        <a:spcBef>
          <a:spcPts val="930"/>
        </a:spcBef>
        <a:buFont typeface="Corbel" panose="020B0503020204020204" pitchFamily="34" charset="0"/>
        <a:buChar char="–"/>
        <a:defRPr sz="1400" i="1" kern="1200" spc="150" baseline="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920240" indent="-320040" algn="l" defTabSz="914400" rtl="0" eaLnBrk="1" latinLnBrk="0" hangingPunct="1">
        <a:lnSpc>
          <a:spcPct val="111000"/>
        </a:lnSpc>
        <a:spcBef>
          <a:spcPts val="930"/>
        </a:spcBef>
        <a:buFont typeface="Corbel" panose="020B0503020204020204" pitchFamily="34" charset="0"/>
        <a:buChar char="–"/>
        <a:defRPr sz="1400" kern="1200">
          <a:solidFill>
            <a:schemeClr val="accent1">
              <a:lumMod val="75000"/>
            </a:schemeClr>
          </a:solidFill>
          <a:latin typeface="+mn-lt"/>
          <a:ea typeface="+mn-ea"/>
          <a:cs typeface="+mn-cs"/>
        </a:defRPr>
      </a:lvl6pPr>
      <a:lvl7pPr marL="2240280" indent="-320040" algn="l" defTabSz="914400" rtl="0" eaLnBrk="1" latinLnBrk="0" hangingPunct="1">
        <a:lnSpc>
          <a:spcPct val="111000"/>
        </a:lnSpc>
        <a:spcBef>
          <a:spcPts val="930"/>
        </a:spcBef>
        <a:buFont typeface="Corbel" panose="020B0503020204020204" pitchFamily="34" charset="0"/>
        <a:buChar char="–"/>
        <a:defRPr sz="1400" i="1" kern="1200">
          <a:solidFill>
            <a:schemeClr val="accent1">
              <a:lumMod val="75000"/>
            </a:schemeClr>
          </a:solidFill>
          <a:latin typeface="+mn-lt"/>
          <a:ea typeface="+mn-ea"/>
          <a:cs typeface="+mn-cs"/>
        </a:defRPr>
      </a:lvl7pPr>
      <a:lvl8pPr marL="2560320" indent="-320040" algn="l" defTabSz="914400" rtl="0" eaLnBrk="1" latinLnBrk="0" hangingPunct="1">
        <a:lnSpc>
          <a:spcPct val="111000"/>
        </a:lnSpc>
        <a:spcBef>
          <a:spcPts val="930"/>
        </a:spcBef>
        <a:buFont typeface="Corbel" panose="020B0503020204020204" pitchFamily="34" charset="0"/>
        <a:buChar char="–"/>
        <a:defRPr sz="1400" kern="1200">
          <a:solidFill>
            <a:schemeClr val="accent1">
              <a:lumMod val="75000"/>
            </a:schemeClr>
          </a:solidFill>
          <a:latin typeface="+mn-lt"/>
          <a:ea typeface="+mn-ea"/>
          <a:cs typeface="+mn-cs"/>
        </a:defRPr>
      </a:lvl8pPr>
      <a:lvl9pPr marL="2880360" indent="-320040" algn="l" defTabSz="914400" rtl="0" eaLnBrk="1" latinLnBrk="0" hangingPunct="1">
        <a:lnSpc>
          <a:spcPct val="111000"/>
        </a:lnSpc>
        <a:spcBef>
          <a:spcPts val="930"/>
        </a:spcBef>
        <a:buFont typeface="Corbel" panose="020B0503020204020204" pitchFamily="34" charset="0"/>
        <a:buChar char="–"/>
        <a:defRPr sz="1400" i="1" kern="1200">
          <a:solidFill>
            <a:schemeClr val="accent1">
              <a:lumMod val="7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gif"/><Relationship Id="rId2" Type="http://schemas.openxmlformats.org/officeDocument/2006/relationships/image" Target="../media/image3.gi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4" Type="http://schemas.openxmlformats.org/officeDocument/2006/relationships/image" Target="../media/image8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1" name="Rectangle 30">
            <a:extLst>
              <a:ext uri="{FF2B5EF4-FFF2-40B4-BE49-F238E27FC236}">
                <a16:creationId xmlns:a16="http://schemas.microsoft.com/office/drawing/2014/main" id="{EA164D6B-6878-4B9F-A2D0-985D39B17B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362F176A-9349-4CD7-8042-59C0200C8C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57648" y="-4078"/>
            <a:ext cx="3031302" cy="1056542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3CC6B177-0D45-4129-AAC6-121B645D06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069788"/>
            <a:ext cx="647701" cy="509782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32C3162B-47DE-4EA0-A4BE-9A143AEC63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7513" y="1069788"/>
            <a:ext cx="8516959" cy="507686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9589" y="902707"/>
            <a:ext cx="7366236" cy="3311479"/>
          </a:xfrm>
        </p:spPr>
        <p:txBody>
          <a:bodyPr anchor="b">
            <a:normAutofit/>
          </a:bodyPr>
          <a:lstStyle/>
          <a:p>
            <a:r>
              <a:rPr lang="en-US" sz="6600" dirty="0">
                <a:solidFill>
                  <a:schemeClr val="bg1"/>
                </a:solidFill>
                <a:ea typeface="Meiryo"/>
              </a:rPr>
              <a:t>Dynamic light scattering</a:t>
            </a:r>
            <a:endParaRPr lang="en-US" sz="6600" dirty="0">
              <a:solidFill>
                <a:schemeClr val="bg1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4494332"/>
            <a:ext cx="7519707" cy="1204970"/>
          </a:xfrm>
        </p:spPr>
        <p:txBody>
          <a:bodyPr anchor="t">
            <a:normAutofit fontScale="92500" lnSpcReduction="20000"/>
          </a:bodyPr>
          <a:lstStyle/>
          <a:p>
            <a:r>
              <a:rPr lang="en-US" b="1" i="1" dirty="0">
                <a:solidFill>
                  <a:schemeClr val="bg1"/>
                </a:solidFill>
                <a:ea typeface="Meiryo"/>
              </a:rPr>
              <a:t>MME-308</a:t>
            </a:r>
          </a:p>
          <a:p>
            <a:r>
              <a:rPr lang="en-US" b="1" i="1" dirty="0">
                <a:solidFill>
                  <a:schemeClr val="bg1"/>
                </a:solidFill>
                <a:ea typeface="Meiryo"/>
              </a:rPr>
              <a:t>Materials laboratory I 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91DF095C-665A-4B22-A777-D3196F4951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64472" y="1052464"/>
            <a:ext cx="3027528" cy="5115151"/>
          </a:xfrm>
          <a:prstGeom prst="rect">
            <a:avLst/>
          </a:prstGeom>
          <a:solidFill>
            <a:schemeClr val="bg2">
              <a:lumMod val="75000"/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985AAE23-FCB6-4663-907C-0110B0FDC5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6167615"/>
            <a:ext cx="12185902" cy="690385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9C969C2C-E7E3-4052-87D4-61E733EC1B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5" y="6112401"/>
            <a:ext cx="12188951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7C60369F-A41B-4D6E-8990-30E2715C57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43991" y="0"/>
            <a:ext cx="64008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4E9A171F-91A7-42F8-B25C-E38B244E7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5" y="1031500"/>
            <a:ext cx="12188951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896F8FE-0236-3B87-12CF-C368A8ADA0E0}"/>
              </a:ext>
            </a:extLst>
          </p:cNvPr>
          <p:cNvSpPr txBox="1"/>
          <p:nvPr/>
        </p:nvSpPr>
        <p:spPr>
          <a:xfrm>
            <a:off x="9702282" y="2744603"/>
            <a:ext cx="2342140" cy="175432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 algn="l">
              <a:buFont typeface="Wingdings" panose="020B0604020202020204" pitchFamily="34" charset="0"/>
              <a:buChar char="q"/>
            </a:pPr>
            <a:r>
              <a:rPr lang="en-US">
                <a:ea typeface="Meiryo"/>
              </a:rPr>
              <a:t>2011049</a:t>
            </a:r>
            <a:endParaRPr lang="en-US"/>
          </a:p>
          <a:p>
            <a:pPr marL="285750" indent="-285750">
              <a:buFont typeface="Wingdings" panose="020B0604020202020204" pitchFamily="34" charset="0"/>
              <a:buChar char="q"/>
            </a:pPr>
            <a:r>
              <a:rPr lang="en-US">
                <a:ea typeface="Meiryo"/>
              </a:rPr>
              <a:t>2011050</a:t>
            </a:r>
          </a:p>
          <a:p>
            <a:pPr marL="285750" indent="-285750">
              <a:buFont typeface="Wingdings" panose="020B0604020202020204" pitchFamily="34" charset="0"/>
              <a:buChar char="q"/>
            </a:pPr>
            <a:r>
              <a:rPr lang="en-US">
                <a:ea typeface="Meiryo"/>
              </a:rPr>
              <a:t>2011051</a:t>
            </a:r>
            <a:endParaRPr lang="en-US" dirty="0">
              <a:ea typeface="Meiryo"/>
            </a:endParaRPr>
          </a:p>
          <a:p>
            <a:pPr marL="285750" indent="-285750">
              <a:buFont typeface="Wingdings" panose="020B0604020202020204" pitchFamily="34" charset="0"/>
              <a:buChar char="q"/>
            </a:pPr>
            <a:r>
              <a:rPr lang="en-US">
                <a:ea typeface="Meiryo"/>
              </a:rPr>
              <a:t>2011052</a:t>
            </a:r>
          </a:p>
          <a:p>
            <a:pPr marL="285750" indent="-285750">
              <a:buFont typeface="Wingdings" panose="020B0604020202020204" pitchFamily="34" charset="0"/>
              <a:buChar char="q"/>
            </a:pPr>
            <a:r>
              <a:rPr lang="en-US">
                <a:ea typeface="Meiryo"/>
              </a:rPr>
              <a:t>2011053</a:t>
            </a:r>
            <a:endParaRPr lang="en-US" dirty="0">
              <a:ea typeface="Meiryo"/>
            </a:endParaRPr>
          </a:p>
          <a:p>
            <a:pPr marL="285750" indent="-285750">
              <a:buFont typeface="Wingdings" panose="020B0604020202020204" pitchFamily="34" charset="0"/>
              <a:buChar char="q"/>
            </a:pPr>
            <a:r>
              <a:rPr lang="en-US" dirty="0">
                <a:ea typeface="Meiryo"/>
              </a:rPr>
              <a:t>2011054</a:t>
            </a: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99405E2-1A96-4DBA-A9DC-4C2A1B421C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1219200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9855050-A75B-4DD0-9B56-8B1C7722D8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7235" y="758246"/>
            <a:ext cx="4658480" cy="5386318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7927175-34C0-CECB-10E1-ABA0D3FAE8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2918" y="1072110"/>
            <a:ext cx="3611029" cy="1862345"/>
          </a:xfrm>
        </p:spPr>
        <p:txBody>
          <a:bodyPr>
            <a:normAutofit/>
          </a:bodyPr>
          <a:lstStyle/>
          <a:p>
            <a:r>
              <a:rPr lang="en-US" dirty="0">
                <a:ea typeface="Meiryo"/>
              </a:rPr>
              <a:t>Introduction</a:t>
            </a:r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060C0F7-61A6-4E64-A77E-AFBD811273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684060" y="0"/>
            <a:ext cx="7507940" cy="765228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D3E631-C2E2-0C38-801B-5B5A191A7E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7874" y="2934455"/>
            <a:ext cx="3616073" cy="2840139"/>
          </a:xfrm>
        </p:spPr>
        <p:txBody>
          <a:bodyPr anchor="t">
            <a:normAutofit/>
          </a:bodyPr>
          <a:lstStyle/>
          <a:p>
            <a:pPr>
              <a:lnSpc>
                <a:spcPct val="130000"/>
              </a:lnSpc>
            </a:pPr>
            <a:r>
              <a:rPr lang="en-US" sz="1500" b="0">
                <a:ea typeface="+mn-lt"/>
                <a:cs typeface="+mn-lt"/>
              </a:rPr>
              <a:t>Dynamic Light Scattering (DLS) is a powerful analytical technique used to measure the size and size distribution of particles, emulsions, or molecules in suspension, typically in the nanometer to micrometer range.</a:t>
            </a:r>
            <a:endParaRPr lang="en-US" sz="1500"/>
          </a:p>
        </p:txBody>
      </p:sp>
      <p:pic>
        <p:nvPicPr>
          <p:cNvPr id="4" name="Picture 3" descr="A diagram of a detector&#10;&#10;Description automatically generated">
            <a:extLst>
              <a:ext uri="{FF2B5EF4-FFF2-40B4-BE49-F238E27FC236}">
                <a16:creationId xmlns:a16="http://schemas.microsoft.com/office/drawing/2014/main" id="{9F5C7A9A-2CA5-3D22-9431-54831DA221F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36127" b="-2"/>
          <a:stretch/>
        </p:blipFill>
        <p:spPr>
          <a:xfrm>
            <a:off x="4695713" y="713436"/>
            <a:ext cx="7500472" cy="5431128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BCF4857D-F003-4CA1-82AB-00900B1008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6" y="6144564"/>
            <a:ext cx="4656246" cy="71343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B791336-FCAA-4174-9303-B3F3748611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715122" y="6167615"/>
            <a:ext cx="7473828" cy="690385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A212158-300D-44D0-9CCE-472C3F669E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5" y="6109423"/>
            <a:ext cx="12188951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88521F4-D44A-42C5-9BDB-5CA2555409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56241" y="0"/>
            <a:ext cx="64008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E6738EB-6FF0-4AF9-8462-57F4494B88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5" y="713436"/>
            <a:ext cx="12188951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5491786"/>
      </p:ext>
    </p:extLst>
  </p:cSld>
  <p:clrMapOvr>
    <a:masterClrMapping/>
  </p:clrMapOvr>
  <p:transition>
    <p:wip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99405E2-1A96-4DBA-A9DC-4C2A1B421C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1219200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EB1CCE3-FB1D-471C-9AFE-D20E81E64A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825689"/>
            <a:ext cx="6795928" cy="2594215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17DBF5-5553-AED0-FDCA-039F193362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34622" y="1113327"/>
            <a:ext cx="4862811" cy="2019488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bg1"/>
                </a:solidFill>
                <a:ea typeface="+mj-lt"/>
                <a:cs typeface="+mj-lt"/>
              </a:rPr>
              <a:t>Key Concept: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0F38E87-6AF8-4488-B608-9FA2F57B40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889697"/>
            <a:ext cx="1070775" cy="2466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CC3B76D-CC6E-42D0-8666-2A2164AB5A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3355896"/>
            <a:ext cx="679399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2BA9D6C-8214-4E25-AF8B-48762AD8D5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38769" y="3419903"/>
            <a:ext cx="5789163" cy="3438097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BE9B8BD-472F-4F54-AC9D-101EE34969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2390232" y="3396997"/>
            <a:ext cx="685800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871A14F-64B0-4CCE-900E-695C55EFF3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825689"/>
            <a:ext cx="679399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2F890D-AA49-91A6-6F03-2C3CAA2085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054" y="3130892"/>
            <a:ext cx="5117253" cy="2505801"/>
          </a:xfrm>
        </p:spPr>
        <p:txBody>
          <a:bodyPr vert="horz" lIns="109728" tIns="109728" rIns="109728" bIns="91440" rtlCol="0" anchor="t">
            <a:noAutofit/>
          </a:bodyPr>
          <a:lstStyle/>
          <a:p>
            <a:pPr>
              <a:lnSpc>
                <a:spcPct val="130000"/>
              </a:lnSpc>
            </a:pPr>
            <a:endParaRPr lang="en-US" sz="1600" dirty="0">
              <a:ea typeface="Meiryo"/>
            </a:endParaRPr>
          </a:p>
          <a:p>
            <a:pPr marL="285750" indent="-285750">
              <a:lnSpc>
                <a:spcPct val="130000"/>
              </a:lnSpc>
              <a:buFont typeface="Arial"/>
              <a:buChar char="•"/>
            </a:pPr>
            <a:r>
              <a:rPr lang="en-US" sz="1600" dirty="0">
                <a:ea typeface="+mn-lt"/>
                <a:cs typeface="+mn-lt"/>
              </a:rPr>
              <a:t>What it does</a:t>
            </a:r>
            <a:r>
              <a:rPr lang="en-US" sz="1600" b="0" dirty="0">
                <a:ea typeface="+mn-lt"/>
                <a:cs typeface="+mn-lt"/>
              </a:rPr>
              <a:t>: DLS analyzes fluctuations in the intensity of light scattered by particles undergoing Brownian motion in a liquid.</a:t>
            </a:r>
            <a:endParaRPr lang="en-US" sz="1600" dirty="0">
              <a:ea typeface="Meiryo"/>
            </a:endParaRPr>
          </a:p>
          <a:p>
            <a:pPr marL="285750" indent="-285750">
              <a:lnSpc>
                <a:spcPct val="130000"/>
              </a:lnSpc>
              <a:buFont typeface="Arial"/>
              <a:buChar char="•"/>
            </a:pPr>
            <a:r>
              <a:rPr lang="en-US" sz="1600" dirty="0">
                <a:ea typeface="+mn-lt"/>
                <a:cs typeface="+mn-lt"/>
              </a:rPr>
              <a:t>How it works</a:t>
            </a:r>
            <a:r>
              <a:rPr lang="en-US" sz="1600" b="0" dirty="0">
                <a:ea typeface="+mn-lt"/>
                <a:cs typeface="+mn-lt"/>
              </a:rPr>
              <a:t>: By measuring these fluctuations and applying the Stokes-Einstein equation, it calculates the </a:t>
            </a:r>
            <a:r>
              <a:rPr lang="en-US" sz="1600" dirty="0">
                <a:ea typeface="+mn-lt"/>
                <a:cs typeface="+mn-lt"/>
              </a:rPr>
              <a:t>hydrodynamic diameter</a:t>
            </a:r>
            <a:r>
              <a:rPr lang="en-US" sz="1600" b="0" dirty="0">
                <a:ea typeface="+mn-lt"/>
                <a:cs typeface="+mn-lt"/>
              </a:rPr>
              <a:t> of the particles.</a:t>
            </a:r>
            <a:endParaRPr lang="en-US" sz="1600" dirty="0">
              <a:ea typeface="Meiryo"/>
            </a:endParaRPr>
          </a:p>
          <a:p>
            <a:pPr>
              <a:lnSpc>
                <a:spcPct val="130000"/>
              </a:lnSpc>
            </a:pPr>
            <a:endParaRPr lang="en-US" sz="1600" dirty="0">
              <a:ea typeface="Meiryo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FDBC76A-295F-4635-A28D-ADA24F383A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398931" y="3396997"/>
            <a:ext cx="685800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A diagram of a diagram showing different types of particles&#10;&#10;Description automatically generated">
            <a:extLst>
              <a:ext uri="{FF2B5EF4-FFF2-40B4-BE49-F238E27FC236}">
                <a16:creationId xmlns:a16="http://schemas.microsoft.com/office/drawing/2014/main" id="{421D5B24-F301-84C8-1709-C94E85CC84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75236" y="1715822"/>
            <a:ext cx="4737750" cy="36526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8596573"/>
      </p:ext>
    </p:extLst>
  </p:cSld>
  <p:clrMapOvr>
    <a:masterClrMapping/>
  </p:clrMapOvr>
  <p:transition spd="med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8" name="Rectangle 27">
            <a:extLst>
              <a:ext uri="{FF2B5EF4-FFF2-40B4-BE49-F238E27FC236}">
                <a16:creationId xmlns:a16="http://schemas.microsoft.com/office/drawing/2014/main" id="{099405E2-1A96-4DBA-A9DC-4C2A1B421C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1219200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C3FEC850-D70F-4F53-AFB0-352FEA9452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866789"/>
            <a:ext cx="6795928" cy="2594215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A32B2AC-0177-182A-A5FE-F563A53768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34622" y="1113327"/>
            <a:ext cx="4862811" cy="2019488"/>
          </a:xfrm>
        </p:spPr>
        <p:txBody>
          <a:bodyPr vert="horz" lIns="109728" tIns="109728" rIns="109728" bIns="91440" rtlCol="0">
            <a:normAutofit/>
          </a:bodyPr>
          <a:lstStyle/>
          <a:p>
            <a:pPr>
              <a:lnSpc>
                <a:spcPct val="140000"/>
              </a:lnSpc>
            </a:pPr>
            <a:r>
              <a:rPr lang="en-US" sz="2800" dirty="0">
                <a:solidFill>
                  <a:schemeClr val="bg1"/>
                </a:solidFill>
                <a:ea typeface="Meiryo"/>
              </a:rPr>
              <a:t>Brownian Motion </a:t>
            </a:r>
            <a:br>
              <a:rPr lang="en-US" sz="2800">
                <a:solidFill>
                  <a:schemeClr val="bg1"/>
                </a:solidFill>
                <a:ea typeface="Meiryo"/>
              </a:rPr>
            </a:br>
            <a:r>
              <a:rPr lang="en-US" sz="2800" dirty="0">
                <a:solidFill>
                  <a:schemeClr val="bg1"/>
                </a:solidFill>
                <a:ea typeface="Meiryo"/>
              </a:rPr>
              <a:t>&amp;</a:t>
            </a:r>
            <a:br>
              <a:rPr lang="en-US" sz="2800">
                <a:solidFill>
                  <a:schemeClr val="bg1"/>
                </a:solidFill>
                <a:ea typeface="Meiryo"/>
              </a:rPr>
            </a:br>
            <a:r>
              <a:rPr lang="en-US" sz="2800" dirty="0">
                <a:solidFill>
                  <a:schemeClr val="bg1"/>
                </a:solidFill>
                <a:ea typeface="Meiryo"/>
              </a:rPr>
              <a:t>Hydrodynamic Size</a:t>
            </a:r>
            <a:endParaRPr lang="en-US" sz="2800">
              <a:solidFill>
                <a:schemeClr val="bg1"/>
              </a:solidFill>
              <a:ea typeface="Meiryo"/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98928BEC-981A-4B8F-98FA-839975C5F1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3063" y="930797"/>
            <a:ext cx="1070775" cy="2466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Brownian motion - Wikipedia">
            <a:extLst>
              <a:ext uri="{FF2B5EF4-FFF2-40B4-BE49-F238E27FC236}">
                <a16:creationId xmlns:a16="http://schemas.microsoft.com/office/drawing/2014/main" id="{E1EC308E-A4F8-D66C-69FC-DF8E8DFA60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66380" y="484630"/>
            <a:ext cx="2519176" cy="2519176"/>
          </a:xfrm>
          <a:prstGeom prst="rect">
            <a:avLst/>
          </a:prstGeom>
        </p:spPr>
      </p:pic>
      <p:sp>
        <p:nvSpPr>
          <p:cNvPr id="34" name="Rectangle 33">
            <a:extLst>
              <a:ext uri="{FF2B5EF4-FFF2-40B4-BE49-F238E27FC236}">
                <a16:creationId xmlns:a16="http://schemas.microsoft.com/office/drawing/2014/main" id="{32BA9D6C-8214-4E25-AF8B-48762AD8D5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38769" y="3515921"/>
            <a:ext cx="5789163" cy="3342079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15114E9F-2A15-431C-9EF8-E5F1FFEE12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2390232" y="3396997"/>
            <a:ext cx="685800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4E8B9C70-F708-443B-82A0-80E311A003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848457"/>
            <a:ext cx="679399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5D7B94B2-D9B6-4EAC-8CD9-3961D17843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396996"/>
            <a:ext cx="12192001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37CB91-C672-D5F5-AD33-DBF8F8207B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08081" y="3398622"/>
            <a:ext cx="5446766" cy="2505801"/>
          </a:xfrm>
        </p:spPr>
        <p:txBody>
          <a:bodyPr vert="horz" lIns="109728" tIns="109728" rIns="109728" bIns="9144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sz="1400" dirty="0">
                <a:ea typeface="Meiryo"/>
              </a:rPr>
              <a:t>It is the random movement of particles due to bombardment of by the solvent molecules that surround them </a:t>
            </a:r>
          </a:p>
          <a:p>
            <a:pPr>
              <a:lnSpc>
                <a:spcPct val="130000"/>
              </a:lnSpc>
            </a:pPr>
            <a:r>
              <a:rPr lang="en-US" sz="1400" dirty="0">
                <a:ea typeface="Meiryo"/>
              </a:rPr>
              <a:t>DLS measures the speed of particles undergoing Brownian motion </a:t>
            </a:r>
          </a:p>
          <a:p>
            <a:pPr marL="285750" indent="-285750">
              <a:lnSpc>
                <a:spcPct val="130000"/>
              </a:lnSpc>
              <a:buFont typeface="Arial" panose="020B0503020204020204" pitchFamily="34" charset="0"/>
              <a:buChar char="•"/>
            </a:pPr>
            <a:r>
              <a:rPr lang="en-US" sz="1400" dirty="0">
                <a:ea typeface="Meiryo"/>
              </a:rPr>
              <a:t>Small particles diffuse rapidly</a:t>
            </a:r>
          </a:p>
          <a:p>
            <a:pPr marL="285750" indent="-285750">
              <a:lnSpc>
                <a:spcPct val="130000"/>
              </a:lnSpc>
              <a:buFont typeface="Arial" panose="020B0503020204020204" pitchFamily="34" charset="0"/>
              <a:buChar char="•"/>
            </a:pPr>
            <a:r>
              <a:rPr lang="en-US" sz="1400" dirty="0">
                <a:ea typeface="Meiryo"/>
              </a:rPr>
              <a:t>Large particles diffuse slowly</a:t>
            </a:r>
          </a:p>
          <a:p>
            <a:pPr>
              <a:lnSpc>
                <a:spcPct val="130000"/>
              </a:lnSpc>
            </a:pPr>
            <a:r>
              <a:rPr lang="en-US" sz="1400" dirty="0">
                <a:ea typeface="Meiryo"/>
              </a:rPr>
              <a:t>The diameter of a hard sphere that diffuses at the same speed as the particle or molecule being measured is the hydrodynamic size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EA6FE760-E70F-4EB9-BCB1-D7795F04B6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398931" y="3396997"/>
            <a:ext cx="685800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Category:Brownian motion - Wikimedia Commons">
            <a:extLst>
              <a:ext uri="{FF2B5EF4-FFF2-40B4-BE49-F238E27FC236}">
                <a16:creationId xmlns:a16="http://schemas.microsoft.com/office/drawing/2014/main" id="{5BEBBBE9-C31F-EF7C-DCF3-A7185B5FD2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66380" y="3854194"/>
            <a:ext cx="2519176" cy="25191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734856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4" name="Rectangle 103">
            <a:extLst>
              <a:ext uri="{FF2B5EF4-FFF2-40B4-BE49-F238E27FC236}">
                <a16:creationId xmlns:a16="http://schemas.microsoft.com/office/drawing/2014/main" id="{099405E2-1A96-4DBA-A9DC-4C2A1B421C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1219200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5" name="Rectangle 104">
            <a:extLst>
              <a:ext uri="{FF2B5EF4-FFF2-40B4-BE49-F238E27FC236}">
                <a16:creationId xmlns:a16="http://schemas.microsoft.com/office/drawing/2014/main" id="{932FF329-3A87-4F66-BA01-91CD63C811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2" y="0"/>
            <a:ext cx="4420926" cy="683812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A diagram of a laser&#10;&#10;Description automatically generated">
            <a:extLst>
              <a:ext uri="{FF2B5EF4-FFF2-40B4-BE49-F238E27FC236}">
                <a16:creationId xmlns:a16="http://schemas.microsoft.com/office/drawing/2014/main" id="{4D6F2AA9-D41C-5F13-76CD-8FCEAAB1A2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544" y="2470776"/>
            <a:ext cx="4225256" cy="2360062"/>
          </a:xfrm>
          <a:prstGeom prst="rect">
            <a:avLst/>
          </a:prstGeom>
        </p:spPr>
      </p:pic>
      <p:sp>
        <p:nvSpPr>
          <p:cNvPr id="106" name="Rectangle 105">
            <a:extLst>
              <a:ext uri="{FF2B5EF4-FFF2-40B4-BE49-F238E27FC236}">
                <a16:creationId xmlns:a16="http://schemas.microsoft.com/office/drawing/2014/main" id="{BCF4857D-F003-4CA1-82AB-00900B1008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6146359"/>
            <a:ext cx="4426072" cy="711642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7" name="Rectangle 106">
            <a:extLst>
              <a:ext uri="{FF2B5EF4-FFF2-40B4-BE49-F238E27FC236}">
                <a16:creationId xmlns:a16="http://schemas.microsoft.com/office/drawing/2014/main" id="{79855050-A75B-4DD0-9B56-8B1C7722D8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426076" y="748578"/>
            <a:ext cx="7765922" cy="5419038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0889C0C-81FA-4B62-DBFC-B509E588A4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24495" y="742968"/>
            <a:ext cx="6627226" cy="1154102"/>
          </a:xfrm>
        </p:spPr>
        <p:txBody>
          <a:bodyPr>
            <a:normAutofit/>
          </a:bodyPr>
          <a:lstStyle/>
          <a:p>
            <a:r>
              <a:rPr lang="en-US">
                <a:ea typeface="Meiryo"/>
              </a:rPr>
              <a:t>Mechanism</a:t>
            </a:r>
            <a:endParaRPr lang="en-US"/>
          </a:p>
        </p:txBody>
      </p:sp>
      <p:sp>
        <p:nvSpPr>
          <p:cNvPr id="108" name="Rectangle 107">
            <a:extLst>
              <a:ext uri="{FF2B5EF4-FFF2-40B4-BE49-F238E27FC236}">
                <a16:creationId xmlns:a16="http://schemas.microsoft.com/office/drawing/2014/main" id="{5E6738EB-6FF0-4AF9-8462-57F4494B88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5" y="687743"/>
            <a:ext cx="12188951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13DA70-9F1D-4EE0-E827-F16B64F99F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77889" y="1642662"/>
            <a:ext cx="7714195" cy="4637732"/>
          </a:xfrm>
        </p:spPr>
        <p:txBody>
          <a:bodyPr vert="horz" lIns="109728" tIns="109728" rIns="109728" bIns="91440" rtlCol="0" anchor="t">
            <a:noAutofit/>
          </a:bodyPr>
          <a:lstStyle/>
          <a:p>
            <a:pPr>
              <a:lnSpc>
                <a:spcPct val="130000"/>
              </a:lnSpc>
            </a:pPr>
            <a:endParaRPr lang="en-US" sz="1400" dirty="0">
              <a:ea typeface="Meiryo"/>
            </a:endParaRPr>
          </a:p>
          <a:p>
            <a:pPr>
              <a:lnSpc>
                <a:spcPct val="130000"/>
              </a:lnSpc>
            </a:pPr>
            <a:r>
              <a:rPr lang="en-US" sz="1400" dirty="0">
                <a:ea typeface="+mn-lt"/>
                <a:cs typeface="+mn-lt"/>
              </a:rPr>
              <a:t>How Dynamic Light Scattering Works:</a:t>
            </a:r>
            <a:endParaRPr lang="en-US" sz="1400" dirty="0">
              <a:ea typeface="Meiryo"/>
            </a:endParaRPr>
          </a:p>
          <a:p>
            <a:pPr>
              <a:lnSpc>
                <a:spcPct val="130000"/>
              </a:lnSpc>
            </a:pPr>
            <a:r>
              <a:rPr lang="en-US" sz="1400" dirty="0">
                <a:ea typeface="+mn-lt"/>
                <a:cs typeface="+mn-lt"/>
              </a:rPr>
              <a:t>Laser Scattering</a:t>
            </a:r>
            <a:endParaRPr lang="en-US" sz="1400" dirty="0">
              <a:ea typeface="Meiryo"/>
            </a:endParaRPr>
          </a:p>
          <a:p>
            <a:pPr marL="285750" lvl="1" indent="-285750">
              <a:lnSpc>
                <a:spcPct val="130000"/>
              </a:lnSpc>
              <a:buFont typeface="Arial"/>
              <a:buChar char="•"/>
            </a:pPr>
            <a:r>
              <a:rPr lang="en-US" sz="1400" dirty="0">
                <a:ea typeface="+mn-lt"/>
                <a:cs typeface="+mn-lt"/>
              </a:rPr>
              <a:t>A monochromatic laser beam illuminates the sample.</a:t>
            </a:r>
            <a:endParaRPr lang="en-US" sz="1400">
              <a:ea typeface="Meiryo"/>
            </a:endParaRPr>
          </a:p>
          <a:p>
            <a:pPr marL="285750" lvl="1" indent="-285750">
              <a:lnSpc>
                <a:spcPct val="130000"/>
              </a:lnSpc>
              <a:buFont typeface="Arial"/>
              <a:buChar char="•"/>
            </a:pPr>
            <a:r>
              <a:rPr lang="en-US" sz="1400" dirty="0">
                <a:ea typeface="+mn-lt"/>
                <a:cs typeface="+mn-lt"/>
              </a:rPr>
              <a:t>Particles in suspension scatter the light in all directions.</a:t>
            </a:r>
            <a:endParaRPr lang="en-US" sz="1400">
              <a:ea typeface="Meiryo"/>
            </a:endParaRPr>
          </a:p>
          <a:p>
            <a:pPr>
              <a:lnSpc>
                <a:spcPct val="130000"/>
              </a:lnSpc>
            </a:pPr>
            <a:r>
              <a:rPr lang="en-US" sz="1400" dirty="0">
                <a:ea typeface="+mn-lt"/>
                <a:cs typeface="+mn-lt"/>
              </a:rPr>
              <a:t>Brownian Motion</a:t>
            </a:r>
            <a:endParaRPr lang="en-US" sz="1400" dirty="0">
              <a:ea typeface="Meiryo"/>
            </a:endParaRPr>
          </a:p>
          <a:p>
            <a:pPr marL="285750" lvl="1" indent="-285750">
              <a:lnSpc>
                <a:spcPct val="130000"/>
              </a:lnSpc>
              <a:buFont typeface="Arial"/>
              <a:buChar char="•"/>
            </a:pPr>
            <a:r>
              <a:rPr lang="en-US" sz="1400" dirty="0">
                <a:ea typeface="+mn-lt"/>
                <a:cs typeface="+mn-lt"/>
              </a:rPr>
              <a:t>Particles undergo random motion due to thermal energy.</a:t>
            </a:r>
            <a:endParaRPr lang="en-US" sz="1400">
              <a:ea typeface="Meiryo"/>
            </a:endParaRPr>
          </a:p>
          <a:p>
            <a:pPr marL="285750" lvl="1" indent="-285750">
              <a:lnSpc>
                <a:spcPct val="130000"/>
              </a:lnSpc>
              <a:buFont typeface="Arial"/>
              <a:buChar char="•"/>
            </a:pPr>
            <a:r>
              <a:rPr lang="en-US" sz="1400" dirty="0">
                <a:ea typeface="+mn-lt"/>
                <a:cs typeface="+mn-lt"/>
              </a:rPr>
              <a:t>Smaller particles move faster than larger particles.</a:t>
            </a:r>
            <a:endParaRPr lang="en-US" sz="1400">
              <a:ea typeface="Meiryo"/>
            </a:endParaRPr>
          </a:p>
          <a:p>
            <a:pPr>
              <a:lnSpc>
                <a:spcPct val="130000"/>
              </a:lnSpc>
            </a:pPr>
            <a:r>
              <a:rPr lang="en-US" sz="1400" dirty="0">
                <a:ea typeface="+mn-lt"/>
                <a:cs typeface="+mn-lt"/>
              </a:rPr>
              <a:t>Intensity Fluctuations</a:t>
            </a:r>
            <a:endParaRPr lang="en-US" sz="1400" dirty="0">
              <a:ea typeface="Meiryo"/>
            </a:endParaRPr>
          </a:p>
          <a:p>
            <a:pPr marL="285750" lvl="1" indent="-285750">
              <a:lnSpc>
                <a:spcPct val="130000"/>
              </a:lnSpc>
              <a:buFont typeface="Arial"/>
              <a:buChar char="•"/>
            </a:pPr>
            <a:r>
              <a:rPr lang="en-US" sz="1400" dirty="0">
                <a:ea typeface="+mn-lt"/>
                <a:cs typeface="+mn-lt"/>
              </a:rPr>
              <a:t>The scattered light creates an interference pattern.</a:t>
            </a:r>
            <a:endParaRPr lang="en-US" sz="1400">
              <a:ea typeface="Meiryo"/>
            </a:endParaRPr>
          </a:p>
          <a:p>
            <a:pPr marL="285750" lvl="1" indent="-285750">
              <a:lnSpc>
                <a:spcPct val="130000"/>
              </a:lnSpc>
              <a:buFont typeface="Arial"/>
              <a:buChar char="•"/>
            </a:pPr>
            <a:r>
              <a:rPr lang="en-US" sz="1400" dirty="0">
                <a:ea typeface="+mn-lt"/>
                <a:cs typeface="+mn-lt"/>
              </a:rPr>
              <a:t>This pattern fluctuates over time due to particle motion.</a:t>
            </a:r>
            <a:endParaRPr lang="en-US" sz="1400">
              <a:ea typeface="Meiryo"/>
            </a:endParaRPr>
          </a:p>
          <a:p>
            <a:pPr>
              <a:lnSpc>
                <a:spcPct val="130000"/>
              </a:lnSpc>
            </a:pPr>
            <a:endParaRPr lang="en-US" sz="1400" dirty="0">
              <a:ea typeface="Meiryo"/>
            </a:endParaRPr>
          </a:p>
        </p:txBody>
      </p:sp>
      <p:sp>
        <p:nvSpPr>
          <p:cNvPr id="109" name="Rectangle 108">
            <a:extLst>
              <a:ext uri="{FF2B5EF4-FFF2-40B4-BE49-F238E27FC236}">
                <a16:creationId xmlns:a16="http://schemas.microsoft.com/office/drawing/2014/main" id="{DB791336-FCAA-4174-9303-B3F3748611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394069" y="6167615"/>
            <a:ext cx="7794882" cy="690385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0" name="Rectangle 109">
            <a:extLst>
              <a:ext uri="{FF2B5EF4-FFF2-40B4-BE49-F238E27FC236}">
                <a16:creationId xmlns:a16="http://schemas.microsoft.com/office/drawing/2014/main" id="{CA212158-300D-44D0-9CCE-472C3F669E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5" y="6109423"/>
            <a:ext cx="12188951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1" name="Rectangle 110">
            <a:extLst>
              <a:ext uri="{FF2B5EF4-FFF2-40B4-BE49-F238E27FC236}">
                <a16:creationId xmlns:a16="http://schemas.microsoft.com/office/drawing/2014/main" id="{988521F4-D44A-42C5-9BDB-5CA2555409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94070" y="0"/>
            <a:ext cx="64008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990973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99405E2-1A96-4DBA-A9DC-4C2A1B421C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1219200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1363234-E0BA-4476-B051-D8D9FA506B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470646"/>
            <a:ext cx="4062884" cy="572135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0889C0C-81FA-4B62-DBFC-B509E588A4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5459" y="1200863"/>
            <a:ext cx="3119717" cy="4306007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bg1"/>
                </a:solidFill>
                <a:ea typeface="+mj-lt"/>
                <a:cs typeface="+mj-lt"/>
              </a:rPr>
              <a:t>Data Collection and Analysis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32FF329-3A87-4F66-BA01-91CD63C811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2" y="-6572"/>
            <a:ext cx="4056987" cy="513288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9855050-A75B-4DD0-9B56-8B1C7722D8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120996" y="534650"/>
            <a:ext cx="8071002" cy="5683270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FA286C7-EFC7-4DFE-967A-7E37BA0F36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6192001"/>
            <a:ext cx="12192000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0C9F0E8-EF8B-43C1-9C77-E9DDAF1A0F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659990" y="3396997"/>
            <a:ext cx="685800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79DC473-98F8-45DF-B136-EC0F0F4C6B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470645"/>
            <a:ext cx="12192000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2">
                  <a:lumMod val="50000"/>
                </a:schemeClr>
              </a:solidFill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4F950F27-EFDD-258D-3587-E836E8AC744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23972857"/>
              </p:ext>
            </p:extLst>
          </p:nvPr>
        </p:nvGraphicFramePr>
        <p:xfrm>
          <a:off x="4757929" y="1164597"/>
          <a:ext cx="6790606" cy="43785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793220754"/>
      </p:ext>
    </p:extLst>
  </p:cSld>
  <p:clrMapOvr>
    <a:masterClrMapping/>
  </p:clrMapOvr>
  <p:transition spd="slow">
    <p:wip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2526924-84D3-45FB-A5FE-62D8FCBF53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C2A6256-1DD0-4E4B-A8B3-9A711B4DBE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38768" y="2130218"/>
            <a:ext cx="11153231" cy="4727782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1760540-185E-4652-BFD2-9B362EF3B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896641"/>
            <a:ext cx="12192000" cy="134771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0889C0C-81FA-4B62-DBFC-B509E588A4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35371" y="1044054"/>
            <a:ext cx="10013709" cy="1030360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bg1"/>
                </a:solidFill>
                <a:ea typeface="+mj-lt"/>
                <a:cs typeface="+mj-lt"/>
              </a:rPr>
              <a:t>Visual Representation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29789F4-85C1-41A0-83EB-992E22210C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962423"/>
            <a:ext cx="1006766" cy="12161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D9D367D-6DD2-4A7C-8918-0DCAC29755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2390232" y="3396997"/>
            <a:ext cx="685800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13DA70-9F1D-4EE0-E827-F16B64F99F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35371" y="2702257"/>
            <a:ext cx="9935571" cy="3426158"/>
          </a:xfrm>
        </p:spPr>
        <p:txBody>
          <a:bodyPr anchor="t">
            <a:normAutofit lnSpcReduction="10000"/>
          </a:bodyPr>
          <a:lstStyle/>
          <a:p>
            <a:pPr>
              <a:lnSpc>
                <a:spcPct val="130000"/>
              </a:lnSpc>
            </a:pPr>
            <a:r>
              <a:rPr lang="en-US" sz="1700" dirty="0">
                <a:ea typeface="+mn-lt"/>
                <a:cs typeface="+mn-lt"/>
              </a:rPr>
              <a:t>Include Visuals:</a:t>
            </a:r>
            <a:endParaRPr lang="en-US" sz="1700" dirty="0"/>
          </a:p>
          <a:p>
            <a:pPr>
              <a:lnSpc>
                <a:spcPct val="130000"/>
              </a:lnSpc>
            </a:pPr>
            <a:r>
              <a:rPr lang="en-US" sz="1700" b="0" dirty="0">
                <a:ea typeface="+mn-lt"/>
                <a:cs typeface="+mn-lt"/>
              </a:rPr>
              <a:t>A diagram showing:</a:t>
            </a:r>
          </a:p>
          <a:p>
            <a:pPr marL="285750" lvl="1" indent="-285750">
              <a:lnSpc>
                <a:spcPct val="130000"/>
              </a:lnSpc>
              <a:buFont typeface="Arial"/>
              <a:buChar char="•"/>
            </a:pPr>
            <a:r>
              <a:rPr lang="en-US" sz="1700" dirty="0">
                <a:ea typeface="+mn-lt"/>
                <a:cs typeface="+mn-lt"/>
              </a:rPr>
              <a:t>Laser beam interacting with particles in suspension.</a:t>
            </a:r>
          </a:p>
          <a:p>
            <a:pPr marL="285750" lvl="1" indent="-285750">
              <a:lnSpc>
                <a:spcPct val="130000"/>
              </a:lnSpc>
              <a:buFont typeface="Arial"/>
              <a:buChar char="•"/>
            </a:pPr>
            <a:r>
              <a:rPr lang="en-US" sz="1700" dirty="0">
                <a:ea typeface="+mn-lt"/>
                <a:cs typeface="+mn-lt"/>
              </a:rPr>
              <a:t>Scattered light being collected by a detector.</a:t>
            </a:r>
          </a:p>
          <a:p>
            <a:pPr>
              <a:lnSpc>
                <a:spcPct val="130000"/>
              </a:lnSpc>
            </a:pPr>
            <a:r>
              <a:rPr lang="en-US" sz="1700" b="0" dirty="0">
                <a:ea typeface="+mn-lt"/>
                <a:cs typeface="+mn-lt"/>
              </a:rPr>
              <a:t>A graph of the autocorrelation function showing decay over time.</a:t>
            </a:r>
          </a:p>
          <a:p>
            <a:pPr>
              <a:lnSpc>
                <a:spcPct val="130000"/>
              </a:lnSpc>
            </a:pPr>
            <a:r>
              <a:rPr lang="en-US" sz="1700" b="0" dirty="0">
                <a:ea typeface="+mn-lt"/>
                <a:cs typeface="+mn-lt"/>
              </a:rPr>
              <a:t>A flowchart summarizing the steps:</a:t>
            </a:r>
          </a:p>
          <a:p>
            <a:pPr marL="285750" lvl="1" indent="-285750">
              <a:lnSpc>
                <a:spcPct val="130000"/>
              </a:lnSpc>
              <a:buFont typeface="Arial"/>
              <a:buChar char="•"/>
            </a:pPr>
            <a:r>
              <a:rPr lang="en-US" sz="1700" dirty="0">
                <a:ea typeface="+mn-lt"/>
                <a:cs typeface="+mn-lt"/>
              </a:rPr>
              <a:t>Intensity fluctuations → Autocorrelation function → Diffusion coefficient → Hydrodynamic diameter.</a:t>
            </a:r>
          </a:p>
          <a:p>
            <a:pPr>
              <a:lnSpc>
                <a:spcPct val="130000"/>
              </a:lnSpc>
            </a:pPr>
            <a:endParaRPr lang="en-US" sz="1700">
              <a:ea typeface="Meiryo"/>
            </a:endParaRPr>
          </a:p>
        </p:txBody>
      </p:sp>
    </p:spTree>
    <p:extLst>
      <p:ext uri="{BB962C8B-B14F-4D97-AF65-F5344CB8AC3E}">
        <p14:creationId xmlns:p14="http://schemas.microsoft.com/office/powerpoint/2010/main" val="144838213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diagram of a particle&#10;&#10;Description automatically generated">
            <a:extLst>
              <a:ext uri="{FF2B5EF4-FFF2-40B4-BE49-F238E27FC236}">
                <a16:creationId xmlns:a16="http://schemas.microsoft.com/office/drawing/2014/main" id="{7692E954-A4E0-DDFB-0451-DFD845C16D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84371" y="2041"/>
            <a:ext cx="5061858" cy="2858862"/>
          </a:xfrm>
          <a:prstGeom prst="rect">
            <a:avLst/>
          </a:prstGeom>
        </p:spPr>
      </p:pic>
      <p:pic>
        <p:nvPicPr>
          <p:cNvPr id="3" name="Picture 2" descr="A diagram of a blue circle with a blue circle and a blue line&#10;&#10;Description automatically generated">
            <a:extLst>
              <a:ext uri="{FF2B5EF4-FFF2-40B4-BE49-F238E27FC236}">
                <a16:creationId xmlns:a16="http://schemas.microsoft.com/office/drawing/2014/main" id="{19332C30-37FB-AD6A-9138-A2400C746C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81800" y="3581401"/>
            <a:ext cx="3026229" cy="3276600"/>
          </a:xfrm>
          <a:prstGeom prst="rect">
            <a:avLst/>
          </a:prstGeom>
        </p:spPr>
      </p:pic>
      <p:pic>
        <p:nvPicPr>
          <p:cNvPr id="4" name="Picture 3" descr="A diagram of a laser&#10;&#10;Description automatically generated">
            <a:extLst>
              <a:ext uri="{FF2B5EF4-FFF2-40B4-BE49-F238E27FC236}">
                <a16:creationId xmlns:a16="http://schemas.microsoft.com/office/drawing/2014/main" id="{DE850C87-FCC8-3077-BF6A-3190A199A32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0396" y="2002971"/>
            <a:ext cx="3747408" cy="3156858"/>
          </a:xfrm>
          <a:prstGeom prst="rect">
            <a:avLst/>
          </a:prstGeom>
        </p:spPr>
      </p:pic>
      <p:pic>
        <p:nvPicPr>
          <p:cNvPr id="5" name="Graphic 4" descr="Arrow Down with solid fill">
            <a:extLst>
              <a:ext uri="{FF2B5EF4-FFF2-40B4-BE49-F238E27FC236}">
                <a16:creationId xmlns:a16="http://schemas.microsoft.com/office/drawing/2014/main" id="{8C50A997-1CEC-B4DD-60CF-64D987772E1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13920000">
            <a:off x="4484914" y="2188029"/>
            <a:ext cx="914400" cy="914400"/>
          </a:xfrm>
          <a:prstGeom prst="rect">
            <a:avLst/>
          </a:prstGeom>
        </p:spPr>
      </p:pic>
      <p:pic>
        <p:nvPicPr>
          <p:cNvPr id="6" name="Graphic 5" descr="Arrow Down with solid fill">
            <a:extLst>
              <a:ext uri="{FF2B5EF4-FFF2-40B4-BE49-F238E27FC236}">
                <a16:creationId xmlns:a16="http://schemas.microsoft.com/office/drawing/2014/main" id="{A77E6C83-1F46-B638-E505-28CC4C02BA7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044542" y="2928258"/>
            <a:ext cx="707572" cy="6531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789758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750">
        <p14:reveal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0786F82F-1B47-46ED-8EAE-53EF71E59E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18302" y="0"/>
            <a:ext cx="7473698" cy="6858000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F1BAF6F-6275-4646-9C59-331B29B955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257298" y="3396997"/>
            <a:ext cx="685800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72526924-84D3-45FB-A5FE-62D8FCBF53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C2A6256-1DD0-4E4B-A8B3-9A711B4DBE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38768" y="-1"/>
            <a:ext cx="11153231" cy="3058480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1760540-185E-4652-BFD2-9B362EF3B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010748"/>
            <a:ext cx="12192000" cy="116128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404F54D-DF0C-F545-514A-B7D76F7A3517}"/>
              </a:ext>
            </a:extLst>
          </p:cNvPr>
          <p:cNvSpPr txBox="1"/>
          <p:nvPr/>
        </p:nvSpPr>
        <p:spPr>
          <a:xfrm>
            <a:off x="1629784" y="3076212"/>
            <a:ext cx="9919296" cy="1030360"/>
          </a:xfrm>
          <a:prstGeom prst="rect">
            <a:avLst/>
          </a:prstGeom>
        </p:spPr>
        <p:txBody>
          <a:bodyPr rot="0" spcFirstLastPara="0" vertOverflow="overflow" horzOverflow="overflow" vert="horz" lIns="109728" tIns="109728" rIns="109728" bIns="91440" numCol="1" spcCol="0" rtlCol="0" fromWordArt="0" anchor="ctr" anchorCtr="0" forceAA="0" compatLnSpc="1">
            <a:prstTxWarp prst="textNoShape">
              <a:avLst/>
            </a:prstTxWarp>
            <a:normAutofit/>
          </a:bodyPr>
          <a:lstStyle/>
          <a:p>
            <a:pPr>
              <a:lnSpc>
                <a:spcPct val="14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2000" b="1" spc="150">
                <a:solidFill>
                  <a:schemeClr val="bg1"/>
                </a:solidFill>
                <a:latin typeface="+mj-lt"/>
                <a:ea typeface="+mj-ea"/>
                <a:cs typeface="+mj-cs"/>
              </a:rPr>
              <a:t>Stokes-Einstein Relation: Relating Particle Size to Particle Motion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29789F4-85C1-41A0-83EB-992E22210C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3068288"/>
            <a:ext cx="1006766" cy="103327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D9D367D-6DD2-4A7C-8918-0DCAC29755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2390232" y="3396997"/>
            <a:ext cx="685800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A mathematical equation with black text&#10;&#10;Description automatically generated">
            <a:extLst>
              <a:ext uri="{FF2B5EF4-FFF2-40B4-BE49-F238E27FC236}">
                <a16:creationId xmlns:a16="http://schemas.microsoft.com/office/drawing/2014/main" id="{D07FDF86-68D3-00B9-2A8D-13EEE9AF8A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2739" y="597586"/>
            <a:ext cx="9954612" cy="199092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0D39ADC-D820-D5A7-3803-BEA268A3C414}"/>
              </a:ext>
            </a:extLst>
          </p:cNvPr>
          <p:cNvSpPr txBox="1"/>
          <p:nvPr/>
        </p:nvSpPr>
        <p:spPr>
          <a:xfrm>
            <a:off x="1629784" y="4171507"/>
            <a:ext cx="9841158" cy="1689177"/>
          </a:xfrm>
          <a:prstGeom prst="rect">
            <a:avLst/>
          </a:prstGeom>
        </p:spPr>
        <p:txBody>
          <a:bodyPr rot="0" spcFirstLastPara="0" vertOverflow="overflow" horzOverflow="overflow" vert="horz" wrap="square" lIns="109728" tIns="109728" rIns="109728" bIns="9144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30000"/>
              </a:lnSpc>
              <a:spcBef>
                <a:spcPts val="930"/>
              </a:spcBef>
              <a:buFont typeface="Corbel" panose="020B0503020204020204" pitchFamily="34" charset="0"/>
            </a:pPr>
            <a:r>
              <a:rPr lang="en-US" sz="1400" spc="150" dirty="0">
                <a:solidFill>
                  <a:schemeClr val="tx1">
                    <a:lumMod val="75000"/>
                    <a:lumOff val="25000"/>
                  </a:schemeClr>
                </a:solidFill>
                <a:ea typeface="Meiryo"/>
              </a:rPr>
              <a:t>Here:</a:t>
            </a:r>
          </a:p>
          <a:p>
            <a:pPr indent="-228600">
              <a:lnSpc>
                <a:spcPct val="130000"/>
              </a:lnSpc>
              <a:spcBef>
                <a:spcPts val="930"/>
              </a:spcBef>
              <a:buFont typeface="Corbel" panose="020B0503020204020204" pitchFamily="34" charset="0"/>
            </a:pPr>
            <a:r>
              <a:rPr lang="en-US" sz="1400" spc="15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Dh is the hydrodynamic diameter (this is the goal: particle size!)</a:t>
            </a:r>
            <a:endParaRPr lang="en-US" sz="1400" spc="150" dirty="0">
              <a:solidFill>
                <a:schemeClr val="tx1">
                  <a:lumMod val="75000"/>
                  <a:lumOff val="25000"/>
                </a:schemeClr>
              </a:solidFill>
              <a:ea typeface="Meiryo"/>
            </a:endParaRPr>
          </a:p>
          <a:p>
            <a:pPr indent="-228600">
              <a:lnSpc>
                <a:spcPct val="130000"/>
              </a:lnSpc>
              <a:spcBef>
                <a:spcPts val="930"/>
              </a:spcBef>
              <a:buFont typeface="Corbel" panose="020B0503020204020204" pitchFamily="34" charset="0"/>
            </a:pPr>
            <a:r>
              <a:rPr lang="en-US" sz="1400" spc="15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Dt is the translational diffusion coefficient (we find this by dynamic light scattering)</a:t>
            </a:r>
            <a:endParaRPr lang="en-US" sz="1400" spc="150" dirty="0">
              <a:solidFill>
                <a:schemeClr val="tx1">
                  <a:lumMod val="75000"/>
                  <a:lumOff val="25000"/>
                </a:schemeClr>
              </a:solidFill>
              <a:ea typeface="Meiryo"/>
            </a:endParaRPr>
          </a:p>
          <a:p>
            <a:pPr indent="-228600">
              <a:lnSpc>
                <a:spcPct val="130000"/>
              </a:lnSpc>
              <a:spcBef>
                <a:spcPts val="930"/>
              </a:spcBef>
              <a:buFont typeface="Corbel" panose="020B0503020204020204" pitchFamily="34" charset="0"/>
            </a:pPr>
            <a:r>
              <a:rPr lang="en-US" sz="1400" spc="15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kB is Boltzmann’s constant (we know this)</a:t>
            </a:r>
            <a:endParaRPr lang="en-US" sz="1400" spc="150" dirty="0">
              <a:solidFill>
                <a:schemeClr val="tx1">
                  <a:lumMod val="75000"/>
                  <a:lumOff val="25000"/>
                </a:schemeClr>
              </a:solidFill>
              <a:ea typeface="Meiryo"/>
            </a:endParaRPr>
          </a:p>
          <a:p>
            <a:pPr indent="-228600">
              <a:lnSpc>
                <a:spcPct val="130000"/>
              </a:lnSpc>
              <a:spcBef>
                <a:spcPts val="930"/>
              </a:spcBef>
              <a:buFont typeface="Corbel" panose="020B0503020204020204" pitchFamily="34" charset="0"/>
            </a:pPr>
            <a:r>
              <a:rPr lang="en-US" sz="1400" spc="15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 is thermodynamic temperature (we control this)</a:t>
            </a:r>
            <a:endParaRPr lang="en-US" sz="1400" spc="150" dirty="0">
              <a:solidFill>
                <a:schemeClr val="tx1">
                  <a:lumMod val="75000"/>
                  <a:lumOff val="25000"/>
                </a:schemeClr>
              </a:solidFill>
              <a:ea typeface="Meiryo"/>
            </a:endParaRPr>
          </a:p>
          <a:p>
            <a:pPr indent="-228600">
              <a:lnSpc>
                <a:spcPct val="130000"/>
              </a:lnSpc>
              <a:spcBef>
                <a:spcPts val="930"/>
              </a:spcBef>
              <a:buFont typeface="Corbel" panose="020B0503020204020204" pitchFamily="34" charset="0"/>
            </a:pPr>
            <a:r>
              <a:rPr lang="en-US" sz="1400" spc="15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η is dynamic viscosity (we know this)  </a:t>
            </a:r>
            <a:endParaRPr lang="en-US" sz="1400" spc="150" dirty="0">
              <a:solidFill>
                <a:schemeClr val="tx1">
                  <a:lumMod val="75000"/>
                  <a:lumOff val="25000"/>
                </a:schemeClr>
              </a:solidFill>
              <a:ea typeface="Meiryo"/>
            </a:endParaRPr>
          </a:p>
        </p:txBody>
      </p:sp>
    </p:spTree>
    <p:extLst>
      <p:ext uri="{BB962C8B-B14F-4D97-AF65-F5344CB8AC3E}">
        <p14:creationId xmlns:p14="http://schemas.microsoft.com/office/powerpoint/2010/main" val="65787580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2526924-84D3-45FB-A5FE-62D8FCBF53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C2A6256-1DD0-4E4B-A8B3-9A711B4DBE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38768" y="2130218"/>
            <a:ext cx="11153231" cy="4727782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1760540-185E-4652-BFD2-9B362EF3B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896641"/>
            <a:ext cx="12192000" cy="134771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0889C0C-81FA-4B62-DBFC-B509E588A4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35371" y="1044054"/>
            <a:ext cx="10013709" cy="1030360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bg1"/>
                </a:solidFill>
                <a:ea typeface="+mj-lt"/>
                <a:cs typeface="+mj-lt"/>
              </a:rPr>
              <a:t>Key Assumptions and Considerations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29789F4-85C1-41A0-83EB-992E22210C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962423"/>
            <a:ext cx="1006766" cy="12161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D9D367D-6DD2-4A7C-8918-0DCAC29755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2390232" y="3396997"/>
            <a:ext cx="685800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352EEDBF-6F78-0DED-673B-22FFD2D7487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50493319"/>
              </p:ext>
            </p:extLst>
          </p:nvPr>
        </p:nvGraphicFramePr>
        <p:xfrm>
          <a:off x="1713976" y="2887824"/>
          <a:ext cx="9835087" cy="335758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492018522"/>
      </p:ext>
    </p:extLst>
  </p:cSld>
  <p:clrMapOvr>
    <a:masterClrMapping/>
  </p:clrMapOvr>
  <p:transition spd="slow">
    <p:push dir="u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4" name="Rectangle 33">
            <a:extLst>
              <a:ext uri="{FF2B5EF4-FFF2-40B4-BE49-F238E27FC236}">
                <a16:creationId xmlns:a16="http://schemas.microsoft.com/office/drawing/2014/main" id="{099405E2-1A96-4DBA-A9DC-4C2A1B421C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1219200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79855050-A75B-4DD0-9B56-8B1C7722D8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7235" y="758246"/>
            <a:ext cx="4658480" cy="5386318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4E8ED7E-617E-BAC1-FA6D-6932FBAAE9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2918" y="1072110"/>
            <a:ext cx="3611029" cy="1862345"/>
          </a:xfrm>
        </p:spPr>
        <p:txBody>
          <a:bodyPr>
            <a:normAutofit/>
          </a:bodyPr>
          <a:lstStyle/>
          <a:p>
            <a:r>
              <a:rPr lang="en-US" dirty="0">
                <a:ea typeface="+mj-lt"/>
                <a:cs typeface="+mj-lt"/>
              </a:rPr>
              <a:t>Key Components</a:t>
            </a:r>
            <a:endParaRPr lang="en-US" dirty="0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2060C0F7-61A6-4E64-A77E-AFBD811273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684060" y="0"/>
            <a:ext cx="7507940" cy="765228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6B3891-992B-D774-9340-3FC8D8F709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7874" y="2934455"/>
            <a:ext cx="3616073" cy="2840139"/>
          </a:xfrm>
        </p:spPr>
        <p:txBody>
          <a:bodyPr anchor="t">
            <a:normAutofit/>
          </a:bodyPr>
          <a:lstStyle/>
          <a:p>
            <a:pPr marL="285750" indent="-285750">
              <a:lnSpc>
                <a:spcPct val="130000"/>
              </a:lnSpc>
              <a:buFont typeface="Wingdings" panose="020B0503020204020204" pitchFamily="34" charset="0"/>
              <a:buChar char="q"/>
            </a:pPr>
            <a:r>
              <a:rPr lang="en-US" sz="1500" dirty="0"/>
              <a:t>Laser</a:t>
            </a:r>
            <a:r>
              <a:rPr lang="en-US" sz="1500" b="1" dirty="0"/>
              <a:t> Source</a:t>
            </a:r>
            <a:endParaRPr lang="en-US" dirty="0"/>
          </a:p>
          <a:p>
            <a:pPr marL="285750" indent="-285750">
              <a:lnSpc>
                <a:spcPct val="130000"/>
              </a:lnSpc>
              <a:buFont typeface="Wingdings" panose="020B0503020204020204" pitchFamily="34" charset="0"/>
              <a:buChar char="q"/>
            </a:pPr>
            <a:r>
              <a:rPr lang="en-US" sz="1500" b="1" dirty="0"/>
              <a:t>Sample Cell</a:t>
            </a:r>
            <a:endParaRPr lang="en-US" sz="1500" dirty="0">
              <a:ea typeface="Meiryo"/>
            </a:endParaRPr>
          </a:p>
          <a:p>
            <a:pPr marL="285750" indent="-285750">
              <a:lnSpc>
                <a:spcPct val="130000"/>
              </a:lnSpc>
              <a:buFont typeface="Wingdings" panose="020B0503020204020204" pitchFamily="34" charset="0"/>
              <a:buChar char="q"/>
            </a:pPr>
            <a:r>
              <a:rPr lang="en-US" sz="1500" dirty="0"/>
              <a:t> </a:t>
            </a:r>
            <a:r>
              <a:rPr lang="en-US" sz="1500" b="1" dirty="0"/>
              <a:t>Detector</a:t>
            </a:r>
            <a:endParaRPr lang="en-US" sz="1500" dirty="0">
              <a:ea typeface="Meiryo"/>
            </a:endParaRPr>
          </a:p>
          <a:p>
            <a:pPr marL="285750" indent="-285750">
              <a:lnSpc>
                <a:spcPct val="130000"/>
              </a:lnSpc>
              <a:buFont typeface="Wingdings" panose="020B0503020204020204" pitchFamily="34" charset="0"/>
              <a:buChar char="q"/>
            </a:pPr>
            <a:r>
              <a:rPr lang="en-US" sz="1500" dirty="0"/>
              <a:t> </a:t>
            </a:r>
            <a:r>
              <a:rPr lang="en-US" sz="1500" b="1" dirty="0"/>
              <a:t>Correlator</a:t>
            </a:r>
            <a:endParaRPr lang="en-US" sz="1500" dirty="0">
              <a:ea typeface="Meiryo"/>
            </a:endParaRPr>
          </a:p>
          <a:p>
            <a:pPr marL="285750" indent="-285750">
              <a:lnSpc>
                <a:spcPct val="130000"/>
              </a:lnSpc>
              <a:buFont typeface="Wingdings" panose="020B0503020204020204" pitchFamily="34" charset="0"/>
              <a:buChar char="q"/>
            </a:pPr>
            <a:r>
              <a:rPr lang="en-US" sz="1500" b="1" dirty="0"/>
              <a:t>Temperature </a:t>
            </a:r>
            <a:r>
              <a:rPr lang="en-US" sz="1500" dirty="0"/>
              <a:t>Controller</a:t>
            </a:r>
            <a:endParaRPr lang="en-US" sz="1500" dirty="0">
              <a:ea typeface="Meiryo"/>
            </a:endParaRPr>
          </a:p>
          <a:p>
            <a:pPr marL="285750" indent="-285750">
              <a:lnSpc>
                <a:spcPct val="130000"/>
              </a:lnSpc>
              <a:buFont typeface="Wingdings" panose="020B0503020204020204" pitchFamily="34" charset="0"/>
              <a:buChar char="q"/>
            </a:pPr>
            <a:r>
              <a:rPr lang="en-US" sz="1500" b="1" dirty="0"/>
              <a:t>Computer &amp; Software</a:t>
            </a:r>
            <a:endParaRPr lang="en-US" sz="1500" dirty="0">
              <a:ea typeface="Meiryo"/>
            </a:endParaRPr>
          </a:p>
        </p:txBody>
      </p:sp>
      <p:pic>
        <p:nvPicPr>
          <p:cNvPr id="4" name="Picture 3" descr="A diagram of cuvette containing sample&#10;&#10;Description automatically generated">
            <a:extLst>
              <a:ext uri="{FF2B5EF4-FFF2-40B4-BE49-F238E27FC236}">
                <a16:creationId xmlns:a16="http://schemas.microsoft.com/office/drawing/2014/main" id="{9124B105-5E4C-726F-F833-1AB3D8EF79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8714" y="2069104"/>
            <a:ext cx="6514470" cy="2719791"/>
          </a:xfrm>
          <a:prstGeom prst="rect">
            <a:avLst/>
          </a:prstGeom>
        </p:spPr>
      </p:pic>
      <p:sp>
        <p:nvSpPr>
          <p:cNvPr id="40" name="Rectangle 39">
            <a:extLst>
              <a:ext uri="{FF2B5EF4-FFF2-40B4-BE49-F238E27FC236}">
                <a16:creationId xmlns:a16="http://schemas.microsoft.com/office/drawing/2014/main" id="{BCF4857D-F003-4CA1-82AB-00900B1008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6" y="6144564"/>
            <a:ext cx="4656246" cy="71343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DB791336-FCAA-4174-9303-B3F3748611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715122" y="6167615"/>
            <a:ext cx="7473828" cy="690385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CA212158-300D-44D0-9CCE-472C3F669E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5" y="6109423"/>
            <a:ext cx="12188951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988521F4-D44A-42C5-9BDB-5CA2555409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56241" y="0"/>
            <a:ext cx="64008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5E6738EB-6FF0-4AF9-8462-57F4494B88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5" y="713436"/>
            <a:ext cx="12188951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115948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117542-E8DF-95B2-ADA5-163662DDA3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+mj-lt"/>
                <a:cs typeface="+mj-lt"/>
              </a:rPr>
              <a:t>Key Parameters in DLS</a:t>
            </a:r>
            <a:endParaRPr lang="en-US" dirty="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57EB3A7A-C95A-4473-E357-7B924C82FCBE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5376671" y="705113"/>
          <a:ext cx="6172412" cy="519749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61678011"/>
      </p:ext>
    </p:extLst>
  </p:cSld>
  <p:clrMapOvr>
    <a:masterClrMapping/>
  </p:clrMapOvr>
  <p:transition spd="slow">
    <p:wip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D47836-F077-5CD3-9146-8AFBE38DCD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1432" y="1487708"/>
            <a:ext cx="3411973" cy="5197498"/>
          </a:xfrm>
        </p:spPr>
        <p:txBody>
          <a:bodyPr/>
          <a:lstStyle/>
          <a:p>
            <a:pPr algn="ctr"/>
            <a:r>
              <a:rPr lang="en-US" dirty="0"/>
              <a:t>Factors Affecting DLS</a:t>
            </a:r>
            <a:endParaRPr lang="en-US"/>
          </a:p>
          <a:p>
            <a:pPr marL="285750" indent="-285750" algn="ctr">
              <a:buFont typeface="Arial"/>
              <a:buChar char="•"/>
            </a:pPr>
            <a:endParaRPr lang="en-US">
              <a:ea typeface="Meiryo"/>
            </a:endParaRPr>
          </a:p>
          <a:p>
            <a:pPr algn="ctr"/>
            <a:endParaRPr lang="en-US" dirty="0">
              <a:ea typeface="Meiryo"/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98F4D11-3275-76DD-3518-04C5A23B42F5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5376671" y="705113"/>
          <a:ext cx="6172412" cy="519749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44736347"/>
      </p:ext>
    </p:extLst>
  </p:cSld>
  <p:clrMapOvr>
    <a:masterClrMapping/>
  </p:clrMapOvr>
  <p:transition spd="slow">
    <p:wip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ECA4CB2-9071-41EB-AABB-2D8EB939D0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pic>
        <p:nvPicPr>
          <p:cNvPr id="5" name="Picture 4" descr="Filter with solid fill">
            <a:extLst>
              <a:ext uri="{FF2B5EF4-FFF2-40B4-BE49-F238E27FC236}">
                <a16:creationId xmlns:a16="http://schemas.microsoft.com/office/drawing/2014/main" id="{9DDF70FA-3E8C-80D0-48E5-948CA8FB1E0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6013" r="6013"/>
          <a:stretch/>
        </p:blipFill>
        <p:spPr>
          <a:xfrm>
            <a:off x="1" y="10"/>
            <a:ext cx="4654296" cy="5290511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EB86F6BD-9C49-4F4F-99EA-9C5AA31835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97806" y="-2"/>
            <a:ext cx="7494194" cy="1641947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1EA786F-8319-DC49-C6B0-8915C02DA9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76671" y="265706"/>
            <a:ext cx="6399212" cy="1162801"/>
          </a:xfrm>
        </p:spPr>
        <p:txBody>
          <a:bodyPr>
            <a:normAutofit/>
          </a:bodyPr>
          <a:lstStyle/>
          <a:p>
            <a:pPr>
              <a:lnSpc>
                <a:spcPct val="140000"/>
              </a:lnSpc>
            </a:pPr>
            <a:r>
              <a:rPr lang="en-US" sz="2300" b="0">
                <a:solidFill>
                  <a:schemeClr val="bg1"/>
                </a:solidFill>
                <a:ea typeface="+mj-lt"/>
                <a:cs typeface="+mj-lt"/>
              </a:rPr>
              <a:t>Tips for Reliable DLS Measurements</a:t>
            </a:r>
            <a:endParaRPr lang="en-US" sz="2300">
              <a:solidFill>
                <a:schemeClr val="bg1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7DA365B-E064-481A-A62D-18CD31DB3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74795" y="1658471"/>
            <a:ext cx="7517205" cy="3541058"/>
          </a:xfrm>
          <a:prstGeom prst="rect">
            <a:avLst/>
          </a:prstGeom>
          <a:solidFill>
            <a:schemeClr val="bg1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6DBE49D-AABD-458B-B2DF-4D5FA7D5C7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5205919"/>
            <a:ext cx="4651248" cy="165208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6833CC6-729B-40E8-B891-D93467E34B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236801" y="3396995"/>
            <a:ext cx="685800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E155A6-AAC5-3F15-C8AE-9857A9292A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41211" y="2341714"/>
            <a:ext cx="7480169" cy="3029446"/>
          </a:xfrm>
        </p:spPr>
        <p:txBody>
          <a:bodyPr vert="horz" lIns="109728" tIns="109728" rIns="109728" bIns="91440" rtlCol="0" anchor="ctr">
            <a:noAutofit/>
          </a:bodyPr>
          <a:lstStyle/>
          <a:p>
            <a:pPr marL="285750" indent="-285750">
              <a:lnSpc>
                <a:spcPct val="130000"/>
              </a:lnSpc>
              <a:buFont typeface="Arial"/>
              <a:buChar char="•"/>
            </a:pPr>
            <a:r>
              <a:rPr lang="en-US" sz="1600" dirty="0">
                <a:ea typeface="+mn-lt"/>
                <a:cs typeface="+mn-lt"/>
              </a:rPr>
              <a:t>Dilution</a:t>
            </a:r>
            <a:r>
              <a:rPr lang="en-US" sz="1600" b="0" dirty="0">
                <a:ea typeface="+mn-lt"/>
                <a:cs typeface="+mn-lt"/>
              </a:rPr>
              <a:t>: Avoids multiple scattering by adjusting sample concentration.</a:t>
            </a:r>
            <a:endParaRPr lang="en-US" sz="1600" dirty="0">
              <a:ea typeface="Meiryo"/>
            </a:endParaRPr>
          </a:p>
          <a:p>
            <a:pPr marL="285750" indent="-285750">
              <a:lnSpc>
                <a:spcPct val="130000"/>
              </a:lnSpc>
              <a:buFont typeface="Arial"/>
              <a:buChar char="•"/>
            </a:pPr>
            <a:r>
              <a:rPr lang="en-US" sz="1600" dirty="0">
                <a:ea typeface="+mn-lt"/>
                <a:cs typeface="+mn-lt"/>
              </a:rPr>
              <a:t>Filtration</a:t>
            </a:r>
            <a:r>
              <a:rPr lang="en-US" sz="1600" b="0" dirty="0">
                <a:ea typeface="+mn-lt"/>
                <a:cs typeface="+mn-lt"/>
              </a:rPr>
              <a:t>: Removes dust and aggregates for clear results.</a:t>
            </a:r>
            <a:endParaRPr lang="en-US" sz="1600" dirty="0">
              <a:ea typeface="Meiryo"/>
            </a:endParaRPr>
          </a:p>
          <a:p>
            <a:pPr marL="285750" indent="-285750">
              <a:lnSpc>
                <a:spcPct val="130000"/>
              </a:lnSpc>
              <a:buFont typeface="Arial"/>
              <a:buChar char="•"/>
            </a:pPr>
            <a:r>
              <a:rPr lang="en-US" sz="1600" dirty="0">
                <a:ea typeface="+mn-lt"/>
                <a:cs typeface="+mn-lt"/>
              </a:rPr>
              <a:t>Consistent Environment</a:t>
            </a:r>
            <a:r>
              <a:rPr lang="en-US" sz="1600" b="0" dirty="0">
                <a:ea typeface="+mn-lt"/>
                <a:cs typeface="+mn-lt"/>
              </a:rPr>
              <a:t>: Maintains stable temperature and reduces vibrations.</a:t>
            </a:r>
            <a:endParaRPr lang="en-US" sz="1600" dirty="0">
              <a:ea typeface="Meiryo"/>
            </a:endParaRPr>
          </a:p>
          <a:p>
            <a:pPr marL="285750" indent="-285750">
              <a:lnSpc>
                <a:spcPct val="130000"/>
              </a:lnSpc>
              <a:buFont typeface="Arial"/>
              <a:buChar char="•"/>
            </a:pPr>
            <a:r>
              <a:rPr lang="en-US" sz="1600" dirty="0">
                <a:ea typeface="+mn-lt"/>
                <a:cs typeface="+mn-lt"/>
              </a:rPr>
              <a:t>Calibration</a:t>
            </a:r>
            <a:r>
              <a:rPr lang="en-US" sz="1600" b="0" dirty="0">
                <a:ea typeface="+mn-lt"/>
                <a:cs typeface="+mn-lt"/>
              </a:rPr>
              <a:t>: Ensures accuracy with regular instrument checks.</a:t>
            </a:r>
            <a:endParaRPr lang="en-US" sz="1600" dirty="0">
              <a:ea typeface="Meiryo"/>
            </a:endParaRPr>
          </a:p>
          <a:p>
            <a:pPr marL="285750" indent="-285750">
              <a:lnSpc>
                <a:spcPct val="130000"/>
              </a:lnSpc>
              <a:buFont typeface="Arial"/>
              <a:buChar char="•"/>
            </a:pPr>
            <a:r>
              <a:rPr lang="en-US" sz="1600" dirty="0">
                <a:ea typeface="+mn-lt"/>
                <a:cs typeface="+mn-lt"/>
              </a:rPr>
              <a:t>Multiple Runs</a:t>
            </a:r>
            <a:r>
              <a:rPr lang="en-US" sz="1600" b="0" dirty="0">
                <a:ea typeface="+mn-lt"/>
                <a:cs typeface="+mn-lt"/>
              </a:rPr>
              <a:t>: Confirms reproducibility by averaging results.</a:t>
            </a:r>
            <a:endParaRPr lang="en-US" sz="1600" dirty="0">
              <a:ea typeface="Meiryo"/>
            </a:endParaRPr>
          </a:p>
          <a:p>
            <a:pPr>
              <a:lnSpc>
                <a:spcPct val="130000"/>
              </a:lnSpc>
            </a:pPr>
            <a:endParaRPr lang="en-US" sz="1600" b="0" dirty="0">
              <a:ea typeface="Meiryo"/>
            </a:endParaRPr>
          </a:p>
          <a:p>
            <a:pPr>
              <a:lnSpc>
                <a:spcPct val="130000"/>
              </a:lnSpc>
            </a:pPr>
            <a:endParaRPr lang="en-US" sz="1600" dirty="0">
              <a:ea typeface="Meiryo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5757897-7307-46AF-923D-FF5BF45DD0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" y="5205919"/>
            <a:ext cx="1218895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942012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835F464-7A59-4221-AA5E-B60EF8D3CB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1219200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6A05A52-5F82-CB17-70AE-4000E9C9C4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2918" y="705113"/>
            <a:ext cx="3411973" cy="5197498"/>
          </a:xfrm>
        </p:spPr>
        <p:txBody>
          <a:bodyPr>
            <a:normAutofit/>
          </a:bodyPr>
          <a:lstStyle/>
          <a:p>
            <a:r>
              <a:rPr lang="en-US" dirty="0">
                <a:ea typeface="+mj-lt"/>
                <a:cs typeface="+mj-lt"/>
              </a:rPr>
              <a:t>Applications of DLS</a:t>
            </a:r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C57B5ED-61CB-4AF5-A47A-A41A996F83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661644" y="0"/>
            <a:ext cx="7530351" cy="6858000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14C9CDB-7738-4B6C-BCE1-D9516C1E03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257298" y="3396997"/>
            <a:ext cx="685800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6" name="Content Placeholder 2">
            <a:extLst>
              <a:ext uri="{FF2B5EF4-FFF2-40B4-BE49-F238E27FC236}">
                <a16:creationId xmlns:a16="http://schemas.microsoft.com/office/drawing/2014/main" id="{AAB3AD32-C9AC-C2A0-A5BD-E170DCE12EC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89010917"/>
              </p:ext>
            </p:extLst>
          </p:nvPr>
        </p:nvGraphicFramePr>
        <p:xfrm>
          <a:off x="5376863" y="704850"/>
          <a:ext cx="6172200" cy="51974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589778824"/>
      </p:ext>
    </p:extLst>
  </p:cSld>
  <p:clrMapOvr>
    <a:masterClrMapping/>
  </p:clrMapOvr>
  <p:transition spd="slow">
    <p:wip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ctangle 26">
            <a:extLst>
              <a:ext uri="{FF2B5EF4-FFF2-40B4-BE49-F238E27FC236}">
                <a16:creationId xmlns:a16="http://schemas.microsoft.com/office/drawing/2014/main" id="{72526924-84D3-45FB-A5FE-62D8FCBF53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5C2A6256-1DD0-4E4B-A8B3-9A711B4DBE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38768" y="2130218"/>
            <a:ext cx="11153231" cy="4727782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41760540-185E-4652-BFD2-9B362EF3B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896641"/>
            <a:ext cx="12192000" cy="134771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509AD9E-7F60-E673-4116-08D596DBF6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35371" y="1044054"/>
            <a:ext cx="10013709" cy="1030360"/>
          </a:xfrm>
        </p:spPr>
        <p:txBody>
          <a:bodyPr>
            <a:normAutofit/>
          </a:bodyPr>
          <a:lstStyle/>
          <a:p>
            <a:r>
              <a:rPr lang="en-US">
                <a:solidFill>
                  <a:schemeClr val="bg1"/>
                </a:solidFill>
                <a:ea typeface="Meiryo"/>
              </a:rPr>
              <a:t>Advantages and Disadvantages </a:t>
            </a:r>
            <a:endParaRPr lang="en-US">
              <a:solidFill>
                <a:schemeClr val="bg1"/>
              </a:solidFill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729789F4-85C1-41A0-83EB-992E22210C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962423"/>
            <a:ext cx="1006766" cy="12161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9D9D367D-6DD2-4A7C-8918-0DCAC29755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2390232" y="3396997"/>
            <a:ext cx="685800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DAED59-21FD-4A74-76ED-AF446B154E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35371" y="2249176"/>
            <a:ext cx="9935571" cy="3426158"/>
          </a:xfrm>
        </p:spPr>
        <p:txBody>
          <a:bodyPr vert="horz" lIns="109728" tIns="109728" rIns="109728" bIns="9144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sz="1400" dirty="0"/>
              <a:t>Advantages</a:t>
            </a:r>
            <a:endParaRPr lang="en-US" sz="1400" dirty="0">
              <a:ea typeface="Meiryo"/>
            </a:endParaRPr>
          </a:p>
          <a:p>
            <a:pPr marL="285750" indent="-285750">
              <a:lnSpc>
                <a:spcPct val="130000"/>
              </a:lnSpc>
              <a:buFont typeface="Arial"/>
              <a:buChar char="•"/>
            </a:pPr>
            <a:r>
              <a:rPr lang="en-US" sz="1400" b="0" dirty="0">
                <a:ea typeface="+mn-lt"/>
                <a:cs typeface="+mn-lt"/>
              </a:rPr>
              <a:t>Detects particles as small as 1 nm.</a:t>
            </a:r>
            <a:endParaRPr lang="en-US" sz="1400" dirty="0">
              <a:ea typeface="Meiryo"/>
            </a:endParaRPr>
          </a:p>
          <a:p>
            <a:pPr marL="285750" indent="-285750">
              <a:lnSpc>
                <a:spcPct val="130000"/>
              </a:lnSpc>
              <a:buFont typeface="Arial"/>
              <a:buChar char="•"/>
            </a:pPr>
            <a:r>
              <a:rPr lang="en-US" sz="1400" b="0" dirty="0">
                <a:ea typeface="+mn-lt"/>
                <a:cs typeface="+mn-lt"/>
              </a:rPr>
              <a:t>Measures hydrodynamic size in native conditions.</a:t>
            </a:r>
            <a:endParaRPr lang="en-US" sz="1400" dirty="0">
              <a:ea typeface="Meiryo"/>
            </a:endParaRPr>
          </a:p>
          <a:p>
            <a:pPr marL="285750" indent="-285750">
              <a:lnSpc>
                <a:spcPct val="130000"/>
              </a:lnSpc>
              <a:buFont typeface="Arial"/>
              <a:buChar char="•"/>
            </a:pPr>
            <a:r>
              <a:rPr lang="en-US" sz="1400" b="0" dirty="0">
                <a:ea typeface="+mn-lt"/>
                <a:cs typeface="+mn-lt"/>
              </a:rPr>
              <a:t>Fast, simple, and high-throughput.</a:t>
            </a:r>
            <a:endParaRPr lang="en-US" sz="1400" dirty="0">
              <a:ea typeface="Meiryo"/>
            </a:endParaRPr>
          </a:p>
          <a:p>
            <a:pPr marL="285750" indent="-285750">
              <a:lnSpc>
                <a:spcPct val="130000"/>
              </a:lnSpc>
              <a:buFont typeface="Arial"/>
              <a:buChar char="•"/>
            </a:pPr>
            <a:r>
              <a:rPr lang="en-US" sz="1400" b="0" dirty="0">
                <a:ea typeface="+mn-lt"/>
                <a:cs typeface="+mn-lt"/>
              </a:rPr>
              <a:t>Requires minimal, non-destructive sample volumes.</a:t>
            </a:r>
            <a:endParaRPr lang="en-US" sz="1400" dirty="0">
              <a:ea typeface="Meiryo"/>
            </a:endParaRPr>
          </a:p>
          <a:p>
            <a:pPr marL="285750" indent="-285750">
              <a:lnSpc>
                <a:spcPct val="130000"/>
              </a:lnSpc>
              <a:buFont typeface="Arial"/>
              <a:buChar char="•"/>
            </a:pPr>
            <a:r>
              <a:rPr lang="en-US" sz="1400" b="0" dirty="0">
                <a:ea typeface="+mn-lt"/>
                <a:cs typeface="+mn-lt"/>
              </a:rPr>
              <a:t>Tracks stability, aggregation, and growth.</a:t>
            </a:r>
            <a:endParaRPr lang="en-US" sz="1400" dirty="0">
              <a:ea typeface="Meiryo"/>
            </a:endParaRPr>
          </a:p>
          <a:p>
            <a:pPr marL="285750" indent="-285750">
              <a:lnSpc>
                <a:spcPct val="130000"/>
              </a:lnSpc>
              <a:buFont typeface="Arial"/>
              <a:buChar char="•"/>
            </a:pPr>
            <a:r>
              <a:rPr lang="en-US" sz="1400" b="0" dirty="0">
                <a:ea typeface="+mn-lt"/>
                <a:cs typeface="+mn-lt"/>
              </a:rPr>
              <a:t>Cost-effective and widely accessible.</a:t>
            </a:r>
            <a:endParaRPr lang="en-US" sz="1400" dirty="0">
              <a:ea typeface="Meiryo"/>
            </a:endParaRPr>
          </a:p>
          <a:p>
            <a:pPr>
              <a:lnSpc>
                <a:spcPct val="130000"/>
              </a:lnSpc>
            </a:pPr>
            <a:r>
              <a:rPr lang="en-US" sz="1400" dirty="0"/>
              <a:t>Disadvantages</a:t>
            </a:r>
            <a:endParaRPr lang="en-US" sz="1400" dirty="0">
              <a:ea typeface="Meiryo"/>
            </a:endParaRPr>
          </a:p>
          <a:p>
            <a:pPr marL="285750" indent="-285750">
              <a:lnSpc>
                <a:spcPct val="130000"/>
              </a:lnSpc>
              <a:buFont typeface="Arial"/>
              <a:buChar char="•"/>
            </a:pPr>
            <a:r>
              <a:rPr lang="en-US" sz="1400" b="0" dirty="0">
                <a:ea typeface="+mn-lt"/>
                <a:cs typeface="+mn-lt"/>
              </a:rPr>
              <a:t>Struggles with polydisperse size distributions.</a:t>
            </a:r>
            <a:endParaRPr lang="en-US" sz="1400" dirty="0">
              <a:ea typeface="Meiryo"/>
            </a:endParaRPr>
          </a:p>
          <a:p>
            <a:pPr marL="285750" indent="-285750">
              <a:lnSpc>
                <a:spcPct val="130000"/>
              </a:lnSpc>
              <a:buFont typeface="Arial"/>
              <a:buChar char="•"/>
            </a:pPr>
            <a:r>
              <a:rPr lang="en-US" sz="1400" b="0" dirty="0">
                <a:ea typeface="+mn-lt"/>
                <a:cs typeface="+mn-lt"/>
              </a:rPr>
              <a:t>Inaccurate for non-spherical particles.</a:t>
            </a:r>
            <a:endParaRPr lang="en-US" sz="1400" dirty="0">
              <a:ea typeface="Meiryo"/>
            </a:endParaRPr>
          </a:p>
          <a:p>
            <a:pPr marL="285750" indent="-285750">
              <a:lnSpc>
                <a:spcPct val="130000"/>
              </a:lnSpc>
              <a:buFont typeface="Arial"/>
              <a:buChar char="•"/>
            </a:pPr>
            <a:r>
              <a:rPr lang="en-US" sz="1400" b="0" dirty="0">
                <a:ea typeface="+mn-lt"/>
                <a:cs typeface="+mn-lt"/>
              </a:rPr>
              <a:t>Provides indirect, intensity-weighted measurements.</a:t>
            </a:r>
            <a:endParaRPr lang="en-US" sz="1400" dirty="0">
              <a:ea typeface="Meiryo"/>
            </a:endParaRPr>
          </a:p>
          <a:p>
            <a:pPr>
              <a:lnSpc>
                <a:spcPct val="130000"/>
              </a:lnSpc>
            </a:pPr>
            <a:endParaRPr lang="en-US" sz="1400" b="0" dirty="0">
              <a:ea typeface="Meiryo"/>
            </a:endParaRPr>
          </a:p>
          <a:p>
            <a:pPr>
              <a:lnSpc>
                <a:spcPct val="130000"/>
              </a:lnSpc>
            </a:pPr>
            <a:endParaRPr lang="en-US" sz="1400" dirty="0">
              <a:ea typeface="Meiryo"/>
            </a:endParaRPr>
          </a:p>
        </p:txBody>
      </p:sp>
    </p:spTree>
    <p:extLst>
      <p:ext uri="{BB962C8B-B14F-4D97-AF65-F5344CB8AC3E}">
        <p14:creationId xmlns:p14="http://schemas.microsoft.com/office/powerpoint/2010/main" val="47235535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9405E2-1A96-4DBA-A9DC-4C2A1B421C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1219200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186DD79-F4CA-4DD7-9C78-AC180665FA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1495508"/>
            <a:ext cx="4426072" cy="436806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F4857D-F003-4CA1-82AB-00900B1008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-1"/>
            <a:ext cx="4426072" cy="151447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9855050-A75B-4DD0-9B56-8B1C7722D8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426076" y="1514475"/>
            <a:ext cx="7765922" cy="4356996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E6738EB-6FF0-4AF9-8462-57F4494B88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5" y="1501324"/>
            <a:ext cx="12188951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B791336-FCAA-4174-9303-B3F3748611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051" y="5863306"/>
            <a:ext cx="12192001" cy="994694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A212158-300D-44D0-9CCE-472C3F669E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5" y="5807463"/>
            <a:ext cx="12188951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88521F4-D44A-42C5-9BDB-5CA2555409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94070" y="0"/>
            <a:ext cx="64008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90AAB7-2C81-8D0F-84A3-3428FC32FC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17909" y="1952825"/>
            <a:ext cx="6431173" cy="3635693"/>
          </a:xfrm>
        </p:spPr>
        <p:txBody>
          <a:bodyPr>
            <a:normAutofit/>
          </a:bodyPr>
          <a:lstStyle/>
          <a:p>
            <a:r>
              <a:rPr lang="en-US" sz="7200" dirty="0">
                <a:ea typeface="Meiryo"/>
              </a:rPr>
              <a:t>Thank you</a:t>
            </a:r>
            <a:endParaRPr lang="en-US" sz="7200">
              <a:ea typeface="Meiryo"/>
            </a:endParaRPr>
          </a:p>
        </p:txBody>
      </p:sp>
    </p:spTree>
    <p:extLst>
      <p:ext uri="{BB962C8B-B14F-4D97-AF65-F5344CB8AC3E}">
        <p14:creationId xmlns:p14="http://schemas.microsoft.com/office/powerpoint/2010/main" val="150648014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ShojiVTI">
  <a:themeElements>
    <a:clrScheme name="Shoji">
      <a:dk1>
        <a:sysClr val="windowText" lastClr="000000"/>
      </a:dk1>
      <a:lt1>
        <a:sysClr val="window" lastClr="FFFFFF"/>
      </a:lt1>
      <a:dk2>
        <a:srgbClr val="595460"/>
      </a:dk2>
      <a:lt2>
        <a:srgbClr val="EBEDEB"/>
      </a:lt2>
      <a:accent1>
        <a:srgbClr val="97A7B8"/>
      </a:accent1>
      <a:accent2>
        <a:srgbClr val="A5B592"/>
      </a:accent2>
      <a:accent3>
        <a:srgbClr val="CED228"/>
      </a:accent3>
      <a:accent4>
        <a:srgbClr val="D1C499"/>
      </a:accent4>
      <a:accent5>
        <a:srgbClr val="BDB3B6"/>
      </a:accent5>
      <a:accent6>
        <a:srgbClr val="C5A98D"/>
      </a:accent6>
      <a:hlink>
        <a:srgbClr val="CC9900"/>
      </a:hlink>
      <a:folHlink>
        <a:srgbClr val="96A9A9"/>
      </a:folHlink>
    </a:clrScheme>
    <a:fontScheme name="Custom 7">
      <a:majorFont>
        <a:latin typeface="Meiryo"/>
        <a:ea typeface=""/>
        <a:cs typeface=""/>
      </a:majorFont>
      <a:minorFont>
        <a:latin typeface="Meiryo"/>
        <a:ea typeface=""/>
        <a:cs typeface=""/>
      </a:minorFont>
    </a:fontScheme>
    <a:fmtScheme name="Feathered">
      <a:fillStyleLst>
        <a:solidFill>
          <a:schemeClr val="phClr"/>
        </a:solidFill>
        <a:solidFill>
          <a:schemeClr val="phClr">
            <a:tint val="67000"/>
            <a:satMod val="105000"/>
          </a:schemeClr>
        </a:soli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0000"/>
                <a:satMod val="120000"/>
                <a:lumMod val="99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>
              <a:tint val="50000"/>
              <a:shade val="83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25400" dir="5400000" algn="ctr" rotWithShape="0">
              <a:srgbClr val="000000">
                <a:alpha val="20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hojiVTI" id="{00D0DDEB-E771-48E5-9E96-0647434F08B1}" vid="{9D22D596-7FD0-4F89-958C-AD79A094911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</TotalTime>
  <Words>733</Words>
  <Application>Microsoft Office PowerPoint</Application>
  <PresentationFormat>Widescreen</PresentationFormat>
  <Paragraphs>123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Meiryo</vt:lpstr>
      <vt:lpstr>Arial</vt:lpstr>
      <vt:lpstr>Corbel</vt:lpstr>
      <vt:lpstr>Wingdings</vt:lpstr>
      <vt:lpstr>ShojiVTI</vt:lpstr>
      <vt:lpstr>Dynamic light scattering</vt:lpstr>
      <vt:lpstr>Introduction</vt:lpstr>
      <vt:lpstr>Key Concept:</vt:lpstr>
      <vt:lpstr>Brownian Motion  &amp; Hydrodynamic Size</vt:lpstr>
      <vt:lpstr>Mechanism</vt:lpstr>
      <vt:lpstr>Data Collection and Analysis</vt:lpstr>
      <vt:lpstr>Visual Representation</vt:lpstr>
      <vt:lpstr>PowerPoint Presentation</vt:lpstr>
      <vt:lpstr>PowerPoint Presentation</vt:lpstr>
      <vt:lpstr>Key Assumptions and Considerations</vt:lpstr>
      <vt:lpstr>Key Components</vt:lpstr>
      <vt:lpstr>Key Parameters in DLS</vt:lpstr>
      <vt:lpstr>Factors Affecting DLS  </vt:lpstr>
      <vt:lpstr>Tips for Reliable DLS Measurements</vt:lpstr>
      <vt:lpstr>Applications of DLS</vt:lpstr>
      <vt:lpstr>Advantages and Disadvantages 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2011051 - Farin Nowshin</cp:lastModifiedBy>
  <cp:revision>310</cp:revision>
  <dcterms:created xsi:type="dcterms:W3CDTF">2024-12-03T07:40:51Z</dcterms:created>
  <dcterms:modified xsi:type="dcterms:W3CDTF">2024-12-04T05:08:11Z</dcterms:modified>
</cp:coreProperties>
</file>