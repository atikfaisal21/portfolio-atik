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7" r:id="rId1"/>
  </p:sldMasterIdLst>
  <p:sldIdLst>
    <p:sldId id="256" r:id="rId2"/>
    <p:sldId id="257" r:id="rId3"/>
    <p:sldId id="262" r:id="rId4"/>
    <p:sldId id="264" r:id="rId5"/>
    <p:sldId id="263" r:id="rId6"/>
    <p:sldId id="271" r:id="rId7"/>
    <p:sldId id="261" r:id="rId8"/>
    <p:sldId id="265" r:id="rId9"/>
    <p:sldId id="266" r:id="rId10"/>
    <p:sldId id="267" r:id="rId11"/>
    <p:sldId id="272" r:id="rId12"/>
    <p:sldId id="268" r:id="rId13"/>
    <p:sldId id="269"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FB70FB-8B13-F669-887E-1B7F15FD91AB}" v="241" dt="2024-10-31T06:16:37.486"/>
    <p1510:client id="{840EE2B0-027D-6D32-E748-9D9051B3ED65}" v="941" dt="2024-10-30T15:43:00.260"/>
    <p1510:client id="{9F6FBA03-3D13-35A9-4DA5-81F843ABDAF7}" v="848" dt="2024-10-30T16:43:56.82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2" d="100"/>
          <a:sy n="82" d="100"/>
        </p:scale>
        <p:origin x="49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3B052-A59B-4AE3-A89A-E7748630C15B}"/>
              </a:ext>
            </a:extLst>
          </p:cNvPr>
          <p:cNvSpPr>
            <a:spLocks noGrp="1"/>
          </p:cNvSpPr>
          <p:nvPr>
            <p:ph type="ctrTitle"/>
          </p:nvPr>
        </p:nvSpPr>
        <p:spPr>
          <a:xfrm>
            <a:off x="1524000" y="1122363"/>
            <a:ext cx="9144000" cy="2387600"/>
          </a:xfrm>
        </p:spPr>
        <p:txBody>
          <a:bodyPr anchor="b"/>
          <a:lstStyle>
            <a:lvl1pPr algn="ctr">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FBDA9EC4-FEA9-41D2-BE8D-F709F01D37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E155CF-52F5-4879-B7F3-D05812AC4A6D}"/>
              </a:ext>
            </a:extLst>
          </p:cNvPr>
          <p:cNvSpPr>
            <a:spLocks noGrp="1"/>
          </p:cNvSpPr>
          <p:nvPr>
            <p:ph type="dt" sz="half" idx="10"/>
          </p:nvPr>
        </p:nvSpPr>
        <p:spPr/>
        <p:txBody>
          <a:bodyPr/>
          <a:lstStyle/>
          <a:p>
            <a:fld id="{073D55F9-11A3-4523-8F38-6BA37933791A}" type="datetime1">
              <a:rPr lang="en-US" smtClean="0"/>
              <a:t>11/12/2025</a:t>
            </a:fld>
            <a:endParaRPr lang="en-US"/>
          </a:p>
        </p:txBody>
      </p:sp>
      <p:sp>
        <p:nvSpPr>
          <p:cNvPr id="5" name="Footer Placeholder 4">
            <a:extLst>
              <a:ext uri="{FF2B5EF4-FFF2-40B4-BE49-F238E27FC236}">
                <a16:creationId xmlns:a16="http://schemas.microsoft.com/office/drawing/2014/main" id="{80D053AC-61ED-4C2F-90BF-D4A9165451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138B2ED7-A198-4613-B8C9-EE02BAE24FA4}"/>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27802512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98991-AEF1-4F19-AAB8-436EAD58C282}"/>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D25B44F-E7DA-40C6-8B44-71EAB6BDFC98}"/>
              </a:ext>
            </a:extLst>
          </p:cNvPr>
          <p:cNvSpPr>
            <a:spLocks noGrp="1"/>
          </p:cNvSpPr>
          <p:nvPr>
            <p:ph idx="1"/>
          </p:nvPr>
        </p:nvSpPr>
        <p:spPr/>
        <p:txBody>
          <a:bodyPr/>
          <a:lstStyle>
            <a:lvl1pPr marL="228600" indent="-228600">
              <a:buFont typeface="Arial" panose="020B0604020202020204" pitchFamily="34" charset="0"/>
              <a:buChar char="•"/>
              <a:defRPr/>
            </a:lvl1pPr>
            <a:lvl2pPr marL="228600" indent="-228600">
              <a:buFont typeface="Arial" panose="020B0604020202020204" pitchFamily="34" charset="0"/>
              <a:buChar char="•"/>
              <a:defRPr/>
            </a:lvl2pPr>
            <a:lvl3pPr marL="228600" indent="-228600">
              <a:buFont typeface="Arial" panose="020B0604020202020204" pitchFamily="34" charset="0"/>
              <a:buChar char="•"/>
              <a:defRPr/>
            </a:lvl3pPr>
            <a:lvl4pPr marL="228600" indent="-228600">
              <a:buFont typeface="Arial" panose="020B0604020202020204" pitchFamily="34" charset="0"/>
              <a:buChar char="•"/>
              <a:defRPr/>
            </a:lvl4pPr>
            <a:lvl5pPr marL="228600" indent="-228600">
              <a:buFont typeface="Arial" panose="020B0604020202020204"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1F71817-A045-48C0-975B-CBEF88E9561E}"/>
              </a:ext>
            </a:extLst>
          </p:cNvPr>
          <p:cNvSpPr>
            <a:spLocks noGrp="1"/>
          </p:cNvSpPr>
          <p:nvPr>
            <p:ph type="dt" sz="half" idx="10"/>
          </p:nvPr>
        </p:nvSpPr>
        <p:spPr/>
        <p:txBody>
          <a:bodyPr/>
          <a:lstStyle/>
          <a:p>
            <a:fld id="{1CB9D56B-6EBE-4E5F-99D9-2A3DBDF37D0A}" type="datetime1">
              <a:rPr lang="en-US" smtClean="0"/>
              <a:t>11/12/2025</a:t>
            </a:fld>
            <a:endParaRPr lang="en-US"/>
          </a:p>
        </p:txBody>
      </p:sp>
      <p:sp>
        <p:nvSpPr>
          <p:cNvPr id="5" name="Footer Placeholder 4">
            <a:extLst>
              <a:ext uri="{FF2B5EF4-FFF2-40B4-BE49-F238E27FC236}">
                <a16:creationId xmlns:a16="http://schemas.microsoft.com/office/drawing/2014/main" id="{B61C39F0-32D4-407C-8BCA-97F2D9E500C9}"/>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99CF4459-37B2-4F87-B508-DB04D4332067}"/>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25414524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BBD03-9D57-48E9-8B43-688B72997276}"/>
              </a:ext>
            </a:extLst>
          </p:cNvPr>
          <p:cNvSpPr>
            <a:spLocks noGrp="1"/>
          </p:cNvSpPr>
          <p:nvPr>
            <p:ph type="title"/>
          </p:nvPr>
        </p:nvSpPr>
        <p:spPr>
          <a:xfrm>
            <a:off x="457200" y="1709738"/>
            <a:ext cx="10890250" cy="2852737"/>
          </a:xfrm>
        </p:spPr>
        <p:txBody>
          <a:bodyPr anchor="b"/>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83F376C-8A2F-4BE5-9669-4A6DA21B771A}"/>
              </a:ext>
            </a:extLst>
          </p:cNvPr>
          <p:cNvSpPr>
            <a:spLocks noGrp="1"/>
          </p:cNvSpPr>
          <p:nvPr>
            <p:ph type="body" idx="1"/>
          </p:nvPr>
        </p:nvSpPr>
        <p:spPr>
          <a:xfrm>
            <a:off x="457200" y="4589463"/>
            <a:ext cx="10890250" cy="1500187"/>
          </a:xfrm>
        </p:spPr>
        <p:txBody>
          <a:bodyPr/>
          <a:lstStyle>
            <a:lvl1pPr marL="0" indent="0">
              <a:buNone/>
              <a:defRPr sz="2400">
                <a:solidFill>
                  <a:srgbClr val="FFFFFF"/>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2654893-212E-4450-8F7A-27256B31F9FB}"/>
              </a:ext>
            </a:extLst>
          </p:cNvPr>
          <p:cNvSpPr>
            <a:spLocks noGrp="1"/>
          </p:cNvSpPr>
          <p:nvPr>
            <p:ph type="dt" sz="half" idx="10"/>
          </p:nvPr>
        </p:nvSpPr>
        <p:spPr/>
        <p:txBody>
          <a:bodyPr/>
          <a:lstStyle/>
          <a:p>
            <a:fld id="{8C33F3CA-C7E3-432D-9282-18F13836509A}" type="datetime1">
              <a:rPr lang="en-US" smtClean="0"/>
              <a:t>11/12/2025</a:t>
            </a:fld>
            <a:endParaRPr lang="en-US" dirty="0"/>
          </a:p>
        </p:txBody>
      </p:sp>
      <p:sp>
        <p:nvSpPr>
          <p:cNvPr id="5" name="Footer Placeholder 4">
            <a:extLst>
              <a:ext uri="{FF2B5EF4-FFF2-40B4-BE49-F238E27FC236}">
                <a16:creationId xmlns:a16="http://schemas.microsoft.com/office/drawing/2014/main" id="{600E881A-3958-44A9-9EDB-D86F4E4144C0}"/>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CFEDBC4F-D9B8-4BFA-BE4F-D4B9B739D1BA}"/>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38612937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C8777-C460-4649-8822-CA943386D06D}"/>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FDF69E6-1094-437B-AA7E-0E21B7136CCA}"/>
              </a:ext>
            </a:extLst>
          </p:cNvPr>
          <p:cNvSpPr>
            <a:spLocks noGrp="1"/>
          </p:cNvSpPr>
          <p:nvPr>
            <p:ph sz="half" idx="1"/>
          </p:nvPr>
        </p:nvSpPr>
        <p:spPr>
          <a:xfrm>
            <a:off x="457200" y="1825625"/>
            <a:ext cx="5562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20BC963-4591-4BE3-AE63-4999A13C505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504D5BB-DB84-4266-9B4F-E65CCFE5B310}"/>
              </a:ext>
            </a:extLst>
          </p:cNvPr>
          <p:cNvSpPr>
            <a:spLocks noGrp="1"/>
          </p:cNvSpPr>
          <p:nvPr>
            <p:ph type="dt" sz="half" idx="10"/>
          </p:nvPr>
        </p:nvSpPr>
        <p:spPr/>
        <p:txBody>
          <a:bodyPr/>
          <a:lstStyle/>
          <a:p>
            <a:fld id="{75BE9C62-1337-40B8-BA50-E9F4861DB4BC}" type="datetime1">
              <a:rPr lang="en-US" smtClean="0"/>
              <a:t>11/12/2025</a:t>
            </a:fld>
            <a:endParaRPr lang="en-US"/>
          </a:p>
        </p:txBody>
      </p:sp>
      <p:sp>
        <p:nvSpPr>
          <p:cNvPr id="6" name="Footer Placeholder 5">
            <a:extLst>
              <a:ext uri="{FF2B5EF4-FFF2-40B4-BE49-F238E27FC236}">
                <a16:creationId xmlns:a16="http://schemas.microsoft.com/office/drawing/2014/main" id="{891A99B5-D493-4AB1-AF24-6660540D56AD}"/>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FE178D0-5F1E-43FA-B447-53501EDD17C0}"/>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17910067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C85CC-8D2B-4219-A2A4-1625A02DFEC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D6143C8-1CF7-440E-99A3-0527314598C6}"/>
              </a:ext>
            </a:extLst>
          </p:cNvPr>
          <p:cNvSpPr>
            <a:spLocks noGrp="1"/>
          </p:cNvSpPr>
          <p:nvPr>
            <p:ph type="body" idx="1"/>
          </p:nvPr>
        </p:nvSpPr>
        <p:spPr>
          <a:xfrm>
            <a:off x="839788" y="1820863"/>
            <a:ext cx="5157787" cy="1150937"/>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EFF5CA-4662-4430-80C7-99CD7D66C9CF}"/>
              </a:ext>
            </a:extLst>
          </p:cNvPr>
          <p:cNvSpPr>
            <a:spLocks noGrp="1"/>
          </p:cNvSpPr>
          <p:nvPr>
            <p:ph sz="half" idx="2"/>
          </p:nvPr>
        </p:nvSpPr>
        <p:spPr>
          <a:xfrm>
            <a:off x="839788" y="3101975"/>
            <a:ext cx="5157787" cy="30876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76CB5B7-DC23-41CE-872B-E25BD64F84A5}"/>
              </a:ext>
            </a:extLst>
          </p:cNvPr>
          <p:cNvSpPr>
            <a:spLocks noGrp="1"/>
          </p:cNvSpPr>
          <p:nvPr>
            <p:ph type="body" sz="quarter" idx="3"/>
          </p:nvPr>
        </p:nvSpPr>
        <p:spPr>
          <a:xfrm>
            <a:off x="6172200" y="1820863"/>
            <a:ext cx="5183188" cy="1150937"/>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DF7633C-C24D-4947-979C-132B3AC405A8}"/>
              </a:ext>
            </a:extLst>
          </p:cNvPr>
          <p:cNvSpPr>
            <a:spLocks noGrp="1"/>
          </p:cNvSpPr>
          <p:nvPr>
            <p:ph sz="quarter" idx="4"/>
          </p:nvPr>
        </p:nvSpPr>
        <p:spPr>
          <a:xfrm>
            <a:off x="6172200" y="3101975"/>
            <a:ext cx="5183188" cy="30876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CE8A46E1-3934-4807-900F-CA7A4D8D66B3}"/>
              </a:ext>
            </a:extLst>
          </p:cNvPr>
          <p:cNvSpPr>
            <a:spLocks noGrp="1"/>
          </p:cNvSpPr>
          <p:nvPr>
            <p:ph type="dt" sz="half" idx="10"/>
          </p:nvPr>
        </p:nvSpPr>
        <p:spPr/>
        <p:txBody>
          <a:bodyPr/>
          <a:lstStyle/>
          <a:p>
            <a:fld id="{47C195EB-2DA3-4B24-8725-19BC22A7BE50}" type="datetime1">
              <a:rPr lang="en-US" smtClean="0"/>
              <a:t>11/12/2025</a:t>
            </a:fld>
            <a:endParaRPr lang="en-US"/>
          </a:p>
        </p:txBody>
      </p:sp>
      <p:sp>
        <p:nvSpPr>
          <p:cNvPr id="8" name="Footer Placeholder 7">
            <a:extLst>
              <a:ext uri="{FF2B5EF4-FFF2-40B4-BE49-F238E27FC236}">
                <a16:creationId xmlns:a16="http://schemas.microsoft.com/office/drawing/2014/main" id="{4BC9C6EA-1549-4601-8226-E5C43469CAFE}"/>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F3658246-003D-4024-9F4B-BA3BD3FBFFBC}"/>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2892094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2DD4C-BFBC-4087-B94C-4DD0690E838E}"/>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BEB9D434-8228-4C7F-B520-14121EBC903B}"/>
              </a:ext>
            </a:extLst>
          </p:cNvPr>
          <p:cNvSpPr>
            <a:spLocks noGrp="1"/>
          </p:cNvSpPr>
          <p:nvPr>
            <p:ph type="dt" sz="half" idx="10"/>
          </p:nvPr>
        </p:nvSpPr>
        <p:spPr/>
        <p:txBody>
          <a:bodyPr/>
          <a:lstStyle/>
          <a:p>
            <a:fld id="{F4E237E6-0076-4915-A5A8-B7C11FA4F374}" type="datetime1">
              <a:rPr lang="en-US" smtClean="0"/>
              <a:t>11/12/2025</a:t>
            </a:fld>
            <a:endParaRPr lang="en-US"/>
          </a:p>
        </p:txBody>
      </p:sp>
      <p:sp>
        <p:nvSpPr>
          <p:cNvPr id="4" name="Footer Placeholder 3">
            <a:extLst>
              <a:ext uri="{FF2B5EF4-FFF2-40B4-BE49-F238E27FC236}">
                <a16:creationId xmlns:a16="http://schemas.microsoft.com/office/drawing/2014/main" id="{997B89BD-A70A-48D2-A3D9-DB2C0DB123B4}"/>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B4ACF4EF-5A2A-4A47-81DF-80CB513060F6}"/>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33518519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8B9F00-8450-475B-B155-993BAF212AF6}"/>
              </a:ext>
            </a:extLst>
          </p:cNvPr>
          <p:cNvSpPr>
            <a:spLocks noGrp="1"/>
          </p:cNvSpPr>
          <p:nvPr>
            <p:ph type="dt" sz="half" idx="10"/>
          </p:nvPr>
        </p:nvSpPr>
        <p:spPr/>
        <p:txBody>
          <a:bodyPr/>
          <a:lstStyle/>
          <a:p>
            <a:fld id="{3505F58F-C0B5-422A-8E5A-6B99E5D80F0A}" type="datetime1">
              <a:rPr lang="en-US" smtClean="0"/>
              <a:t>11/12/2025</a:t>
            </a:fld>
            <a:endParaRPr lang="en-US"/>
          </a:p>
        </p:txBody>
      </p:sp>
      <p:sp>
        <p:nvSpPr>
          <p:cNvPr id="3" name="Footer Placeholder 2">
            <a:extLst>
              <a:ext uri="{FF2B5EF4-FFF2-40B4-BE49-F238E27FC236}">
                <a16:creationId xmlns:a16="http://schemas.microsoft.com/office/drawing/2014/main" id="{5C0FDDA3-8E6F-42F7-BFBE-7FA9C647CA4E}"/>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B6C8E678-81B8-4356-9624-A0B999536312}"/>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4453133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10DAA-DDE3-4C9C-8171-385A3DAC81CF}"/>
              </a:ext>
            </a:extLst>
          </p:cNvPr>
          <p:cNvSpPr>
            <a:spLocks noGrp="1"/>
          </p:cNvSpPr>
          <p:nvPr>
            <p:ph type="title"/>
          </p:nvPr>
        </p:nvSpPr>
        <p:spPr>
          <a:xfrm>
            <a:off x="839788" y="685800"/>
            <a:ext cx="3932237" cy="1981200"/>
          </a:xfrm>
        </p:spPr>
        <p:txBody>
          <a:bodyPr anchor="b"/>
          <a:lstStyle>
            <a:lvl1pPr>
              <a:defRPr sz="4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AF73DB2-BD72-4F5E-9CA2-197343A0908A}"/>
              </a:ext>
            </a:extLst>
          </p:cNvPr>
          <p:cNvSpPr>
            <a:spLocks noGrp="1"/>
          </p:cNvSpPr>
          <p:nvPr>
            <p:ph idx="1"/>
          </p:nvPr>
        </p:nvSpPr>
        <p:spPr>
          <a:xfrm>
            <a:off x="5183188" y="685801"/>
            <a:ext cx="6172200" cy="51752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71F01536-2B0A-42A2-827E-2EB2C324A5FE}"/>
              </a:ext>
            </a:extLst>
          </p:cNvPr>
          <p:cNvSpPr>
            <a:spLocks noGrp="1"/>
          </p:cNvSpPr>
          <p:nvPr>
            <p:ph type="body" sz="half" idx="2"/>
          </p:nvPr>
        </p:nvSpPr>
        <p:spPr>
          <a:xfrm>
            <a:off x="839788" y="2971800"/>
            <a:ext cx="3932237" cy="2897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22CD09-61EF-4733-831C-5B133DAE1F4C}"/>
              </a:ext>
            </a:extLst>
          </p:cNvPr>
          <p:cNvSpPr>
            <a:spLocks noGrp="1"/>
          </p:cNvSpPr>
          <p:nvPr>
            <p:ph type="dt" sz="half" idx="10"/>
          </p:nvPr>
        </p:nvSpPr>
        <p:spPr/>
        <p:txBody>
          <a:bodyPr/>
          <a:lstStyle/>
          <a:p>
            <a:fld id="{7565E655-9687-48DF-A33F-F8824CCCB5D1}" type="datetime1">
              <a:rPr lang="en-US" smtClean="0"/>
              <a:t>11/12/2025</a:t>
            </a:fld>
            <a:endParaRPr lang="en-US"/>
          </a:p>
        </p:txBody>
      </p:sp>
      <p:sp>
        <p:nvSpPr>
          <p:cNvPr id="6" name="Footer Placeholder 5">
            <a:extLst>
              <a:ext uri="{FF2B5EF4-FFF2-40B4-BE49-F238E27FC236}">
                <a16:creationId xmlns:a16="http://schemas.microsoft.com/office/drawing/2014/main" id="{5B109FCF-96E4-4EBF-AAFB-5E9AD22A68AE}"/>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79E381A6-E580-49A4-989C-EF4A54F83B45}"/>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5321571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CFA6E-F719-4613-8815-591471E722E5}"/>
              </a:ext>
            </a:extLst>
          </p:cNvPr>
          <p:cNvSpPr>
            <a:spLocks noGrp="1"/>
          </p:cNvSpPr>
          <p:nvPr>
            <p:ph type="title"/>
          </p:nvPr>
        </p:nvSpPr>
        <p:spPr>
          <a:xfrm>
            <a:off x="839788" y="685800"/>
            <a:ext cx="3932237" cy="2209799"/>
          </a:xfrm>
        </p:spPr>
        <p:txBody>
          <a:bodyPr anchor="b"/>
          <a:lstStyle>
            <a:lvl1pPr>
              <a:defRPr sz="44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654384F3-CDE0-4329-B76D-45AAC94B04A8}"/>
              </a:ext>
            </a:extLst>
          </p:cNvPr>
          <p:cNvSpPr>
            <a:spLocks noGrp="1"/>
          </p:cNvSpPr>
          <p:nvPr>
            <p:ph type="pic" idx="1"/>
          </p:nvPr>
        </p:nvSpPr>
        <p:spPr>
          <a:xfrm>
            <a:off x="5183188" y="685801"/>
            <a:ext cx="6172200" cy="5175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79A9D7EB-40DA-460F-A48A-3E6D5E5612E7}"/>
              </a:ext>
            </a:extLst>
          </p:cNvPr>
          <p:cNvSpPr>
            <a:spLocks noGrp="1"/>
          </p:cNvSpPr>
          <p:nvPr>
            <p:ph type="body" sz="half" idx="2"/>
          </p:nvPr>
        </p:nvSpPr>
        <p:spPr>
          <a:xfrm>
            <a:off x="839788" y="2971800"/>
            <a:ext cx="3932237" cy="2897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56944C-E229-457E-868E-C48FF47DA37A}"/>
              </a:ext>
            </a:extLst>
          </p:cNvPr>
          <p:cNvSpPr>
            <a:spLocks noGrp="1"/>
          </p:cNvSpPr>
          <p:nvPr>
            <p:ph type="dt" sz="half" idx="10"/>
          </p:nvPr>
        </p:nvSpPr>
        <p:spPr/>
        <p:txBody>
          <a:bodyPr/>
          <a:lstStyle/>
          <a:p>
            <a:fld id="{B97FD56A-AAB8-4544-A495-D0645413C9E3}" type="datetime1">
              <a:rPr lang="en-US" smtClean="0"/>
              <a:t>11/12/2025</a:t>
            </a:fld>
            <a:endParaRPr lang="en-US"/>
          </a:p>
        </p:txBody>
      </p:sp>
      <p:sp>
        <p:nvSpPr>
          <p:cNvPr id="6" name="Footer Placeholder 5">
            <a:extLst>
              <a:ext uri="{FF2B5EF4-FFF2-40B4-BE49-F238E27FC236}">
                <a16:creationId xmlns:a16="http://schemas.microsoft.com/office/drawing/2014/main" id="{CC7115FE-359F-46EA-A3C8-0D18544E34AD}"/>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5165D17-3010-4FF5-9071-5CCD3E6995D6}"/>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7696751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B47DD-81F8-4128-9E50-04A9F2D3DCD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56564D1-2B83-4C0F-ACBA-E91472C50A3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6FA1D7D-D2EC-4ADB-9C65-191DEC82DDF4}"/>
              </a:ext>
            </a:extLst>
          </p:cNvPr>
          <p:cNvSpPr>
            <a:spLocks noGrp="1"/>
          </p:cNvSpPr>
          <p:nvPr>
            <p:ph type="dt" sz="half" idx="10"/>
          </p:nvPr>
        </p:nvSpPr>
        <p:spPr/>
        <p:txBody>
          <a:bodyPr/>
          <a:lstStyle/>
          <a:p>
            <a:fld id="{0B4E757A-3EC2-4683-9080-1A460C37C843}" type="datetime1">
              <a:rPr lang="en-US" smtClean="0"/>
              <a:t>11/12/2025</a:t>
            </a:fld>
            <a:endParaRPr lang="en-US"/>
          </a:p>
        </p:txBody>
      </p:sp>
      <p:sp>
        <p:nvSpPr>
          <p:cNvPr id="5" name="Footer Placeholder 4">
            <a:extLst>
              <a:ext uri="{FF2B5EF4-FFF2-40B4-BE49-F238E27FC236}">
                <a16:creationId xmlns:a16="http://schemas.microsoft.com/office/drawing/2014/main" id="{534CB571-86F9-474A-826A-75CC21C8832B}"/>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A1384F5F-50E6-4BB9-B848-EE2302C02ABE}"/>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18670682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E3F08DF-1C0D-4F53-A3AB-95D7B55FA06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C0D3BBD-C494-4E94-B189-319802A93E3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3C0BD9-4BED-43D3-852F-B74B949A2287}"/>
              </a:ext>
            </a:extLst>
          </p:cNvPr>
          <p:cNvSpPr>
            <a:spLocks noGrp="1"/>
          </p:cNvSpPr>
          <p:nvPr>
            <p:ph type="dt" sz="half" idx="10"/>
          </p:nvPr>
        </p:nvSpPr>
        <p:spPr>
          <a:xfrm>
            <a:off x="523539" y="6324600"/>
            <a:ext cx="2560220" cy="365125"/>
          </a:xfrm>
        </p:spPr>
        <p:txBody>
          <a:bodyPr/>
          <a:lstStyle/>
          <a:p>
            <a:fld id="{5CC8096C-64ED-4153-A483-5C02E44AD5C3}" type="datetime1">
              <a:rPr lang="en-US" smtClean="0"/>
              <a:t>11/12/2025</a:t>
            </a:fld>
            <a:endParaRPr lang="en-US" dirty="0"/>
          </a:p>
        </p:txBody>
      </p:sp>
      <p:sp>
        <p:nvSpPr>
          <p:cNvPr id="5" name="Footer Placeholder 4">
            <a:extLst>
              <a:ext uri="{FF2B5EF4-FFF2-40B4-BE49-F238E27FC236}">
                <a16:creationId xmlns:a16="http://schemas.microsoft.com/office/drawing/2014/main" id="{BB7811DC-C725-4462-B622-DB96A8987673}"/>
              </a:ext>
            </a:extLst>
          </p:cNvPr>
          <p:cNvSpPr>
            <a:spLocks noGrp="1"/>
          </p:cNvSpPr>
          <p:nvPr>
            <p:ph type="ftr" sz="quarter" idx="11"/>
          </p:nvPr>
        </p:nvSpPr>
        <p:spPr>
          <a:xfrm>
            <a:off x="4267200" y="6319838"/>
            <a:ext cx="3982781" cy="365125"/>
          </a:xfrm>
        </p:spPr>
        <p:txBody>
          <a:bodyPr/>
          <a:lstStyle/>
          <a:p>
            <a:r>
              <a:rPr lang="en-US"/>
              <a:t>Sample Footer Text</a:t>
            </a:r>
          </a:p>
        </p:txBody>
      </p:sp>
      <p:sp>
        <p:nvSpPr>
          <p:cNvPr id="6" name="Slide Number Placeholder 5">
            <a:extLst>
              <a:ext uri="{FF2B5EF4-FFF2-40B4-BE49-F238E27FC236}">
                <a16:creationId xmlns:a16="http://schemas.microsoft.com/office/drawing/2014/main" id="{67C42D06-438F-4150-9238-E2FAEE5E28D9}"/>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14143226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5" name="Rectangle 114">
            <a:extLst>
              <a:ext uri="{FF2B5EF4-FFF2-40B4-BE49-F238E27FC236}">
                <a16:creationId xmlns:a16="http://schemas.microsoft.com/office/drawing/2014/main" id="{A4798C7F-C8CA-4799-BF37-3AB4642CDB66}"/>
              </a:ext>
            </a:extLst>
          </p:cNvPr>
          <p:cNvSpPr/>
          <p:nvPr/>
        </p:nvSpPr>
        <p:spPr>
          <a:xfrm>
            <a:off x="0" y="0"/>
            <a:ext cx="121889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80" name="Group 79">
            <a:extLst>
              <a:ext uri="{FF2B5EF4-FFF2-40B4-BE49-F238E27FC236}">
                <a16:creationId xmlns:a16="http://schemas.microsoft.com/office/drawing/2014/main" id="{87F0794B-55D3-4D2D-BDE7-4688ED321E42}"/>
              </a:ext>
            </a:extLst>
          </p:cNvPr>
          <p:cNvGrpSpPr/>
          <p:nvPr/>
        </p:nvGrpSpPr>
        <p:grpSpPr>
          <a:xfrm>
            <a:off x="-11413" y="0"/>
            <a:ext cx="12214827" cy="6858000"/>
            <a:chOff x="-6214" y="-1"/>
            <a:chExt cx="12214827" cy="6858000"/>
          </a:xfrm>
        </p:grpSpPr>
        <p:cxnSp>
          <p:nvCxnSpPr>
            <p:cNvPr id="81" name="Straight Connector 80">
              <a:extLst>
                <a:ext uri="{FF2B5EF4-FFF2-40B4-BE49-F238E27FC236}">
                  <a16:creationId xmlns:a16="http://schemas.microsoft.com/office/drawing/2014/main" id="{BE4C795B-1813-4CC6-B03F-8DD130BEAABD}"/>
                </a:ext>
              </a:extLst>
            </p:cNvPr>
            <p:cNvCxnSpPr>
              <a:cxnSpLocks/>
            </p:cNvCxnSpPr>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E0F4C04D-5CD8-446B-BE3D-257172E6E4CB}"/>
                </a:ext>
              </a:extLst>
            </p:cNvPr>
            <p:cNvCxnSpPr>
              <a:cxnSpLocks/>
            </p:cNvCxnSpPr>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FDDC802E-606F-4F39-84B6-90DF0FE54461}"/>
                </a:ext>
              </a:extLst>
            </p:cNvPr>
            <p:cNvCxnSpPr>
              <a:cxnSpLocks/>
            </p:cNvCxnSpPr>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2C5B0C75-0136-4A39-9AB6-0F02C4527810}"/>
                </a:ext>
              </a:extLst>
            </p:cNvPr>
            <p:cNvCxnSpPr>
              <a:cxnSpLocks/>
            </p:cNvCxnSpPr>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C5ED2B52-3D40-46DE-8B54-99A4071578D8}"/>
                </a:ext>
              </a:extLst>
            </p:cNvPr>
            <p:cNvCxnSpPr>
              <a:cxnSpLocks/>
            </p:cNvCxnSpPr>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18BCEC75-1B6B-45B2-8041-8D933FCF60F5}"/>
                </a:ext>
              </a:extLst>
            </p:cNvPr>
            <p:cNvCxnSpPr>
              <a:cxnSpLocks/>
            </p:cNvCxnSpPr>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6A2FC789-056A-43CC-807E-4262CDC3E0F5}"/>
                </a:ext>
              </a:extLst>
            </p:cNvPr>
            <p:cNvCxnSpPr>
              <a:cxnSpLocks/>
            </p:cNvCxnSpPr>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48C32FD3-76B0-40E7-89F2-E9C523210AF4}"/>
                </a:ext>
              </a:extLst>
            </p:cNvPr>
            <p:cNvCxnSpPr>
              <a:cxnSpLocks/>
            </p:cNvCxnSpPr>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B82E9447-8362-426C-840A-B6F2231F7BCC}"/>
                </a:ext>
              </a:extLst>
            </p:cNvPr>
            <p:cNvCxnSpPr>
              <a:cxnSpLocks/>
            </p:cNvCxnSpPr>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2F141DC8-83CE-4C21-A5BA-E2FFF3D866EF}"/>
                </a:ext>
              </a:extLst>
            </p:cNvPr>
            <p:cNvCxnSpPr>
              <a:cxnSpLocks/>
            </p:cNvCxnSpPr>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512A697C-ECBC-40A9-AC69-BF96A34B91AF}"/>
                </a:ext>
              </a:extLst>
            </p:cNvPr>
            <p:cNvCxnSpPr>
              <a:cxnSpLocks/>
            </p:cNvCxnSpPr>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D2E988AF-5EFB-43D3-B93F-6E4F41A2C90B}"/>
                </a:ext>
              </a:extLst>
            </p:cNvPr>
            <p:cNvCxnSpPr>
              <a:cxnSpLocks/>
            </p:cNvCxnSpPr>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6B312C1B-AAE2-4A6D-ACC7-ABAA75D42854}"/>
                </a:ext>
              </a:extLst>
            </p:cNvPr>
            <p:cNvCxnSpPr>
              <a:cxnSpLocks/>
            </p:cNvCxnSpPr>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57B96146-61DA-44D6-A9DF-6DB41FCF2D80}"/>
                </a:ext>
              </a:extLst>
            </p:cNvPr>
            <p:cNvCxnSpPr>
              <a:cxnSpLocks/>
            </p:cNvCxnSpPr>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6B33F93D-4439-46EE-97C4-9CECAAFDCF60}"/>
                </a:ext>
              </a:extLst>
            </p:cNvPr>
            <p:cNvCxnSpPr>
              <a:cxnSpLocks/>
            </p:cNvCxnSpPr>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5914B275-A3D7-4BA4-B8CB-E7657100F3AD}"/>
                </a:ext>
              </a:extLst>
            </p:cNvPr>
            <p:cNvCxnSpPr>
              <a:cxnSpLocks/>
            </p:cNvCxnSpPr>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BD26EF3B-FBE7-4D57-8E01-553F50734A68}"/>
                </a:ext>
              </a:extLst>
            </p:cNvPr>
            <p:cNvCxnSpPr>
              <a:cxnSpLocks/>
            </p:cNvCxnSpPr>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6CC1E671-BA54-4B31-9A2E-8F50BC57A260}"/>
                </a:ext>
              </a:extLst>
            </p:cNvPr>
            <p:cNvCxnSpPr>
              <a:cxnSpLocks/>
            </p:cNvCxnSpPr>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A836A704-3624-4ABF-9A67-0F52C2F3EFBF}"/>
                </a:ext>
              </a:extLst>
            </p:cNvPr>
            <p:cNvCxnSpPr>
              <a:cxnSpLocks/>
            </p:cNvCxnSpPr>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5FDC385D-BA34-481F-A991-A776E0B19301}"/>
                </a:ext>
              </a:extLst>
            </p:cNvPr>
            <p:cNvCxnSpPr>
              <a:cxnSpLocks/>
            </p:cNvCxnSpPr>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F1EF033A-D8FB-416B-AE51-4E098A27D68C}"/>
                </a:ext>
              </a:extLst>
            </p:cNvPr>
            <p:cNvCxnSpPr>
              <a:cxnSpLocks/>
            </p:cNvCxnSpPr>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17C17B48-F458-4E9B-9331-56FCDC5B6AB2}"/>
                </a:ext>
              </a:extLst>
            </p:cNvPr>
            <p:cNvCxnSpPr>
              <a:cxnSpLocks/>
            </p:cNvCxnSpPr>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07E44A4B-D453-46F0-A83D-AF0B33D5C59F}"/>
                </a:ext>
              </a:extLst>
            </p:cNvPr>
            <p:cNvCxnSpPr>
              <a:cxnSpLocks/>
            </p:cNvCxnSpPr>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346BEA9F-314B-440D-AE8D-21E1252EC5A0}"/>
                </a:ext>
              </a:extLst>
            </p:cNvPr>
            <p:cNvCxnSpPr>
              <a:cxnSpLocks/>
            </p:cNvCxnSpPr>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F15EAFD0-4869-4612-ACDE-ABC703104E88}"/>
                </a:ext>
              </a:extLst>
            </p:cNvPr>
            <p:cNvCxnSpPr>
              <a:cxnSpLocks/>
            </p:cNvCxnSpPr>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A0F26706-7F23-4FF0-9CAF-F3C4F47C119D}"/>
                </a:ext>
              </a:extLst>
            </p:cNvPr>
            <p:cNvCxnSpPr>
              <a:cxnSpLocks/>
            </p:cNvCxnSpPr>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C0195A72-345A-4E88-8D71-14DB3D1B607D}"/>
                </a:ext>
              </a:extLst>
            </p:cNvPr>
            <p:cNvCxnSpPr>
              <a:cxnSpLocks/>
            </p:cNvCxnSpPr>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0DBF51A6-A3BC-49FE-BB01-E8992811774E}"/>
                </a:ext>
              </a:extLst>
            </p:cNvPr>
            <p:cNvCxnSpPr>
              <a:cxnSpLocks/>
            </p:cNvCxnSpPr>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A78DF911-744C-419B-83DC-39F270BBF41F}"/>
                </a:ext>
              </a:extLst>
            </p:cNvPr>
            <p:cNvCxnSpPr>
              <a:cxnSpLocks/>
            </p:cNvCxnSpPr>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149" name="Freeform: Shape 148">
            <a:extLst>
              <a:ext uri="{FF2B5EF4-FFF2-40B4-BE49-F238E27FC236}">
                <a16:creationId xmlns:a16="http://schemas.microsoft.com/office/drawing/2014/main" id="{216BB147-20D5-4D93-BDA5-1BC614D6A4B2}"/>
              </a:ext>
            </a:extLst>
          </p:cNvPr>
          <p:cNvSpPr/>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5">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2" name="Title Placeholder 1">
            <a:extLst>
              <a:ext uri="{FF2B5EF4-FFF2-40B4-BE49-F238E27FC236}">
                <a16:creationId xmlns:a16="http://schemas.microsoft.com/office/drawing/2014/main" id="{41447F1F-BFA8-4A56-894B-40120132EE48}"/>
              </a:ext>
            </a:extLst>
          </p:cNvPr>
          <p:cNvSpPr>
            <a:spLocks noGrp="1"/>
          </p:cNvSpPr>
          <p:nvPr>
            <p:ph type="title"/>
          </p:nvPr>
        </p:nvSpPr>
        <p:spPr>
          <a:xfrm>
            <a:off x="457200" y="365125"/>
            <a:ext cx="10722932"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658FB99-0FA3-49F4-99A1-61919F942794}"/>
              </a:ext>
            </a:extLst>
          </p:cNvPr>
          <p:cNvSpPr>
            <a:spLocks noGrp="1"/>
          </p:cNvSpPr>
          <p:nvPr>
            <p:ph type="body" idx="1"/>
          </p:nvPr>
        </p:nvSpPr>
        <p:spPr>
          <a:xfrm>
            <a:off x="457200" y="1825625"/>
            <a:ext cx="10722932"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CDCCAE5-4EB0-4174-BD15-4943899B0A29}"/>
              </a:ext>
            </a:extLst>
          </p:cNvPr>
          <p:cNvSpPr>
            <a:spLocks noGrp="1"/>
          </p:cNvSpPr>
          <p:nvPr>
            <p:ph type="dt" sz="half" idx="2"/>
          </p:nvPr>
        </p:nvSpPr>
        <p:spPr>
          <a:xfrm>
            <a:off x="457200" y="6324600"/>
            <a:ext cx="2560220" cy="365125"/>
          </a:xfrm>
          <a:prstGeom prst="rect">
            <a:avLst/>
          </a:prstGeom>
        </p:spPr>
        <p:txBody>
          <a:bodyPr vert="horz" lIns="91440" tIns="45720" rIns="91440" bIns="45720" rtlCol="0" anchor="ctr"/>
          <a:lstStyle>
            <a:lvl1pPr algn="l">
              <a:defRPr sz="900" cap="all" spc="150" baseline="0">
                <a:solidFill>
                  <a:srgbClr val="FFFFFF"/>
                </a:solidFill>
              </a:defRPr>
            </a:lvl1pPr>
          </a:lstStyle>
          <a:p>
            <a:fld id="{193BAB95-8DA7-460B-B00A-7037C8394FB0}" type="datetime1">
              <a:rPr lang="en-US" smtClean="0"/>
              <a:pPr/>
              <a:t>11/12/2025</a:t>
            </a:fld>
            <a:endParaRPr lang="en-US" dirty="0"/>
          </a:p>
        </p:txBody>
      </p:sp>
      <p:sp>
        <p:nvSpPr>
          <p:cNvPr id="5" name="Footer Placeholder 4">
            <a:extLst>
              <a:ext uri="{FF2B5EF4-FFF2-40B4-BE49-F238E27FC236}">
                <a16:creationId xmlns:a16="http://schemas.microsoft.com/office/drawing/2014/main" id="{26A4189E-43B2-4CEE-B13E-61A1FBBBD25D}"/>
              </a:ext>
            </a:extLst>
          </p:cNvPr>
          <p:cNvSpPr>
            <a:spLocks noGrp="1"/>
          </p:cNvSpPr>
          <p:nvPr>
            <p:ph type="ftr" sz="quarter" idx="3"/>
          </p:nvPr>
        </p:nvSpPr>
        <p:spPr>
          <a:xfrm>
            <a:off x="4200861" y="6319838"/>
            <a:ext cx="3982781" cy="365125"/>
          </a:xfrm>
          <a:prstGeom prst="rect">
            <a:avLst/>
          </a:prstGeom>
        </p:spPr>
        <p:txBody>
          <a:bodyPr vert="horz" lIns="91440" tIns="45720" rIns="91440" bIns="45720" rtlCol="0" anchor="ctr"/>
          <a:lstStyle>
            <a:lvl1pPr algn="ctr">
              <a:defRPr sz="900" cap="all" spc="150" baseline="0">
                <a:solidFill>
                  <a:srgbClr val="FFFFFF"/>
                </a:solidFill>
              </a:defRPr>
            </a:lvl1pPr>
          </a:lstStyle>
          <a:p>
            <a:r>
              <a:rPr lang="en-US"/>
              <a:t>Sample Footer Text</a:t>
            </a:r>
            <a:endParaRPr lang="en-US" dirty="0">
              <a:solidFill>
                <a:srgbClr val="FFFFFF"/>
              </a:solidFill>
            </a:endParaRPr>
          </a:p>
        </p:txBody>
      </p:sp>
      <p:sp>
        <p:nvSpPr>
          <p:cNvPr id="6" name="Slide Number Placeholder 5">
            <a:extLst>
              <a:ext uri="{FF2B5EF4-FFF2-40B4-BE49-F238E27FC236}">
                <a16:creationId xmlns:a16="http://schemas.microsoft.com/office/drawing/2014/main" id="{EAA0530F-0BC8-46EF-A765-DD58B5367528}"/>
              </a:ext>
            </a:extLst>
          </p:cNvPr>
          <p:cNvSpPr>
            <a:spLocks noGrp="1"/>
          </p:cNvSpPr>
          <p:nvPr>
            <p:ph type="sldNum" sz="quarter" idx="4"/>
          </p:nvPr>
        </p:nvSpPr>
        <p:spPr>
          <a:xfrm>
            <a:off x="11190806" y="6324600"/>
            <a:ext cx="799078" cy="365125"/>
          </a:xfrm>
          <a:prstGeom prst="rect">
            <a:avLst/>
          </a:prstGeom>
        </p:spPr>
        <p:txBody>
          <a:bodyPr vert="horz" lIns="91440" tIns="45720" rIns="91440" bIns="45720" rtlCol="0" anchor="ctr"/>
          <a:lstStyle>
            <a:lvl1pPr algn="ctr">
              <a:defRPr sz="900" cap="all" spc="150" baseline="0">
                <a:solidFill>
                  <a:srgbClr val="FFFFFF"/>
                </a:solidFill>
              </a:defRPr>
            </a:lvl1pPr>
          </a:lstStyle>
          <a:p>
            <a:fld id="{11A71338-8BA2-4C79-A6C5-5A8E30081D0C}" type="slidenum">
              <a:rPr lang="en-US" smtClean="0"/>
              <a:pPr/>
              <a:t>‹#›</a:t>
            </a:fld>
            <a:endParaRPr lang="en-US" dirty="0"/>
          </a:p>
        </p:txBody>
      </p:sp>
      <p:sp>
        <p:nvSpPr>
          <p:cNvPr id="77" name="Freeform: Shape 76">
            <a:extLst>
              <a:ext uri="{FF2B5EF4-FFF2-40B4-BE49-F238E27FC236}">
                <a16:creationId xmlns:a16="http://schemas.microsoft.com/office/drawing/2014/main" id="{0A253F60-DE40-4508-A37A-61331DF1DD5D}"/>
              </a:ext>
            </a:extLst>
          </p:cNvPr>
          <p:cNvSpPr/>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Tree>
    <p:extLst>
      <p:ext uri="{BB962C8B-B14F-4D97-AF65-F5344CB8AC3E}">
        <p14:creationId xmlns:p14="http://schemas.microsoft.com/office/powerpoint/2010/main" val="2866733757"/>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0" r:id="rId6"/>
    <p:sldLayoutId id="2147483706" r:id="rId7"/>
    <p:sldLayoutId id="2147483707" r:id="rId8"/>
    <p:sldLayoutId id="2147483708" r:id="rId9"/>
    <p:sldLayoutId id="2147483709" r:id="rId10"/>
    <p:sldLayoutId id="2147483711" r:id="rId11"/>
  </p:sldLayoutIdLst>
  <p:hf sldNum="0" hdr="0" ftr="0" dt="0"/>
  <p:txStyles>
    <p:titleStyle>
      <a:lvl1pPr algn="l" defTabSz="914400" rtl="0" eaLnBrk="1" latinLnBrk="0" hangingPunct="1">
        <a:lnSpc>
          <a:spcPct val="90000"/>
        </a:lnSpc>
        <a:spcBef>
          <a:spcPct val="0"/>
        </a:spcBef>
        <a:buNone/>
        <a:defRPr sz="4400" kern="1200">
          <a:solidFill>
            <a:srgbClr val="FFFFFF"/>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bg1"/>
        </a:buClr>
        <a:buSzPct val="75000"/>
        <a:buFont typeface="Arial" panose="020B0604020202020204" pitchFamily="34" charset="0"/>
        <a:buChar char="•"/>
        <a:defRPr sz="2800" kern="1200">
          <a:solidFill>
            <a:srgbClr val="FFFFFF"/>
          </a:solidFill>
          <a:latin typeface="+mn-lt"/>
          <a:ea typeface="+mn-ea"/>
          <a:cs typeface="+mn-cs"/>
        </a:defRPr>
      </a:lvl1pPr>
      <a:lvl2pPr marL="228600" indent="-228600" algn="l" defTabSz="914400" rtl="0" eaLnBrk="1" latinLnBrk="0" hangingPunct="1">
        <a:lnSpc>
          <a:spcPct val="110000"/>
        </a:lnSpc>
        <a:spcBef>
          <a:spcPts val="500"/>
        </a:spcBef>
        <a:buClr>
          <a:schemeClr val="bg1"/>
        </a:buClr>
        <a:buSzPct val="75000"/>
        <a:buFont typeface="Arial" panose="020B0604020202020204" pitchFamily="34" charset="0"/>
        <a:buChar char="•"/>
        <a:defRPr sz="2400" kern="1200">
          <a:solidFill>
            <a:srgbClr val="FFFFFF"/>
          </a:solidFill>
          <a:latin typeface="+mn-lt"/>
          <a:ea typeface="+mn-ea"/>
          <a:cs typeface="+mn-cs"/>
        </a:defRPr>
      </a:lvl2pPr>
      <a:lvl3pPr marL="228600" indent="-228600" algn="l" defTabSz="914400" rtl="0" eaLnBrk="1" latinLnBrk="0" hangingPunct="1">
        <a:lnSpc>
          <a:spcPct val="110000"/>
        </a:lnSpc>
        <a:spcBef>
          <a:spcPts val="500"/>
        </a:spcBef>
        <a:buClr>
          <a:schemeClr val="bg1"/>
        </a:buClr>
        <a:buSzPct val="75000"/>
        <a:buFont typeface="Arial" panose="020B0604020202020204" pitchFamily="34" charset="0"/>
        <a:buChar char="•"/>
        <a:defRPr sz="2000" kern="1200">
          <a:solidFill>
            <a:srgbClr val="FFFFFF"/>
          </a:solidFill>
          <a:latin typeface="+mn-lt"/>
          <a:ea typeface="+mn-ea"/>
          <a:cs typeface="+mn-cs"/>
        </a:defRPr>
      </a:lvl3pPr>
      <a:lvl4pPr marL="228600" indent="-228600" algn="l" defTabSz="914400" rtl="0" eaLnBrk="1" latinLnBrk="0" hangingPunct="1">
        <a:lnSpc>
          <a:spcPct val="110000"/>
        </a:lnSpc>
        <a:spcBef>
          <a:spcPts val="500"/>
        </a:spcBef>
        <a:buClr>
          <a:schemeClr val="bg1"/>
        </a:buClr>
        <a:buSzPct val="75000"/>
        <a:buFont typeface="Arial" panose="020B0604020202020204" pitchFamily="34" charset="0"/>
        <a:buChar char="•"/>
        <a:defRPr sz="1800" kern="1200">
          <a:solidFill>
            <a:srgbClr val="FFFFFF"/>
          </a:solidFill>
          <a:latin typeface="+mn-lt"/>
          <a:ea typeface="+mn-ea"/>
          <a:cs typeface="+mn-cs"/>
        </a:defRPr>
      </a:lvl4pPr>
      <a:lvl5pPr marL="228600" indent="-228600" algn="l" defTabSz="914400" rtl="0" eaLnBrk="1" latinLnBrk="0" hangingPunct="1">
        <a:lnSpc>
          <a:spcPct val="110000"/>
        </a:lnSpc>
        <a:spcBef>
          <a:spcPts val="500"/>
        </a:spcBef>
        <a:buClr>
          <a:schemeClr val="bg1"/>
        </a:buClr>
        <a:buSzPct val="75000"/>
        <a:buFont typeface="Arial" panose="020B0604020202020204" pitchFamily="34" charset="0"/>
        <a:buChar char="•"/>
        <a:defRPr sz="1800" kern="1200">
          <a:solidFill>
            <a:srgbClr val="FFFF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6" name="Rectangle 45">
            <a:extLst>
              <a:ext uri="{FF2B5EF4-FFF2-40B4-BE49-F238E27FC236}">
                <a16:creationId xmlns:a16="http://schemas.microsoft.com/office/drawing/2014/main" id="{BA6285CA-6AFA-4F27-AFB5-1B32CDE09B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47" name="Rectangle 46">
            <a:extLst>
              <a:ext uri="{FF2B5EF4-FFF2-40B4-BE49-F238E27FC236}">
                <a16:creationId xmlns:a16="http://schemas.microsoft.com/office/drawing/2014/main" id="{F8DD0EAF-BF73-48D8-A426-3085C4B88F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48" name="Right Triangle 47">
            <a:extLst>
              <a:ext uri="{FF2B5EF4-FFF2-40B4-BE49-F238E27FC236}">
                <a16:creationId xmlns:a16="http://schemas.microsoft.com/office/drawing/2014/main" id="{7BCC6446-8462-4A63-9B6F-8F57EC40F6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65271" y="2673521"/>
            <a:ext cx="568289" cy="568289"/>
          </a:xfrm>
          <a:prstGeom prst="rtTriangle">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9" name="Group 48">
            <a:extLst>
              <a:ext uri="{FF2B5EF4-FFF2-40B4-BE49-F238E27FC236}">
                <a16:creationId xmlns:a16="http://schemas.microsoft.com/office/drawing/2014/main" id="{8118ECEF-CA6A-4CB6-BCA5-59B2DB40C4A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7" name="Straight Connector 16">
              <a:extLst>
                <a:ext uri="{FF2B5EF4-FFF2-40B4-BE49-F238E27FC236}">
                  <a16:creationId xmlns:a16="http://schemas.microsoft.com/office/drawing/2014/main" id="{CDC2A251-C28C-4A72-BAFF-511640FB2E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DDB2429-3E01-4CD5-998D-8F5716A0987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1E26953B-4BE7-4AD0-B471-088DBB23D7D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9D9ED6D-9817-4272-9FEF-E674FBCCCC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718C0DE-4596-4A70-AA4F-E678AC7FBC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8B48095-74C2-4053-872D-D3F70910C3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224D0B6-A4CB-4D98-A1DC-2770B95F9E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39DE9C-23C1-4ABA-BD0D-B76BDC9630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19DDAAE0-966C-4350-8819-857CF524F3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BEE6C021-FBD3-42F3-9A9C-69C4E71989C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F02961B9-65E1-4B12-AD98-9845BC3F43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22ABFE0-D700-4FD9-9CC8-D138B29ABFD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46FFF1A3-B8BF-470C-9436-D5B7818535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198B6551-FF5D-49F5-8D3E-757AEC357AF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50F3BFE5-573C-42C0-94D5-E5513CCC57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57931AB-4B07-4E0E-B3E4-84E2452E0A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CC4789DB-7083-4597-9FC7-6336EA0BE3D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9E0B4F1D-D11A-4023-BE6B-6679ABB2B4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28633D7A-F6FC-418F-AD87-0EE148C1A0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A0FC8FCC-6F69-4802-995C-903AE441629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86ABFCE7-4796-4186-8EDC-DB6CE87BC7E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E1935BF2-A804-46BA-940A-DDAD7888F3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ED012DA9-8D67-483A-8071-2903F2E3B2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109163DC-956E-44BE-B55A-E6C2C851DD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6CDE9FD-1880-483F-A039-BEB3AB0D374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38DDB23B-71E7-42A3-B055-5740EE14C5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37245B63-D771-461D-A625-4B49966D24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CF1DF9FF-1F61-4B4F-8993-6897DE09C9C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4092F139-6734-46F3-B176-11741F1F73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319581" y="836314"/>
            <a:ext cx="5436666" cy="1428585"/>
          </a:xfrm>
        </p:spPr>
        <p:txBody>
          <a:bodyPr vert="horz" lIns="91440" tIns="45720" rIns="91440" bIns="45720" rtlCol="0" anchor="b">
            <a:normAutofit fontScale="90000"/>
          </a:bodyPr>
          <a:lstStyle/>
          <a:p>
            <a:pPr algn="l"/>
            <a:r>
              <a:rPr lang="en-US">
                <a:solidFill>
                  <a:schemeClr val="tx2">
                    <a:alpha val="80000"/>
                  </a:schemeClr>
                </a:solidFill>
              </a:rPr>
              <a:t>Capstone Project </a:t>
            </a:r>
          </a:p>
        </p:txBody>
      </p:sp>
      <p:sp>
        <p:nvSpPr>
          <p:cNvPr id="3" name="Subtitle 2"/>
          <p:cNvSpPr>
            <a:spLocks noGrp="1"/>
          </p:cNvSpPr>
          <p:nvPr>
            <p:ph type="subTitle" idx="1"/>
          </p:nvPr>
        </p:nvSpPr>
        <p:spPr>
          <a:xfrm>
            <a:off x="340174" y="2647720"/>
            <a:ext cx="5414255" cy="1560594"/>
          </a:xfrm>
        </p:spPr>
        <p:txBody>
          <a:bodyPr vert="horz" lIns="91440" tIns="45720" rIns="91440" bIns="45720" rtlCol="0">
            <a:normAutofit/>
          </a:bodyPr>
          <a:lstStyle/>
          <a:p>
            <a:pPr algn="l"/>
            <a:r>
              <a:rPr lang="en-US" kern="1200">
                <a:solidFill>
                  <a:schemeClr val="tx2">
                    <a:alpha val="80000"/>
                  </a:schemeClr>
                </a:solidFill>
                <a:latin typeface="+mn-lt"/>
                <a:ea typeface="+mn-ea"/>
                <a:cs typeface="+mn-cs"/>
              </a:rPr>
              <a:t>Thermal Insulator from Buffing Dust </a:t>
            </a:r>
          </a:p>
        </p:txBody>
      </p:sp>
      <p:pic>
        <p:nvPicPr>
          <p:cNvPr id="50" name="Picture 49">
            <a:extLst>
              <a:ext uri="{FF2B5EF4-FFF2-40B4-BE49-F238E27FC236}">
                <a16:creationId xmlns:a16="http://schemas.microsoft.com/office/drawing/2014/main" id="{6B72337B-117C-BBF3-5BCF-1E017A7FB4A0}"/>
              </a:ext>
            </a:extLst>
          </p:cNvPr>
          <p:cNvPicPr>
            <a:picLocks noChangeAspect="1"/>
          </p:cNvPicPr>
          <p:nvPr/>
        </p:nvPicPr>
        <p:blipFill>
          <a:blip r:embed="rId2"/>
          <a:srcRect l="26019" r="2529" b="2"/>
          <a:stretch/>
        </p:blipFill>
        <p:spPr>
          <a:xfrm>
            <a:off x="6084873" y="-3440"/>
            <a:ext cx="6129950" cy="6861439"/>
          </a:xfrm>
          <a:custGeom>
            <a:avLst/>
            <a:gdLst/>
            <a:ahLst/>
            <a:cxnLst/>
            <a:rect l="l" t="t" r="r" b="b"/>
            <a:pathLst>
              <a:path w="6129950" h="6861439">
                <a:moveTo>
                  <a:pt x="1687527" y="0"/>
                </a:moveTo>
                <a:lnTo>
                  <a:pt x="6129950" y="0"/>
                </a:lnTo>
                <a:lnTo>
                  <a:pt x="6129950" y="6858000"/>
                </a:lnTo>
                <a:lnTo>
                  <a:pt x="5040333" y="6858000"/>
                </a:lnTo>
                <a:lnTo>
                  <a:pt x="5040333" y="6861439"/>
                </a:lnTo>
                <a:lnTo>
                  <a:pt x="272442" y="6861439"/>
                </a:lnTo>
                <a:lnTo>
                  <a:pt x="196402" y="6549696"/>
                </a:lnTo>
                <a:cubicBezTo>
                  <a:pt x="-517926" y="3427393"/>
                  <a:pt x="946083" y="3323532"/>
                  <a:pt x="946083" y="1"/>
                </a:cubicBezTo>
                <a:lnTo>
                  <a:pt x="1687527" y="1"/>
                </a:lnTo>
                <a:close/>
              </a:path>
            </a:pathLst>
          </a:custGeom>
        </p:spPr>
      </p:pic>
      <p:sp>
        <p:nvSpPr>
          <p:cNvPr id="4" name="TextBox 3">
            <a:extLst>
              <a:ext uri="{FF2B5EF4-FFF2-40B4-BE49-F238E27FC236}">
                <a16:creationId xmlns:a16="http://schemas.microsoft.com/office/drawing/2014/main" id="{2D9E9B14-D224-3B70-3B3A-F6B48B6D782A}"/>
              </a:ext>
            </a:extLst>
          </p:cNvPr>
          <p:cNvSpPr txBox="1"/>
          <p:nvPr/>
        </p:nvSpPr>
        <p:spPr>
          <a:xfrm>
            <a:off x="416152" y="3750422"/>
            <a:ext cx="4000500" cy="252376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Aft>
                <a:spcPts val="600"/>
              </a:spcAft>
            </a:pPr>
            <a:r>
              <a:rPr lang="en-US" sz="2000" b="1" dirty="0">
                <a:solidFill>
                  <a:schemeClr val="accent6">
                    <a:lumMod val="49000"/>
                  </a:schemeClr>
                </a:solidFill>
              </a:rPr>
              <a:t>Student ID </a:t>
            </a:r>
          </a:p>
          <a:p>
            <a:pPr>
              <a:spcAft>
                <a:spcPts val="600"/>
              </a:spcAft>
            </a:pPr>
            <a:r>
              <a:rPr lang="en-US" dirty="0">
                <a:solidFill>
                  <a:schemeClr val="accent6">
                    <a:lumMod val="49000"/>
                  </a:schemeClr>
                </a:solidFill>
              </a:rPr>
              <a:t>2011049</a:t>
            </a:r>
          </a:p>
          <a:p>
            <a:pPr>
              <a:spcAft>
                <a:spcPts val="600"/>
              </a:spcAft>
            </a:pPr>
            <a:r>
              <a:rPr lang="en-US" dirty="0">
                <a:solidFill>
                  <a:schemeClr val="accent6">
                    <a:lumMod val="49000"/>
                  </a:schemeClr>
                </a:solidFill>
              </a:rPr>
              <a:t>2011050</a:t>
            </a:r>
          </a:p>
          <a:p>
            <a:pPr>
              <a:spcAft>
                <a:spcPts val="600"/>
              </a:spcAft>
            </a:pPr>
            <a:r>
              <a:rPr lang="en-US" dirty="0">
                <a:solidFill>
                  <a:schemeClr val="accent6">
                    <a:lumMod val="49000"/>
                  </a:schemeClr>
                </a:solidFill>
              </a:rPr>
              <a:t>2011051</a:t>
            </a:r>
          </a:p>
          <a:p>
            <a:pPr>
              <a:spcAft>
                <a:spcPts val="600"/>
              </a:spcAft>
            </a:pPr>
            <a:r>
              <a:rPr lang="en-US" dirty="0">
                <a:solidFill>
                  <a:schemeClr val="accent6">
                    <a:lumMod val="49000"/>
                  </a:schemeClr>
                </a:solidFill>
              </a:rPr>
              <a:t>2011052</a:t>
            </a:r>
          </a:p>
          <a:p>
            <a:pPr>
              <a:spcAft>
                <a:spcPts val="600"/>
              </a:spcAft>
            </a:pPr>
            <a:r>
              <a:rPr lang="en-US" dirty="0">
                <a:solidFill>
                  <a:schemeClr val="accent6">
                    <a:lumMod val="49000"/>
                  </a:schemeClr>
                </a:solidFill>
              </a:rPr>
              <a:t>2011053 Md. </a:t>
            </a:r>
            <a:r>
              <a:rPr lang="en-US">
                <a:solidFill>
                  <a:schemeClr val="accent6">
                    <a:lumMod val="49000"/>
                  </a:schemeClr>
                </a:solidFill>
              </a:rPr>
              <a:t>Atik Faisal</a:t>
            </a:r>
            <a:endParaRPr lang="en-US" dirty="0">
              <a:solidFill>
                <a:schemeClr val="accent6">
                  <a:lumMod val="49000"/>
                </a:schemeClr>
              </a:solidFill>
            </a:endParaRPr>
          </a:p>
          <a:p>
            <a:pPr>
              <a:spcAft>
                <a:spcPts val="600"/>
              </a:spcAft>
            </a:pPr>
            <a:r>
              <a:rPr lang="en-US" dirty="0">
                <a:solidFill>
                  <a:schemeClr val="accent6">
                    <a:lumMod val="49000"/>
                  </a:schemeClr>
                </a:solidFill>
              </a:rPr>
              <a:t>2011054</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1" name="Rectangle 150">
            <a:extLst>
              <a:ext uri="{FF2B5EF4-FFF2-40B4-BE49-F238E27FC236}">
                <a16:creationId xmlns:a16="http://schemas.microsoft.com/office/drawing/2014/main" id="{A4798C7F-C8CA-4799-BF37-3AB4642CDB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153" name="Group 152">
            <a:extLst>
              <a:ext uri="{FF2B5EF4-FFF2-40B4-BE49-F238E27FC236}">
                <a16:creationId xmlns:a16="http://schemas.microsoft.com/office/drawing/2014/main" id="{87F0794B-55D3-4D2D-BDE7-4688ED321E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54" name="Straight Connector 153">
              <a:extLst>
                <a:ext uri="{FF2B5EF4-FFF2-40B4-BE49-F238E27FC236}">
                  <a16:creationId xmlns:a16="http://schemas.microsoft.com/office/drawing/2014/main" id="{BE4C795B-1813-4CC6-B03F-8DD130BEAA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E0F4C04D-5CD8-446B-BE3D-257172E6E4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id="{FDDC802E-606F-4F39-84B6-90DF0FE544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7" name="Straight Connector 156">
              <a:extLst>
                <a:ext uri="{FF2B5EF4-FFF2-40B4-BE49-F238E27FC236}">
                  <a16:creationId xmlns:a16="http://schemas.microsoft.com/office/drawing/2014/main" id="{2C5B0C75-0136-4A39-9AB6-0F02C45278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C5ED2B52-3D40-46DE-8B54-99A4071578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9" name="Straight Connector 158">
              <a:extLst>
                <a:ext uri="{FF2B5EF4-FFF2-40B4-BE49-F238E27FC236}">
                  <a16:creationId xmlns:a16="http://schemas.microsoft.com/office/drawing/2014/main" id="{18BCEC75-1B6B-45B2-8041-8D933FCF6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0" name="Straight Connector 159">
              <a:extLst>
                <a:ext uri="{FF2B5EF4-FFF2-40B4-BE49-F238E27FC236}">
                  <a16:creationId xmlns:a16="http://schemas.microsoft.com/office/drawing/2014/main" id="{6A2FC789-056A-43CC-807E-4262CDC3E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1" name="Straight Connector 160">
              <a:extLst>
                <a:ext uri="{FF2B5EF4-FFF2-40B4-BE49-F238E27FC236}">
                  <a16:creationId xmlns:a16="http://schemas.microsoft.com/office/drawing/2014/main" id="{48C32FD3-76B0-40E7-89F2-E9C523210A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2" name="Straight Connector 161">
              <a:extLst>
                <a:ext uri="{FF2B5EF4-FFF2-40B4-BE49-F238E27FC236}">
                  <a16:creationId xmlns:a16="http://schemas.microsoft.com/office/drawing/2014/main" id="{B82E9447-8362-426C-840A-B6F2231F7B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3" name="Straight Connector 162">
              <a:extLst>
                <a:ext uri="{FF2B5EF4-FFF2-40B4-BE49-F238E27FC236}">
                  <a16:creationId xmlns:a16="http://schemas.microsoft.com/office/drawing/2014/main" id="{2F141DC8-83CE-4C21-A5BA-E2FFF3D866E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4" name="Straight Connector 163">
              <a:extLst>
                <a:ext uri="{FF2B5EF4-FFF2-40B4-BE49-F238E27FC236}">
                  <a16:creationId xmlns:a16="http://schemas.microsoft.com/office/drawing/2014/main" id="{512A697C-ECBC-40A9-AC69-BF96A34B91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5" name="Straight Connector 164">
              <a:extLst>
                <a:ext uri="{FF2B5EF4-FFF2-40B4-BE49-F238E27FC236}">
                  <a16:creationId xmlns:a16="http://schemas.microsoft.com/office/drawing/2014/main" id="{D2E988AF-5EFB-43D3-B93F-6E4F41A2C9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6" name="Straight Connector 165">
              <a:extLst>
                <a:ext uri="{FF2B5EF4-FFF2-40B4-BE49-F238E27FC236}">
                  <a16:creationId xmlns:a16="http://schemas.microsoft.com/office/drawing/2014/main" id="{6B312C1B-AAE2-4A6D-ACC7-ABAA75D428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7" name="Straight Connector 166">
              <a:extLst>
                <a:ext uri="{FF2B5EF4-FFF2-40B4-BE49-F238E27FC236}">
                  <a16:creationId xmlns:a16="http://schemas.microsoft.com/office/drawing/2014/main" id="{57B96146-61DA-44D6-A9DF-6DB41FCF2D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8" name="Straight Connector 167">
              <a:extLst>
                <a:ext uri="{FF2B5EF4-FFF2-40B4-BE49-F238E27FC236}">
                  <a16:creationId xmlns:a16="http://schemas.microsoft.com/office/drawing/2014/main" id="{6B33F93D-4439-46EE-97C4-9CECAAFDCF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9" name="Straight Connector 168">
              <a:extLst>
                <a:ext uri="{FF2B5EF4-FFF2-40B4-BE49-F238E27FC236}">
                  <a16:creationId xmlns:a16="http://schemas.microsoft.com/office/drawing/2014/main" id="{5914B275-A3D7-4BA4-B8CB-E7657100F3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BD26EF3B-FBE7-4D57-8E01-553F50734A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1" name="Straight Connector 170">
              <a:extLst>
                <a:ext uri="{FF2B5EF4-FFF2-40B4-BE49-F238E27FC236}">
                  <a16:creationId xmlns:a16="http://schemas.microsoft.com/office/drawing/2014/main" id="{6CC1E671-BA54-4B31-9A2E-8F50BC57A2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2" name="Straight Connector 171">
              <a:extLst>
                <a:ext uri="{FF2B5EF4-FFF2-40B4-BE49-F238E27FC236}">
                  <a16:creationId xmlns:a16="http://schemas.microsoft.com/office/drawing/2014/main" id="{A836A704-3624-4ABF-9A67-0F52C2F3EF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3" name="Straight Connector 172">
              <a:extLst>
                <a:ext uri="{FF2B5EF4-FFF2-40B4-BE49-F238E27FC236}">
                  <a16:creationId xmlns:a16="http://schemas.microsoft.com/office/drawing/2014/main" id="{5FDC385D-BA34-481F-A991-A776E0B193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4" name="Straight Connector 173">
              <a:extLst>
                <a:ext uri="{FF2B5EF4-FFF2-40B4-BE49-F238E27FC236}">
                  <a16:creationId xmlns:a16="http://schemas.microsoft.com/office/drawing/2014/main" id="{F1EF033A-D8FB-416B-AE51-4E098A27D6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a16="http://schemas.microsoft.com/office/drawing/2014/main" id="{17C17B48-F458-4E9B-9331-56FCDC5B6A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07E44A4B-D453-46F0-A83D-AF0B33D5C59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346BEA9F-314B-440D-AE8D-21E1252EC5A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F15EAFD0-4869-4612-ACDE-ABC703104E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A0F26706-7F23-4FF0-9CAF-F3C4F47C11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C0195A72-345A-4E88-8D71-14DB3D1B60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a16="http://schemas.microsoft.com/office/drawing/2014/main" id="{0DBF51A6-A3BC-49FE-BB01-E899281177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A78DF911-744C-419B-83DC-39F270BBF4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184" name="Freeform: Shape 183">
            <a:extLst>
              <a:ext uri="{FF2B5EF4-FFF2-40B4-BE49-F238E27FC236}">
                <a16:creationId xmlns:a16="http://schemas.microsoft.com/office/drawing/2014/main" id="{216BB147-20D5-4D93-BDA5-1BC614D6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5">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186" name="Freeform: Shape 185">
            <a:extLst>
              <a:ext uri="{FF2B5EF4-FFF2-40B4-BE49-F238E27FC236}">
                <a16:creationId xmlns:a16="http://schemas.microsoft.com/office/drawing/2014/main" id="{0A253F60-DE40-4508-A37A-61331DF1D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188" name="Freeform: Shape 187">
            <a:extLst>
              <a:ext uri="{FF2B5EF4-FFF2-40B4-BE49-F238E27FC236}">
                <a16:creationId xmlns:a16="http://schemas.microsoft.com/office/drawing/2014/main" id="{9A0D6220-3DFE-4182-9152-9135493A6B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grpSp>
        <p:nvGrpSpPr>
          <p:cNvPr id="190" name="Group 189">
            <a:extLst>
              <a:ext uri="{FF2B5EF4-FFF2-40B4-BE49-F238E27FC236}">
                <a16:creationId xmlns:a16="http://schemas.microsoft.com/office/drawing/2014/main" id="{44C729BC-90F1-4823-A305-F6F124E93A95}"/>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91" name="Straight Connector 190">
              <a:extLst>
                <a:ext uri="{FF2B5EF4-FFF2-40B4-BE49-F238E27FC236}">
                  <a16:creationId xmlns:a16="http://schemas.microsoft.com/office/drawing/2014/main" id="{640014BD-8822-4EFD-B887-1E95DBBB42A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2" name="Straight Connector 191">
              <a:extLst>
                <a:ext uri="{FF2B5EF4-FFF2-40B4-BE49-F238E27FC236}">
                  <a16:creationId xmlns:a16="http://schemas.microsoft.com/office/drawing/2014/main" id="{1E9445DF-509C-4993-834C-4A95C90E301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a16="http://schemas.microsoft.com/office/drawing/2014/main" id="{FDCB110E-203A-4D63-810B-7AB453AB9BF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F264073E-6737-44FE-BC04-BFEE371334D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6DA24A7E-F63B-4B87-ABA5-BDD8F8F65F7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9CC2C5D2-CEDF-4390-A89D-71DBD7C3771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8956D0DF-B8DD-44AB-A831-329B2973EE9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8" name="Straight Connector 197">
              <a:extLst>
                <a:ext uri="{FF2B5EF4-FFF2-40B4-BE49-F238E27FC236}">
                  <a16:creationId xmlns:a16="http://schemas.microsoft.com/office/drawing/2014/main" id="{7AB17CF4-098C-43B0-A0E0-235CEB55FB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D3CA7C27-06AF-4DB3-A3B2-F81C41D52B5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8BD2BB17-7774-4215-872F-9CF37633BB6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1" name="Straight Connector 200">
              <a:extLst>
                <a:ext uri="{FF2B5EF4-FFF2-40B4-BE49-F238E27FC236}">
                  <a16:creationId xmlns:a16="http://schemas.microsoft.com/office/drawing/2014/main" id="{22E1C172-AA18-42F1-B952-4791B50351E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2" name="Straight Connector 201">
              <a:extLst>
                <a:ext uri="{FF2B5EF4-FFF2-40B4-BE49-F238E27FC236}">
                  <a16:creationId xmlns:a16="http://schemas.microsoft.com/office/drawing/2014/main" id="{C9D5EBAC-D904-4410-A575-1A2B810D88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3" name="Straight Connector 202">
              <a:extLst>
                <a:ext uri="{FF2B5EF4-FFF2-40B4-BE49-F238E27FC236}">
                  <a16:creationId xmlns:a16="http://schemas.microsoft.com/office/drawing/2014/main" id="{8B38425E-0189-47B9-9F42-67DC5386E3B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4" name="Straight Connector 203">
              <a:extLst>
                <a:ext uri="{FF2B5EF4-FFF2-40B4-BE49-F238E27FC236}">
                  <a16:creationId xmlns:a16="http://schemas.microsoft.com/office/drawing/2014/main" id="{E6584C8E-A8AC-49AB-8E5B-337E14D4F85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5" name="Straight Connector 204">
              <a:extLst>
                <a:ext uri="{FF2B5EF4-FFF2-40B4-BE49-F238E27FC236}">
                  <a16:creationId xmlns:a16="http://schemas.microsoft.com/office/drawing/2014/main" id="{E8FCDC21-75B9-4F36-AEB4-186CDD994F2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6" name="Straight Connector 205">
              <a:extLst>
                <a:ext uri="{FF2B5EF4-FFF2-40B4-BE49-F238E27FC236}">
                  <a16:creationId xmlns:a16="http://schemas.microsoft.com/office/drawing/2014/main" id="{79AAC1FD-FBB6-4E21-A267-E4B9029BB47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7" name="Straight Connector 206">
              <a:extLst>
                <a:ext uri="{FF2B5EF4-FFF2-40B4-BE49-F238E27FC236}">
                  <a16:creationId xmlns:a16="http://schemas.microsoft.com/office/drawing/2014/main" id="{20FDEAF3-AB6A-41DF-BF11-24512081800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8" name="Straight Connector 207">
              <a:extLst>
                <a:ext uri="{FF2B5EF4-FFF2-40B4-BE49-F238E27FC236}">
                  <a16:creationId xmlns:a16="http://schemas.microsoft.com/office/drawing/2014/main" id="{29F9892F-F26B-4C6F-A949-097D3EBC773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9" name="Straight Connector 208">
              <a:extLst>
                <a:ext uri="{FF2B5EF4-FFF2-40B4-BE49-F238E27FC236}">
                  <a16:creationId xmlns:a16="http://schemas.microsoft.com/office/drawing/2014/main" id="{FCCA59EA-5156-402B-82A4-AAE14B2D9A0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0" name="Straight Connector 209">
              <a:extLst>
                <a:ext uri="{FF2B5EF4-FFF2-40B4-BE49-F238E27FC236}">
                  <a16:creationId xmlns:a16="http://schemas.microsoft.com/office/drawing/2014/main" id="{31E175D8-17F1-46B8-807F-89A75CD4D96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1" name="Straight Connector 210">
              <a:extLst>
                <a:ext uri="{FF2B5EF4-FFF2-40B4-BE49-F238E27FC236}">
                  <a16:creationId xmlns:a16="http://schemas.microsoft.com/office/drawing/2014/main" id="{5AE169C4-F6B2-44D0-A73C-88C304E8A3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2" name="Straight Connector 211">
              <a:extLst>
                <a:ext uri="{FF2B5EF4-FFF2-40B4-BE49-F238E27FC236}">
                  <a16:creationId xmlns:a16="http://schemas.microsoft.com/office/drawing/2014/main" id="{2CE19136-3F8D-4350-A424-8241923BCD5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3" name="Straight Connector 212">
              <a:extLst>
                <a:ext uri="{FF2B5EF4-FFF2-40B4-BE49-F238E27FC236}">
                  <a16:creationId xmlns:a16="http://schemas.microsoft.com/office/drawing/2014/main" id="{CF937350-E379-4C45-BC56-20808BBED35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4" name="Straight Connector 213">
              <a:extLst>
                <a:ext uri="{FF2B5EF4-FFF2-40B4-BE49-F238E27FC236}">
                  <a16:creationId xmlns:a16="http://schemas.microsoft.com/office/drawing/2014/main" id="{FE4F6988-3981-46A0-B744-EE972197D43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5" name="Straight Connector 214">
              <a:extLst>
                <a:ext uri="{FF2B5EF4-FFF2-40B4-BE49-F238E27FC236}">
                  <a16:creationId xmlns:a16="http://schemas.microsoft.com/office/drawing/2014/main" id="{EDB419A9-FCB9-4B39-8D9E-91CC0B8E77A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6" name="Straight Connector 215">
              <a:extLst>
                <a:ext uri="{FF2B5EF4-FFF2-40B4-BE49-F238E27FC236}">
                  <a16:creationId xmlns:a16="http://schemas.microsoft.com/office/drawing/2014/main" id="{7D6861DB-43A8-4624-9ECC-5A96BE3AF1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7" name="Straight Connector 216">
              <a:extLst>
                <a:ext uri="{FF2B5EF4-FFF2-40B4-BE49-F238E27FC236}">
                  <a16:creationId xmlns:a16="http://schemas.microsoft.com/office/drawing/2014/main" id="{4AFBD701-C20E-441D-8596-4BBBF49556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8" name="Straight Connector 217">
              <a:extLst>
                <a:ext uri="{FF2B5EF4-FFF2-40B4-BE49-F238E27FC236}">
                  <a16:creationId xmlns:a16="http://schemas.microsoft.com/office/drawing/2014/main" id="{73C41C88-00F9-45AF-8D64-37BA70969B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E6420BDA-21B9-4B17-A82E-A9EB28138A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useBgFill="1">
        <p:nvSpPr>
          <p:cNvPr id="221" name="Rectangle 220">
            <a:extLst>
              <a:ext uri="{FF2B5EF4-FFF2-40B4-BE49-F238E27FC236}">
                <a16:creationId xmlns:a16="http://schemas.microsoft.com/office/drawing/2014/main" id="{BA6285CA-6AFA-4F27-AFB5-1B32CDE09B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3" name="Rectangle 222">
            <a:extLst>
              <a:ext uri="{FF2B5EF4-FFF2-40B4-BE49-F238E27FC236}">
                <a16:creationId xmlns:a16="http://schemas.microsoft.com/office/drawing/2014/main" id="{F8DD0EAF-BF73-48D8-A426-3085C4B88F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5" name="Right Triangle 224">
            <a:extLst>
              <a:ext uri="{FF2B5EF4-FFF2-40B4-BE49-F238E27FC236}">
                <a16:creationId xmlns:a16="http://schemas.microsoft.com/office/drawing/2014/main" id="{7BCC6446-8462-4A63-9B6F-8F57EC40F6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65271" y="2673521"/>
            <a:ext cx="568289" cy="568289"/>
          </a:xfrm>
          <a:prstGeom prst="rtTriangle">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7" name="Group 226">
            <a:extLst>
              <a:ext uri="{FF2B5EF4-FFF2-40B4-BE49-F238E27FC236}">
                <a16:creationId xmlns:a16="http://schemas.microsoft.com/office/drawing/2014/main" id="{8118ECEF-CA6A-4CB6-BCA5-59B2DB40C4A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228" name="Straight Connector 227">
              <a:extLst>
                <a:ext uri="{FF2B5EF4-FFF2-40B4-BE49-F238E27FC236}">
                  <a16:creationId xmlns:a16="http://schemas.microsoft.com/office/drawing/2014/main" id="{CDC2A251-C28C-4A72-BAFF-511640FB2E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9" name="Straight Connector 228">
              <a:extLst>
                <a:ext uri="{FF2B5EF4-FFF2-40B4-BE49-F238E27FC236}">
                  <a16:creationId xmlns:a16="http://schemas.microsoft.com/office/drawing/2014/main" id="{DDDB2429-3E01-4CD5-998D-8F5716A0987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0" name="Straight Connector 229">
              <a:extLst>
                <a:ext uri="{FF2B5EF4-FFF2-40B4-BE49-F238E27FC236}">
                  <a16:creationId xmlns:a16="http://schemas.microsoft.com/office/drawing/2014/main" id="{1E26953B-4BE7-4AD0-B471-088DBB23D7D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1" name="Straight Connector 230">
              <a:extLst>
                <a:ext uri="{FF2B5EF4-FFF2-40B4-BE49-F238E27FC236}">
                  <a16:creationId xmlns:a16="http://schemas.microsoft.com/office/drawing/2014/main" id="{E9D9ED6D-9817-4272-9FEF-E674FBCCCC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8718C0DE-4596-4A70-AA4F-E678AC7FBC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3" name="Straight Connector 232">
              <a:extLst>
                <a:ext uri="{FF2B5EF4-FFF2-40B4-BE49-F238E27FC236}">
                  <a16:creationId xmlns:a16="http://schemas.microsoft.com/office/drawing/2014/main" id="{D8B48095-74C2-4053-872D-D3F70910C3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4" name="Straight Connector 233">
              <a:extLst>
                <a:ext uri="{FF2B5EF4-FFF2-40B4-BE49-F238E27FC236}">
                  <a16:creationId xmlns:a16="http://schemas.microsoft.com/office/drawing/2014/main" id="{6224D0B6-A4CB-4D98-A1DC-2770B95F9E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5" name="Straight Connector 234">
              <a:extLst>
                <a:ext uri="{FF2B5EF4-FFF2-40B4-BE49-F238E27FC236}">
                  <a16:creationId xmlns:a16="http://schemas.microsoft.com/office/drawing/2014/main" id="{CB39DE9C-23C1-4ABA-BD0D-B76BDC9630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6" name="Straight Connector 235">
              <a:extLst>
                <a:ext uri="{FF2B5EF4-FFF2-40B4-BE49-F238E27FC236}">
                  <a16:creationId xmlns:a16="http://schemas.microsoft.com/office/drawing/2014/main" id="{19DDAAE0-966C-4350-8819-857CF524F3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7" name="Straight Connector 236">
              <a:extLst>
                <a:ext uri="{FF2B5EF4-FFF2-40B4-BE49-F238E27FC236}">
                  <a16:creationId xmlns:a16="http://schemas.microsoft.com/office/drawing/2014/main" id="{BEE6C021-FBD3-42F3-9A9C-69C4E71989C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8" name="Straight Connector 237">
              <a:extLst>
                <a:ext uri="{FF2B5EF4-FFF2-40B4-BE49-F238E27FC236}">
                  <a16:creationId xmlns:a16="http://schemas.microsoft.com/office/drawing/2014/main" id="{F02961B9-65E1-4B12-AD98-9845BC3F43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9" name="Straight Connector 238">
              <a:extLst>
                <a:ext uri="{FF2B5EF4-FFF2-40B4-BE49-F238E27FC236}">
                  <a16:creationId xmlns:a16="http://schemas.microsoft.com/office/drawing/2014/main" id="{B22ABFE0-D700-4FD9-9CC8-D138B29ABFD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0" name="Straight Connector 239">
              <a:extLst>
                <a:ext uri="{FF2B5EF4-FFF2-40B4-BE49-F238E27FC236}">
                  <a16:creationId xmlns:a16="http://schemas.microsoft.com/office/drawing/2014/main" id="{46FFF1A3-B8BF-470C-9436-D5B7818535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1" name="Straight Connector 240">
              <a:extLst>
                <a:ext uri="{FF2B5EF4-FFF2-40B4-BE49-F238E27FC236}">
                  <a16:creationId xmlns:a16="http://schemas.microsoft.com/office/drawing/2014/main" id="{198B6551-FF5D-49F5-8D3E-757AEC357AF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2" name="Straight Connector 241">
              <a:extLst>
                <a:ext uri="{FF2B5EF4-FFF2-40B4-BE49-F238E27FC236}">
                  <a16:creationId xmlns:a16="http://schemas.microsoft.com/office/drawing/2014/main" id="{50F3BFE5-573C-42C0-94D5-E5513CCC57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3" name="Straight Connector 242">
              <a:extLst>
                <a:ext uri="{FF2B5EF4-FFF2-40B4-BE49-F238E27FC236}">
                  <a16:creationId xmlns:a16="http://schemas.microsoft.com/office/drawing/2014/main" id="{357931AB-4B07-4E0E-B3E4-84E2452E0A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4" name="Straight Connector 243">
              <a:extLst>
                <a:ext uri="{FF2B5EF4-FFF2-40B4-BE49-F238E27FC236}">
                  <a16:creationId xmlns:a16="http://schemas.microsoft.com/office/drawing/2014/main" id="{CC4789DB-7083-4597-9FC7-6336EA0BE3D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9E0B4F1D-D11A-4023-BE6B-6679ABB2B4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6" name="Straight Connector 245">
              <a:extLst>
                <a:ext uri="{FF2B5EF4-FFF2-40B4-BE49-F238E27FC236}">
                  <a16:creationId xmlns:a16="http://schemas.microsoft.com/office/drawing/2014/main" id="{28633D7A-F6FC-418F-AD87-0EE148C1A0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7" name="Straight Connector 246">
              <a:extLst>
                <a:ext uri="{FF2B5EF4-FFF2-40B4-BE49-F238E27FC236}">
                  <a16:creationId xmlns:a16="http://schemas.microsoft.com/office/drawing/2014/main" id="{A0FC8FCC-6F69-4802-995C-903AE441629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8" name="Straight Connector 247">
              <a:extLst>
                <a:ext uri="{FF2B5EF4-FFF2-40B4-BE49-F238E27FC236}">
                  <a16:creationId xmlns:a16="http://schemas.microsoft.com/office/drawing/2014/main" id="{86ABFCE7-4796-4186-8EDC-DB6CE87BC7E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E1935BF2-A804-46BA-940A-DDAD7888F3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0" name="Straight Connector 249">
              <a:extLst>
                <a:ext uri="{FF2B5EF4-FFF2-40B4-BE49-F238E27FC236}">
                  <a16:creationId xmlns:a16="http://schemas.microsoft.com/office/drawing/2014/main" id="{ED012DA9-8D67-483A-8071-2903F2E3B2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1" name="Straight Connector 250">
              <a:extLst>
                <a:ext uri="{FF2B5EF4-FFF2-40B4-BE49-F238E27FC236}">
                  <a16:creationId xmlns:a16="http://schemas.microsoft.com/office/drawing/2014/main" id="{109163DC-956E-44BE-B55A-E6C2C851DD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2" name="Straight Connector 251">
              <a:extLst>
                <a:ext uri="{FF2B5EF4-FFF2-40B4-BE49-F238E27FC236}">
                  <a16:creationId xmlns:a16="http://schemas.microsoft.com/office/drawing/2014/main" id="{76CDE9FD-1880-483F-A039-BEB3AB0D374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id="{38DDB23B-71E7-42A3-B055-5740EE14C5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4" name="Straight Connector 253">
              <a:extLst>
                <a:ext uri="{FF2B5EF4-FFF2-40B4-BE49-F238E27FC236}">
                  <a16:creationId xmlns:a16="http://schemas.microsoft.com/office/drawing/2014/main" id="{37245B63-D771-461D-A625-4B49966D24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5" name="Straight Connector 254">
              <a:extLst>
                <a:ext uri="{FF2B5EF4-FFF2-40B4-BE49-F238E27FC236}">
                  <a16:creationId xmlns:a16="http://schemas.microsoft.com/office/drawing/2014/main" id="{CF1DF9FF-1F61-4B4F-8993-6897DE09C9C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6" name="Straight Connector 255">
              <a:extLst>
                <a:ext uri="{FF2B5EF4-FFF2-40B4-BE49-F238E27FC236}">
                  <a16:creationId xmlns:a16="http://schemas.microsoft.com/office/drawing/2014/main" id="{4092F139-6734-46F3-B176-11741F1F73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D751EA71-7FB3-3FE7-6007-0762E16BAC5B}"/>
              </a:ext>
            </a:extLst>
          </p:cNvPr>
          <p:cNvSpPr>
            <a:spLocks noGrp="1"/>
          </p:cNvSpPr>
          <p:nvPr>
            <p:ph type="title"/>
          </p:nvPr>
        </p:nvSpPr>
        <p:spPr>
          <a:xfrm>
            <a:off x="453142" y="725467"/>
            <a:ext cx="5414255" cy="2784496"/>
          </a:xfrm>
        </p:spPr>
        <p:txBody>
          <a:bodyPr vert="horz" lIns="91440" tIns="45720" rIns="91440" bIns="45720" rtlCol="0" anchor="b">
            <a:normAutofit/>
          </a:bodyPr>
          <a:lstStyle/>
          <a:p>
            <a:r>
              <a:rPr lang="en-US" sz="5400">
                <a:solidFill>
                  <a:schemeClr val="tx2">
                    <a:alpha val="80000"/>
                  </a:schemeClr>
                </a:solidFill>
              </a:rPr>
              <a:t>Thermal Insulator from Buffing Dust </a:t>
            </a:r>
          </a:p>
        </p:txBody>
      </p:sp>
      <p:pic>
        <p:nvPicPr>
          <p:cNvPr id="4" name="Picture 3" descr="A pile of shredded meat&#10;&#10;Description automatically generated">
            <a:extLst>
              <a:ext uri="{FF2B5EF4-FFF2-40B4-BE49-F238E27FC236}">
                <a16:creationId xmlns:a16="http://schemas.microsoft.com/office/drawing/2014/main" id="{E52C8585-2CE1-6F88-9DFD-34CDE0958E54}"/>
              </a:ext>
            </a:extLst>
          </p:cNvPr>
          <p:cNvPicPr>
            <a:picLocks noChangeAspect="1"/>
          </p:cNvPicPr>
          <p:nvPr/>
        </p:nvPicPr>
        <p:blipFill>
          <a:blip r:embed="rId2"/>
          <a:srcRect l="5537" r="3315"/>
          <a:stretch/>
        </p:blipFill>
        <p:spPr>
          <a:xfrm>
            <a:off x="6084873" y="-3440"/>
            <a:ext cx="6129950" cy="6861439"/>
          </a:xfrm>
          <a:custGeom>
            <a:avLst/>
            <a:gdLst/>
            <a:ahLst/>
            <a:cxnLst/>
            <a:rect l="l" t="t" r="r" b="b"/>
            <a:pathLst>
              <a:path w="6129950" h="6861439">
                <a:moveTo>
                  <a:pt x="1687527" y="0"/>
                </a:moveTo>
                <a:lnTo>
                  <a:pt x="6129950" y="0"/>
                </a:lnTo>
                <a:lnTo>
                  <a:pt x="6129950" y="6858000"/>
                </a:lnTo>
                <a:lnTo>
                  <a:pt x="5040333" y="6858000"/>
                </a:lnTo>
                <a:lnTo>
                  <a:pt x="5040333" y="6861439"/>
                </a:lnTo>
                <a:lnTo>
                  <a:pt x="272442" y="6861439"/>
                </a:lnTo>
                <a:lnTo>
                  <a:pt x="196402" y="6549696"/>
                </a:lnTo>
                <a:cubicBezTo>
                  <a:pt x="-517926" y="3427393"/>
                  <a:pt x="946083" y="3323532"/>
                  <a:pt x="946083" y="1"/>
                </a:cubicBezTo>
                <a:lnTo>
                  <a:pt x="1687527" y="1"/>
                </a:lnTo>
                <a:close/>
              </a:path>
            </a:pathLst>
          </a:custGeom>
        </p:spPr>
      </p:pic>
    </p:spTree>
    <p:extLst>
      <p:ext uri="{BB962C8B-B14F-4D97-AF65-F5344CB8AC3E}">
        <p14:creationId xmlns:p14="http://schemas.microsoft.com/office/powerpoint/2010/main" val="1887880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4798C7F-C8CA-4799-BF37-3AB4642CDB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10" name="Group 9">
            <a:extLst>
              <a:ext uri="{FF2B5EF4-FFF2-40B4-BE49-F238E27FC236}">
                <a16:creationId xmlns:a16="http://schemas.microsoft.com/office/drawing/2014/main" id="{87F0794B-55D3-4D2D-BDE7-4688ED321E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1" name="Straight Connector 10">
              <a:extLst>
                <a:ext uri="{FF2B5EF4-FFF2-40B4-BE49-F238E27FC236}">
                  <a16:creationId xmlns:a16="http://schemas.microsoft.com/office/drawing/2014/main" id="{BE4C795B-1813-4CC6-B03F-8DD130BEAA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E0F4C04D-5CD8-446B-BE3D-257172E6E4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DDC802E-606F-4F39-84B6-90DF0FE544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2C5B0C75-0136-4A39-9AB6-0F02C45278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5ED2B52-3D40-46DE-8B54-99A4071578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8BCEC75-1B6B-45B2-8041-8D933FCF6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A2FC789-056A-43CC-807E-4262CDC3E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8C32FD3-76B0-40E7-89F2-E9C523210A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82E9447-8362-426C-840A-B6F2231F7B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F141DC8-83CE-4C21-A5BA-E2FFF3D866E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12A697C-ECBC-40A9-AC69-BF96A34B91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2E988AF-5EFB-43D3-B93F-6E4F41A2C9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B312C1B-AAE2-4A6D-ACC7-ABAA75D428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57B96146-61DA-44D6-A9DF-6DB41FCF2D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B33F93D-4439-46EE-97C4-9CECAAFDCF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914B275-A3D7-4BA4-B8CB-E7657100F3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D26EF3B-FBE7-4D57-8E01-553F50734A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CC1E671-BA54-4B31-9A2E-8F50BC57A2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836A704-3624-4ABF-9A67-0F52C2F3EF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FDC385D-BA34-481F-A991-A776E0B193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1EF033A-D8FB-416B-AE51-4E098A27D6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7C17B48-F458-4E9B-9331-56FCDC5B6A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7E44A4B-D453-46F0-A83D-AF0B33D5C59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46BEA9F-314B-440D-AE8D-21E1252EC5A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F15EAFD0-4869-4612-ACDE-ABC703104E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A0F26706-7F23-4FF0-9CAF-F3C4F47C11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C0195A72-345A-4E88-8D71-14DB3D1B60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0DBF51A6-A3BC-49FE-BB01-E899281177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A78DF911-744C-419B-83DC-39F270BBF4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1" name="Freeform: Shape 40">
            <a:extLst>
              <a:ext uri="{FF2B5EF4-FFF2-40B4-BE49-F238E27FC236}">
                <a16:creationId xmlns:a16="http://schemas.microsoft.com/office/drawing/2014/main" id="{216BB147-20D5-4D93-BDA5-1BC614D6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5">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43" name="Freeform: Shape 42">
            <a:extLst>
              <a:ext uri="{FF2B5EF4-FFF2-40B4-BE49-F238E27FC236}">
                <a16:creationId xmlns:a16="http://schemas.microsoft.com/office/drawing/2014/main" id="{0A253F60-DE40-4508-A37A-61331DF1D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grpSp>
        <p:nvGrpSpPr>
          <p:cNvPr id="45" name="Group 44">
            <a:extLst>
              <a:ext uri="{FF2B5EF4-FFF2-40B4-BE49-F238E27FC236}">
                <a16:creationId xmlns:a16="http://schemas.microsoft.com/office/drawing/2014/main" id="{CFB42397-759B-4110-90F9-11A099A04F18}"/>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46" name="Straight Connector 45">
              <a:extLst>
                <a:ext uri="{FF2B5EF4-FFF2-40B4-BE49-F238E27FC236}">
                  <a16:creationId xmlns:a16="http://schemas.microsoft.com/office/drawing/2014/main" id="{7CE16B93-748F-4AF3-90C6-D3EE861E78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A1F2252F-DB74-4990-8E43-3B46EB31A8F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0BBB0339-E325-46BB-A951-96F1A4651B7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121A6F6B-EBF5-41B9-BDDB-AF519B8AD44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A2CB88A6-ABF0-4981-8112-89F17060AF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5207B5CF-3BA7-46DE-A98B-C46A77F219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9DE055E6-5758-4FD1-A969-1AB1F47EE57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5B9E002-9254-431A-BEE3-BC744C6D41B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85BB4EB4-8685-4464-8EAE-D44D7770B6B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B3239F69-CDD7-49E2-9C2E-B56A6D009A3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A6C507C8-734D-457D-A4EA-3C1F17BC8CB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9139D922-20CB-41E9-B69E-FA643C51A3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5FE3C40B-0A70-4224-BC24-365327DC6C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422999B0-1AA0-4D8B-BB3E-1BEAD972B8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49737CB6-048C-4FD9-9663-0D214A0A30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2F1A2328-0FD2-449E-A066-56A7D096AB1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63212297-7D47-455C-B574-D4A450A6B9F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4F88725D-F086-42CF-A0A4-F335D03F9E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0EE97B27-B4E2-45AF-ACC9-5EC22DB7A8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8FADBC7B-7D04-4E57-9B78-3FC78B9030D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CCD44BB5-3236-443E-BDD8-7E145E32D6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385E742B-9320-4785-A94F-2CAE2855CCB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8A42F567-7F15-4D7B-8F9C-5F8F6B2832F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69DAD4DF-0FE8-401C-AE04-738B80B2589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2101394A-2A38-4F45-B5B6-A025C4B43F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79D4873B-257C-4327-907C-08294692144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D5350388-C37B-41E0-8172-2F7D79DBBA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1DA0A053-52F2-4D51-BEB7-31B0A3CA04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B23551FA-C6B2-4251-A24C-021D7B64EAE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grpSp>
        <p:nvGrpSpPr>
          <p:cNvPr id="76" name="Group 75">
            <a:extLst>
              <a:ext uri="{FF2B5EF4-FFF2-40B4-BE49-F238E27FC236}">
                <a16:creationId xmlns:a16="http://schemas.microsoft.com/office/drawing/2014/main" id="{9A50F0F9-04C8-47E4-AF66-B3CAF8C81917}"/>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77" name="Straight Connector 76">
              <a:extLst>
                <a:ext uri="{FF2B5EF4-FFF2-40B4-BE49-F238E27FC236}">
                  <a16:creationId xmlns:a16="http://schemas.microsoft.com/office/drawing/2014/main" id="{2017C593-7166-4110-8447-086A8A2DB9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0792CE38-231D-4EFB-BD1C-B0DFC4714A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37902244-3120-4F1E-BCA7-C414F8CA577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6C2A9BEC-6FBD-4C4E-9D8F-6797108601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CD05CAB2-3C3D-4649-A904-7115E0A40D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479ECC96-BB36-4A8A-ACFC-0CDAC9A327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D6C3BBC2-CEC2-44E9-B82B-34488E7E33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373074D9-0CF2-46DC-8D7A-871B6FE419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D573F54A-11A1-4A06-8130-294B4D5CEE5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72F69BFB-91DF-4F4E-BE91-2D6805CD68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4BA93DEE-828E-4AC5-A89A-B3FCC1689AF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2043F28B-A5B8-4573-89CC-A68E27A72EC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A41EDE26-6F99-4FF5-A50B-255FEF1CAC1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DC69229A-861A-4B33-A690-B89F20F21A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A1FF5E2F-2AD1-485A-8981-8905C2357C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82E9781F-DF28-41A8-8A6B-7DC5409F9E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ECDF5C52-5A30-4182-9FF7-118DB1BB648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FC8008CF-A1BC-4A0E-B9A2-05FB501EBD4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2DF1A43F-5E26-4631-8775-BC3BACEB16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08A5A284-AA4F-43C1-84B9-947642136BD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5B3BE54E-1FBA-4E64-982C-9CA2C0C4847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7E7BA94A-1A8A-45C6-9B8F-AFEC955F1F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55C6D3A0-6B84-4021-87FB-3179A711BBF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DA87903E-EEC8-47F4-8730-06C5FD14BC6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A8A92A2B-3460-4608-B3EA-4FFEAF83B1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2B0E1020-452C-4B7F-A1D2-BA8F1B83FA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6903CF7B-6947-4932-AD73-020495EDC0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8453FA51-CE2D-4B84-9F4F-3263D1BC4DB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3327B132-AD8C-4732-93AA-C136586C22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useBgFill="1">
        <p:nvSpPr>
          <p:cNvPr id="107" name="Rectangle 106">
            <a:extLst>
              <a:ext uri="{FF2B5EF4-FFF2-40B4-BE49-F238E27FC236}">
                <a16:creationId xmlns:a16="http://schemas.microsoft.com/office/drawing/2014/main" id="{BA6285CA-6AFA-4F27-AFB5-1B32CDE09B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9" name="Rectangle 108">
            <a:extLst>
              <a:ext uri="{FF2B5EF4-FFF2-40B4-BE49-F238E27FC236}">
                <a16:creationId xmlns:a16="http://schemas.microsoft.com/office/drawing/2014/main" id="{7F7C084A-330C-4243-AD92-F98B226F06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1" name="Freeform: Shape 110">
            <a:extLst>
              <a:ext uri="{FF2B5EF4-FFF2-40B4-BE49-F238E27FC236}">
                <a16:creationId xmlns:a16="http://schemas.microsoft.com/office/drawing/2014/main" id="{7F19A9C0-8335-4ABB-91B6-3960317126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25" y="-1"/>
            <a:ext cx="1900796" cy="1487973"/>
          </a:xfrm>
          <a:custGeom>
            <a:avLst/>
            <a:gdLst>
              <a:gd name="connsiteX0" fmla="*/ 972945 w 1900796"/>
              <a:gd name="connsiteY0" fmla="*/ 0 h 1487973"/>
              <a:gd name="connsiteX1" fmla="*/ 1900796 w 1900796"/>
              <a:gd name="connsiteY1" fmla="*/ 0 h 1487973"/>
              <a:gd name="connsiteX2" fmla="*/ 1892752 w 1900796"/>
              <a:gd name="connsiteY2" fmla="*/ 21978 h 1487973"/>
              <a:gd name="connsiteX3" fmla="*/ 129456 w 1900796"/>
              <a:gd name="connsiteY3" fmla="*/ 1468215 h 1487973"/>
              <a:gd name="connsiteX4" fmla="*/ 0 w 1900796"/>
              <a:gd name="connsiteY4" fmla="*/ 1487973 h 1487973"/>
              <a:gd name="connsiteX5" fmla="*/ 0 w 1900796"/>
              <a:gd name="connsiteY5" fmla="*/ 656709 h 1487973"/>
              <a:gd name="connsiteX6" fmla="*/ 120652 w 1900796"/>
              <a:gd name="connsiteY6" fmla="*/ 625686 h 1487973"/>
              <a:gd name="connsiteX7" fmla="*/ 893935 w 1900796"/>
              <a:gd name="connsiteY7" fmla="*/ 105659 h 148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0796" h="1487973">
                <a:moveTo>
                  <a:pt x="972945" y="0"/>
                </a:moveTo>
                <a:lnTo>
                  <a:pt x="1900796" y="0"/>
                </a:lnTo>
                <a:lnTo>
                  <a:pt x="1892752" y="21978"/>
                </a:lnTo>
                <a:cubicBezTo>
                  <a:pt x="1582882" y="754592"/>
                  <a:pt x="926716" y="1305072"/>
                  <a:pt x="129456" y="1468215"/>
                </a:cubicBezTo>
                <a:lnTo>
                  <a:pt x="0" y="1487973"/>
                </a:lnTo>
                <a:lnTo>
                  <a:pt x="0" y="656709"/>
                </a:lnTo>
                <a:lnTo>
                  <a:pt x="120652" y="625686"/>
                </a:lnTo>
                <a:cubicBezTo>
                  <a:pt x="426975" y="530410"/>
                  <a:pt x="694570" y="347233"/>
                  <a:pt x="893935" y="105659"/>
                </a:cubicBezTo>
                <a:close/>
              </a:path>
            </a:pathLst>
          </a:custGeom>
          <a:solidFill>
            <a:schemeClr val="accent1">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3" name="Right Triangle 112">
            <a:extLst>
              <a:ext uri="{FF2B5EF4-FFF2-40B4-BE49-F238E27FC236}">
                <a16:creationId xmlns:a16="http://schemas.microsoft.com/office/drawing/2014/main" id="{7BCC6446-8462-4A63-9B6F-8F57EC40F6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65271" y="2673521"/>
            <a:ext cx="568289" cy="568289"/>
          </a:xfrm>
          <a:prstGeom prst="rtTriangle">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Freeform: Shape 114">
            <a:extLst>
              <a:ext uri="{FF2B5EF4-FFF2-40B4-BE49-F238E27FC236}">
                <a16:creationId xmlns:a16="http://schemas.microsoft.com/office/drawing/2014/main" id="{3BA1208A-FAFD-4827-BF3E-A6B16CA01D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178446" y="4912946"/>
            <a:ext cx="2010507" cy="1945055"/>
          </a:xfrm>
          <a:custGeom>
            <a:avLst/>
            <a:gdLst>
              <a:gd name="connsiteX0" fmla="*/ 2010507 w 2010507"/>
              <a:gd name="connsiteY0" fmla="*/ 0 h 1945055"/>
              <a:gd name="connsiteX1" fmla="*/ 2010507 w 2010507"/>
              <a:gd name="connsiteY1" fmla="*/ 834250 h 1945055"/>
              <a:gd name="connsiteX2" fmla="*/ 1918431 w 2010507"/>
              <a:gd name="connsiteY2" fmla="*/ 857925 h 1945055"/>
              <a:gd name="connsiteX3" fmla="*/ 846136 w 2010507"/>
              <a:gd name="connsiteY3" fmla="*/ 1930220 h 1945055"/>
              <a:gd name="connsiteX4" fmla="*/ 842322 w 2010507"/>
              <a:gd name="connsiteY4" fmla="*/ 1945055 h 1945055"/>
              <a:gd name="connsiteX5" fmla="*/ 0 w 2010507"/>
              <a:gd name="connsiteY5" fmla="*/ 1945055 h 1945055"/>
              <a:gd name="connsiteX6" fmla="*/ 3608 w 2010507"/>
              <a:gd name="connsiteY6" fmla="*/ 1921417 h 1945055"/>
              <a:gd name="connsiteX7" fmla="*/ 1909628 w 2010507"/>
              <a:gd name="connsiteY7" fmla="*/ 15396 h 194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10507" h="1945055">
                <a:moveTo>
                  <a:pt x="2010507" y="0"/>
                </a:moveTo>
                <a:lnTo>
                  <a:pt x="2010507" y="834250"/>
                </a:lnTo>
                <a:lnTo>
                  <a:pt x="1918431" y="857925"/>
                </a:lnTo>
                <a:cubicBezTo>
                  <a:pt x="1407892" y="1016719"/>
                  <a:pt x="1004930" y="1419681"/>
                  <a:pt x="846136" y="1930220"/>
                </a:cubicBezTo>
                <a:lnTo>
                  <a:pt x="842322" y="1945055"/>
                </a:lnTo>
                <a:lnTo>
                  <a:pt x="0" y="1945055"/>
                </a:lnTo>
                <a:lnTo>
                  <a:pt x="3608" y="1921417"/>
                </a:lnTo>
                <a:cubicBezTo>
                  <a:pt x="199379" y="964705"/>
                  <a:pt x="952916" y="211168"/>
                  <a:pt x="1909628" y="15396"/>
                </a:cubicBezTo>
                <a:close/>
              </a:path>
            </a:pathLst>
          </a:custGeom>
          <a:solidFill>
            <a:schemeClr val="accent6">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17" name="Group 116">
            <a:extLst>
              <a:ext uri="{FF2B5EF4-FFF2-40B4-BE49-F238E27FC236}">
                <a16:creationId xmlns:a16="http://schemas.microsoft.com/office/drawing/2014/main" id="{8118ECEF-CA6A-4CB6-BCA5-59B2DB40C4A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18" name="Straight Connector 117">
              <a:extLst>
                <a:ext uri="{FF2B5EF4-FFF2-40B4-BE49-F238E27FC236}">
                  <a16:creationId xmlns:a16="http://schemas.microsoft.com/office/drawing/2014/main" id="{CDC2A251-C28C-4A72-BAFF-511640FB2E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DDDB2429-3E01-4CD5-998D-8F5716A0987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1E26953B-4BE7-4AD0-B471-088DBB23D7D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E9D9ED6D-9817-4272-9FEF-E674FBCCCC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8718C0DE-4596-4A70-AA4F-E678AC7FBC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D8B48095-74C2-4053-872D-D3F70910C3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6224D0B6-A4CB-4D98-A1DC-2770B95F9E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CB39DE9C-23C1-4ABA-BD0D-B76BDC9630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19DDAAE0-966C-4350-8819-857CF524F3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BEE6C021-FBD3-42F3-9A9C-69C4E71989C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F02961B9-65E1-4B12-AD98-9845BC3F43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B22ABFE0-D700-4FD9-9CC8-D138B29ABFD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46FFF1A3-B8BF-470C-9436-D5B7818535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198B6551-FF5D-49F5-8D3E-757AEC357AF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50F3BFE5-573C-42C0-94D5-E5513CCC57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357931AB-4B07-4E0E-B3E4-84E2452E0A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CC4789DB-7083-4597-9FC7-6336EA0BE3D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9E0B4F1D-D11A-4023-BE6B-6679ABB2B4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28633D7A-F6FC-418F-AD87-0EE148C1A0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A0FC8FCC-6F69-4802-995C-903AE441629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86ABFCE7-4796-4186-8EDC-DB6CE87BC7E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E1935BF2-A804-46BA-940A-DDAD7888F3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ED012DA9-8D67-483A-8071-2903F2E3B2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109163DC-956E-44BE-B55A-E6C2C851DD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76CDE9FD-1880-483F-A039-BEB3AB0D374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38DDB23B-71E7-42A3-B055-5740EE14C5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37245B63-D771-461D-A625-4B49966D24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CF1DF9FF-1F61-4B4F-8993-6897DE09C9C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4092F139-6734-46F3-B176-11741F1F73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5" name="TextBox 4">
            <a:extLst>
              <a:ext uri="{FF2B5EF4-FFF2-40B4-BE49-F238E27FC236}">
                <a16:creationId xmlns:a16="http://schemas.microsoft.com/office/drawing/2014/main" id="{E2920981-B724-EB84-79EA-6C6F2EF99AF9}"/>
              </a:ext>
            </a:extLst>
          </p:cNvPr>
          <p:cNvSpPr txBox="1"/>
          <p:nvPr/>
        </p:nvSpPr>
        <p:spPr>
          <a:xfrm>
            <a:off x="823619" y="821593"/>
            <a:ext cx="10243647" cy="523220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5400" b="1" dirty="0">
                <a:solidFill>
                  <a:schemeClr val="accent6">
                    <a:lumMod val="49000"/>
                  </a:schemeClr>
                </a:solidFill>
                <a:latin typeface="Posterama"/>
                <a:cs typeface="Posterama"/>
              </a:rPr>
              <a:t>Target:</a:t>
            </a:r>
          </a:p>
          <a:p>
            <a:endParaRPr lang="en-US" sz="4000" b="1" dirty="0">
              <a:solidFill>
                <a:schemeClr val="accent6">
                  <a:lumMod val="49000"/>
                </a:schemeClr>
              </a:solidFill>
              <a:latin typeface="Posterama"/>
              <a:cs typeface="Posterama"/>
            </a:endParaRPr>
          </a:p>
          <a:p>
            <a:r>
              <a:rPr lang="en-US" sz="4000" dirty="0">
                <a:solidFill>
                  <a:schemeClr val="accent6">
                    <a:lumMod val="49000"/>
                  </a:schemeClr>
                </a:solidFill>
                <a:latin typeface="Posterama"/>
                <a:cs typeface="Posterama"/>
              </a:rPr>
              <a:t>To reuse the solid waste, Buffing Dust, produced from raw hide in tanning industries(approximately 20,000 to 35,000 Metric Ton per year in Bangladesh) which poses a serious environment risk </a:t>
            </a:r>
          </a:p>
        </p:txBody>
      </p:sp>
    </p:spTree>
    <p:extLst>
      <p:ext uri="{BB962C8B-B14F-4D97-AF65-F5344CB8AC3E}">
        <p14:creationId xmlns:p14="http://schemas.microsoft.com/office/powerpoint/2010/main" val="25856742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4798C7F-C8CA-4799-BF37-3AB4642CDB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10" name="Group 9">
            <a:extLst>
              <a:ext uri="{FF2B5EF4-FFF2-40B4-BE49-F238E27FC236}">
                <a16:creationId xmlns:a16="http://schemas.microsoft.com/office/drawing/2014/main" id="{87F0794B-55D3-4D2D-BDE7-4688ED321E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1" name="Straight Connector 10">
              <a:extLst>
                <a:ext uri="{FF2B5EF4-FFF2-40B4-BE49-F238E27FC236}">
                  <a16:creationId xmlns:a16="http://schemas.microsoft.com/office/drawing/2014/main" id="{BE4C795B-1813-4CC6-B03F-8DD130BEAA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E0F4C04D-5CD8-446B-BE3D-257172E6E4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DDC802E-606F-4F39-84B6-90DF0FE544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2C5B0C75-0136-4A39-9AB6-0F02C45278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5ED2B52-3D40-46DE-8B54-99A4071578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8BCEC75-1B6B-45B2-8041-8D933FCF6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A2FC789-056A-43CC-807E-4262CDC3E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8C32FD3-76B0-40E7-89F2-E9C523210A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82E9447-8362-426C-840A-B6F2231F7B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F141DC8-83CE-4C21-A5BA-E2FFF3D866E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12A697C-ECBC-40A9-AC69-BF96A34B91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2E988AF-5EFB-43D3-B93F-6E4F41A2C9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B312C1B-AAE2-4A6D-ACC7-ABAA75D428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57B96146-61DA-44D6-A9DF-6DB41FCF2D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B33F93D-4439-46EE-97C4-9CECAAFDCF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914B275-A3D7-4BA4-B8CB-E7657100F3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D26EF3B-FBE7-4D57-8E01-553F50734A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CC1E671-BA54-4B31-9A2E-8F50BC57A2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836A704-3624-4ABF-9A67-0F52C2F3EF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FDC385D-BA34-481F-A991-A776E0B193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1EF033A-D8FB-416B-AE51-4E098A27D6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7C17B48-F458-4E9B-9331-56FCDC5B6A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7E44A4B-D453-46F0-A83D-AF0B33D5C59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46BEA9F-314B-440D-AE8D-21E1252EC5A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F15EAFD0-4869-4612-ACDE-ABC703104E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A0F26706-7F23-4FF0-9CAF-F3C4F47C11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C0195A72-345A-4E88-8D71-14DB3D1B60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0DBF51A6-A3BC-49FE-BB01-E899281177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A78DF911-744C-419B-83DC-39F270BBF4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1" name="Freeform: Shape 40">
            <a:extLst>
              <a:ext uri="{FF2B5EF4-FFF2-40B4-BE49-F238E27FC236}">
                <a16:creationId xmlns:a16="http://schemas.microsoft.com/office/drawing/2014/main" id="{216BB147-20D5-4D93-BDA5-1BC614D6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5">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43" name="Freeform: Shape 42">
            <a:extLst>
              <a:ext uri="{FF2B5EF4-FFF2-40B4-BE49-F238E27FC236}">
                <a16:creationId xmlns:a16="http://schemas.microsoft.com/office/drawing/2014/main" id="{0A253F60-DE40-4508-A37A-61331DF1D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grpSp>
        <p:nvGrpSpPr>
          <p:cNvPr id="45" name="Group 44">
            <a:extLst>
              <a:ext uri="{FF2B5EF4-FFF2-40B4-BE49-F238E27FC236}">
                <a16:creationId xmlns:a16="http://schemas.microsoft.com/office/drawing/2014/main" id="{CFB42397-759B-4110-90F9-11A099A04F18}"/>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46" name="Straight Connector 45">
              <a:extLst>
                <a:ext uri="{FF2B5EF4-FFF2-40B4-BE49-F238E27FC236}">
                  <a16:creationId xmlns:a16="http://schemas.microsoft.com/office/drawing/2014/main" id="{7CE16B93-748F-4AF3-90C6-D3EE861E78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A1F2252F-DB74-4990-8E43-3B46EB31A8F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0BBB0339-E325-46BB-A951-96F1A4651B7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121A6F6B-EBF5-41B9-BDDB-AF519B8AD44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A2CB88A6-ABF0-4981-8112-89F17060AF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5207B5CF-3BA7-46DE-A98B-C46A77F219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9DE055E6-5758-4FD1-A969-1AB1F47EE57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5B9E002-9254-431A-BEE3-BC744C6D41B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85BB4EB4-8685-4464-8EAE-D44D7770B6B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B3239F69-CDD7-49E2-9C2E-B56A6D009A3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A6C507C8-734D-457D-A4EA-3C1F17BC8CB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9139D922-20CB-41E9-B69E-FA643C51A3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5FE3C40B-0A70-4224-BC24-365327DC6C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422999B0-1AA0-4D8B-BB3E-1BEAD972B8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49737CB6-048C-4FD9-9663-0D214A0A30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2F1A2328-0FD2-449E-A066-56A7D096AB1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63212297-7D47-455C-B574-D4A450A6B9F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4F88725D-F086-42CF-A0A4-F335D03F9E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0EE97B27-B4E2-45AF-ACC9-5EC22DB7A8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8FADBC7B-7D04-4E57-9B78-3FC78B9030D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CCD44BB5-3236-443E-BDD8-7E145E32D6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385E742B-9320-4785-A94F-2CAE2855CCB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8A42F567-7F15-4D7B-8F9C-5F8F6B2832F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69DAD4DF-0FE8-401C-AE04-738B80B2589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2101394A-2A38-4F45-B5B6-A025C4B43F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79D4873B-257C-4327-907C-08294692144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D5350388-C37B-41E0-8172-2F7D79DBBA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1DA0A053-52F2-4D51-BEB7-31B0A3CA04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B23551FA-C6B2-4251-A24C-021D7B64EAE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grpSp>
        <p:nvGrpSpPr>
          <p:cNvPr id="76" name="Group 75">
            <a:extLst>
              <a:ext uri="{FF2B5EF4-FFF2-40B4-BE49-F238E27FC236}">
                <a16:creationId xmlns:a16="http://schemas.microsoft.com/office/drawing/2014/main" id="{9A50F0F9-04C8-47E4-AF66-B3CAF8C81917}"/>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77" name="Straight Connector 76">
              <a:extLst>
                <a:ext uri="{FF2B5EF4-FFF2-40B4-BE49-F238E27FC236}">
                  <a16:creationId xmlns:a16="http://schemas.microsoft.com/office/drawing/2014/main" id="{2017C593-7166-4110-8447-086A8A2DB9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0792CE38-231D-4EFB-BD1C-B0DFC4714A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37902244-3120-4F1E-BCA7-C414F8CA577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6C2A9BEC-6FBD-4C4E-9D8F-6797108601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CD05CAB2-3C3D-4649-A904-7115E0A40D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479ECC96-BB36-4A8A-ACFC-0CDAC9A327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D6C3BBC2-CEC2-44E9-B82B-34488E7E33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373074D9-0CF2-46DC-8D7A-871B6FE419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D573F54A-11A1-4A06-8130-294B4D5CEE5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72F69BFB-91DF-4F4E-BE91-2D6805CD68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4BA93DEE-828E-4AC5-A89A-B3FCC1689AF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2043F28B-A5B8-4573-89CC-A68E27A72EC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A41EDE26-6F99-4FF5-A50B-255FEF1CAC1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DC69229A-861A-4B33-A690-B89F20F21A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A1FF5E2F-2AD1-485A-8981-8905C2357C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82E9781F-DF28-41A8-8A6B-7DC5409F9E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ECDF5C52-5A30-4182-9FF7-118DB1BB648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FC8008CF-A1BC-4A0E-B9A2-05FB501EBD4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2DF1A43F-5E26-4631-8775-BC3BACEB16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08A5A284-AA4F-43C1-84B9-947642136BD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5B3BE54E-1FBA-4E64-982C-9CA2C0C4847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7E7BA94A-1A8A-45C6-9B8F-AFEC955F1F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55C6D3A0-6B84-4021-87FB-3179A711BBF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DA87903E-EEC8-47F4-8730-06C5FD14BC6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A8A92A2B-3460-4608-B3EA-4FFEAF83B1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2B0E1020-452C-4B7F-A1D2-BA8F1B83FA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6903CF7B-6947-4932-AD73-020495EDC0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8453FA51-CE2D-4B84-9F4F-3263D1BC4DB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3327B132-AD8C-4732-93AA-C136586C22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useBgFill="1">
        <p:nvSpPr>
          <p:cNvPr id="107" name="Rectangle 106">
            <a:extLst>
              <a:ext uri="{FF2B5EF4-FFF2-40B4-BE49-F238E27FC236}">
                <a16:creationId xmlns:a16="http://schemas.microsoft.com/office/drawing/2014/main" id="{BA6285CA-6AFA-4F27-AFB5-1B32CDE09B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9" name="Rectangle 108">
            <a:extLst>
              <a:ext uri="{FF2B5EF4-FFF2-40B4-BE49-F238E27FC236}">
                <a16:creationId xmlns:a16="http://schemas.microsoft.com/office/drawing/2014/main" id="{7F7C084A-330C-4243-AD92-F98B226F06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1" name="Freeform: Shape 110">
            <a:extLst>
              <a:ext uri="{FF2B5EF4-FFF2-40B4-BE49-F238E27FC236}">
                <a16:creationId xmlns:a16="http://schemas.microsoft.com/office/drawing/2014/main" id="{7F19A9C0-8335-4ABB-91B6-3960317126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25" y="-1"/>
            <a:ext cx="1900796" cy="1487973"/>
          </a:xfrm>
          <a:custGeom>
            <a:avLst/>
            <a:gdLst>
              <a:gd name="connsiteX0" fmla="*/ 972945 w 1900796"/>
              <a:gd name="connsiteY0" fmla="*/ 0 h 1487973"/>
              <a:gd name="connsiteX1" fmla="*/ 1900796 w 1900796"/>
              <a:gd name="connsiteY1" fmla="*/ 0 h 1487973"/>
              <a:gd name="connsiteX2" fmla="*/ 1892752 w 1900796"/>
              <a:gd name="connsiteY2" fmla="*/ 21978 h 1487973"/>
              <a:gd name="connsiteX3" fmla="*/ 129456 w 1900796"/>
              <a:gd name="connsiteY3" fmla="*/ 1468215 h 1487973"/>
              <a:gd name="connsiteX4" fmla="*/ 0 w 1900796"/>
              <a:gd name="connsiteY4" fmla="*/ 1487973 h 1487973"/>
              <a:gd name="connsiteX5" fmla="*/ 0 w 1900796"/>
              <a:gd name="connsiteY5" fmla="*/ 656709 h 1487973"/>
              <a:gd name="connsiteX6" fmla="*/ 120652 w 1900796"/>
              <a:gd name="connsiteY6" fmla="*/ 625686 h 1487973"/>
              <a:gd name="connsiteX7" fmla="*/ 893935 w 1900796"/>
              <a:gd name="connsiteY7" fmla="*/ 105659 h 148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0796" h="1487973">
                <a:moveTo>
                  <a:pt x="972945" y="0"/>
                </a:moveTo>
                <a:lnTo>
                  <a:pt x="1900796" y="0"/>
                </a:lnTo>
                <a:lnTo>
                  <a:pt x="1892752" y="21978"/>
                </a:lnTo>
                <a:cubicBezTo>
                  <a:pt x="1582882" y="754592"/>
                  <a:pt x="926716" y="1305072"/>
                  <a:pt x="129456" y="1468215"/>
                </a:cubicBezTo>
                <a:lnTo>
                  <a:pt x="0" y="1487973"/>
                </a:lnTo>
                <a:lnTo>
                  <a:pt x="0" y="656709"/>
                </a:lnTo>
                <a:lnTo>
                  <a:pt x="120652" y="625686"/>
                </a:lnTo>
                <a:cubicBezTo>
                  <a:pt x="426975" y="530410"/>
                  <a:pt x="694570" y="347233"/>
                  <a:pt x="893935" y="105659"/>
                </a:cubicBezTo>
                <a:close/>
              </a:path>
            </a:pathLst>
          </a:custGeom>
          <a:solidFill>
            <a:schemeClr val="accent1">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3" name="Right Triangle 112">
            <a:extLst>
              <a:ext uri="{FF2B5EF4-FFF2-40B4-BE49-F238E27FC236}">
                <a16:creationId xmlns:a16="http://schemas.microsoft.com/office/drawing/2014/main" id="{7BCC6446-8462-4A63-9B6F-8F57EC40F6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65271" y="2673521"/>
            <a:ext cx="568289" cy="568289"/>
          </a:xfrm>
          <a:prstGeom prst="rtTriangle">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Freeform: Shape 114">
            <a:extLst>
              <a:ext uri="{FF2B5EF4-FFF2-40B4-BE49-F238E27FC236}">
                <a16:creationId xmlns:a16="http://schemas.microsoft.com/office/drawing/2014/main" id="{3BA1208A-FAFD-4827-BF3E-A6B16CA01D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178446" y="4912946"/>
            <a:ext cx="2010507" cy="1945055"/>
          </a:xfrm>
          <a:custGeom>
            <a:avLst/>
            <a:gdLst>
              <a:gd name="connsiteX0" fmla="*/ 2010507 w 2010507"/>
              <a:gd name="connsiteY0" fmla="*/ 0 h 1945055"/>
              <a:gd name="connsiteX1" fmla="*/ 2010507 w 2010507"/>
              <a:gd name="connsiteY1" fmla="*/ 834250 h 1945055"/>
              <a:gd name="connsiteX2" fmla="*/ 1918431 w 2010507"/>
              <a:gd name="connsiteY2" fmla="*/ 857925 h 1945055"/>
              <a:gd name="connsiteX3" fmla="*/ 846136 w 2010507"/>
              <a:gd name="connsiteY3" fmla="*/ 1930220 h 1945055"/>
              <a:gd name="connsiteX4" fmla="*/ 842322 w 2010507"/>
              <a:gd name="connsiteY4" fmla="*/ 1945055 h 1945055"/>
              <a:gd name="connsiteX5" fmla="*/ 0 w 2010507"/>
              <a:gd name="connsiteY5" fmla="*/ 1945055 h 1945055"/>
              <a:gd name="connsiteX6" fmla="*/ 3608 w 2010507"/>
              <a:gd name="connsiteY6" fmla="*/ 1921417 h 1945055"/>
              <a:gd name="connsiteX7" fmla="*/ 1909628 w 2010507"/>
              <a:gd name="connsiteY7" fmla="*/ 15396 h 194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10507" h="1945055">
                <a:moveTo>
                  <a:pt x="2010507" y="0"/>
                </a:moveTo>
                <a:lnTo>
                  <a:pt x="2010507" y="834250"/>
                </a:lnTo>
                <a:lnTo>
                  <a:pt x="1918431" y="857925"/>
                </a:lnTo>
                <a:cubicBezTo>
                  <a:pt x="1407892" y="1016719"/>
                  <a:pt x="1004930" y="1419681"/>
                  <a:pt x="846136" y="1930220"/>
                </a:cubicBezTo>
                <a:lnTo>
                  <a:pt x="842322" y="1945055"/>
                </a:lnTo>
                <a:lnTo>
                  <a:pt x="0" y="1945055"/>
                </a:lnTo>
                <a:lnTo>
                  <a:pt x="3608" y="1921417"/>
                </a:lnTo>
                <a:cubicBezTo>
                  <a:pt x="199379" y="964705"/>
                  <a:pt x="952916" y="211168"/>
                  <a:pt x="1909628" y="15396"/>
                </a:cubicBezTo>
                <a:close/>
              </a:path>
            </a:pathLst>
          </a:custGeom>
          <a:solidFill>
            <a:schemeClr val="accent6">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17" name="Group 116">
            <a:extLst>
              <a:ext uri="{FF2B5EF4-FFF2-40B4-BE49-F238E27FC236}">
                <a16:creationId xmlns:a16="http://schemas.microsoft.com/office/drawing/2014/main" id="{8118ECEF-CA6A-4CB6-BCA5-59B2DB40C4A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18" name="Straight Connector 117">
              <a:extLst>
                <a:ext uri="{FF2B5EF4-FFF2-40B4-BE49-F238E27FC236}">
                  <a16:creationId xmlns:a16="http://schemas.microsoft.com/office/drawing/2014/main" id="{CDC2A251-C28C-4A72-BAFF-511640FB2E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DDDB2429-3E01-4CD5-998D-8F5716A0987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1E26953B-4BE7-4AD0-B471-088DBB23D7D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E9D9ED6D-9817-4272-9FEF-E674FBCCCC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8718C0DE-4596-4A70-AA4F-E678AC7FBC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D8B48095-74C2-4053-872D-D3F70910C3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6224D0B6-A4CB-4D98-A1DC-2770B95F9E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CB39DE9C-23C1-4ABA-BD0D-B76BDC9630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19DDAAE0-966C-4350-8819-857CF524F3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BEE6C021-FBD3-42F3-9A9C-69C4E71989C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F02961B9-65E1-4B12-AD98-9845BC3F43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B22ABFE0-D700-4FD9-9CC8-D138B29ABFD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46FFF1A3-B8BF-470C-9436-D5B7818535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198B6551-FF5D-49F5-8D3E-757AEC357AF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50F3BFE5-573C-42C0-94D5-E5513CCC57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357931AB-4B07-4E0E-B3E4-84E2452E0A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CC4789DB-7083-4597-9FC7-6336EA0BE3D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9E0B4F1D-D11A-4023-BE6B-6679ABB2B4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28633D7A-F6FC-418F-AD87-0EE148C1A0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A0FC8FCC-6F69-4802-995C-903AE441629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86ABFCE7-4796-4186-8EDC-DB6CE87BC7E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E1935BF2-A804-46BA-940A-DDAD7888F3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ED012DA9-8D67-483A-8071-2903F2E3B2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109163DC-956E-44BE-B55A-E6C2C851DD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76CDE9FD-1880-483F-A039-BEB3AB0D374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38DDB23B-71E7-42A3-B055-5740EE14C5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37245B63-D771-461D-A625-4B49966D24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CF1DF9FF-1F61-4B4F-8993-6897DE09C9C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4092F139-6734-46F3-B176-11741F1F73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 name="TextBox 3">
            <a:extLst>
              <a:ext uri="{FF2B5EF4-FFF2-40B4-BE49-F238E27FC236}">
                <a16:creationId xmlns:a16="http://schemas.microsoft.com/office/drawing/2014/main" id="{5A475EEA-E077-C6EA-CB43-DC79F9E4B8C0}"/>
              </a:ext>
            </a:extLst>
          </p:cNvPr>
          <p:cNvSpPr txBox="1"/>
          <p:nvPr/>
        </p:nvSpPr>
        <p:spPr>
          <a:xfrm>
            <a:off x="936889" y="1431193"/>
            <a:ext cx="10243647" cy="40010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5400" b="1" dirty="0">
                <a:solidFill>
                  <a:schemeClr val="accent6">
                    <a:lumMod val="49000"/>
                  </a:schemeClr>
                </a:solidFill>
                <a:latin typeface="Posterama"/>
                <a:cs typeface="Posterama"/>
              </a:rPr>
              <a:t>Materials:</a:t>
            </a:r>
          </a:p>
          <a:p>
            <a:endParaRPr lang="en-US" sz="4000" b="1" dirty="0">
              <a:solidFill>
                <a:schemeClr val="accent6">
                  <a:lumMod val="49000"/>
                </a:schemeClr>
              </a:solidFill>
              <a:latin typeface="Posterama"/>
              <a:cs typeface="Posterama"/>
            </a:endParaRPr>
          </a:p>
          <a:p>
            <a:pPr marL="571500" indent="-571500">
              <a:buFont typeface="Arial"/>
              <a:buChar char="•"/>
            </a:pPr>
            <a:r>
              <a:rPr lang="en-US" sz="4000" dirty="0">
                <a:solidFill>
                  <a:schemeClr val="accent6">
                    <a:lumMod val="49000"/>
                  </a:schemeClr>
                </a:solidFill>
                <a:latin typeface="Posterama"/>
                <a:cs typeface="Posterama"/>
              </a:rPr>
              <a:t>Buffing Dust</a:t>
            </a:r>
          </a:p>
          <a:p>
            <a:pPr marL="571500" indent="-571500">
              <a:buFont typeface="Arial"/>
              <a:buChar char="•"/>
            </a:pPr>
            <a:r>
              <a:rPr lang="en-US" sz="4000" dirty="0">
                <a:solidFill>
                  <a:schemeClr val="accent6">
                    <a:lumMod val="49000"/>
                  </a:schemeClr>
                </a:solidFill>
                <a:latin typeface="Posterama"/>
                <a:cs typeface="Posterama"/>
              </a:rPr>
              <a:t>Polystyrene/Polyester</a:t>
            </a:r>
          </a:p>
          <a:p>
            <a:pPr marL="571500" indent="-571500">
              <a:buFont typeface="Arial"/>
              <a:buChar char="•"/>
            </a:pPr>
            <a:r>
              <a:rPr lang="en-US" sz="4000" dirty="0">
                <a:solidFill>
                  <a:schemeClr val="accent6">
                    <a:lumMod val="49000"/>
                  </a:schemeClr>
                </a:solidFill>
                <a:latin typeface="Posterama"/>
                <a:cs typeface="Posterama"/>
              </a:rPr>
              <a:t>Citric acid as blowing agent</a:t>
            </a:r>
          </a:p>
          <a:p>
            <a:endParaRPr lang="en-US" sz="4000" dirty="0">
              <a:solidFill>
                <a:schemeClr val="accent6">
                  <a:lumMod val="49000"/>
                </a:schemeClr>
              </a:solidFill>
              <a:latin typeface="Posterama"/>
              <a:cs typeface="Posterama"/>
            </a:endParaRPr>
          </a:p>
        </p:txBody>
      </p:sp>
    </p:spTree>
    <p:extLst>
      <p:ext uri="{BB962C8B-B14F-4D97-AF65-F5344CB8AC3E}">
        <p14:creationId xmlns:p14="http://schemas.microsoft.com/office/powerpoint/2010/main" val="1439770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4798C7F-C8CA-4799-BF37-3AB4642CDB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10" name="Group 9">
            <a:extLst>
              <a:ext uri="{FF2B5EF4-FFF2-40B4-BE49-F238E27FC236}">
                <a16:creationId xmlns:a16="http://schemas.microsoft.com/office/drawing/2014/main" id="{87F0794B-55D3-4D2D-BDE7-4688ED321E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1" name="Straight Connector 10">
              <a:extLst>
                <a:ext uri="{FF2B5EF4-FFF2-40B4-BE49-F238E27FC236}">
                  <a16:creationId xmlns:a16="http://schemas.microsoft.com/office/drawing/2014/main" id="{BE4C795B-1813-4CC6-B03F-8DD130BEAA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E0F4C04D-5CD8-446B-BE3D-257172E6E4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DDC802E-606F-4F39-84B6-90DF0FE544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2C5B0C75-0136-4A39-9AB6-0F02C45278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5ED2B52-3D40-46DE-8B54-99A4071578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8BCEC75-1B6B-45B2-8041-8D933FCF6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A2FC789-056A-43CC-807E-4262CDC3E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8C32FD3-76B0-40E7-89F2-E9C523210A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82E9447-8362-426C-840A-B6F2231F7B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F141DC8-83CE-4C21-A5BA-E2FFF3D866E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12A697C-ECBC-40A9-AC69-BF96A34B91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2E988AF-5EFB-43D3-B93F-6E4F41A2C9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B312C1B-AAE2-4A6D-ACC7-ABAA75D428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57B96146-61DA-44D6-A9DF-6DB41FCF2D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B33F93D-4439-46EE-97C4-9CECAAFDCF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914B275-A3D7-4BA4-B8CB-E7657100F3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D26EF3B-FBE7-4D57-8E01-553F50734A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CC1E671-BA54-4B31-9A2E-8F50BC57A2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836A704-3624-4ABF-9A67-0F52C2F3EF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FDC385D-BA34-481F-A991-A776E0B193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1EF033A-D8FB-416B-AE51-4E098A27D6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7C17B48-F458-4E9B-9331-56FCDC5B6A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7E44A4B-D453-46F0-A83D-AF0B33D5C59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46BEA9F-314B-440D-AE8D-21E1252EC5A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F15EAFD0-4869-4612-ACDE-ABC703104E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A0F26706-7F23-4FF0-9CAF-F3C4F47C11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C0195A72-345A-4E88-8D71-14DB3D1B60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0DBF51A6-A3BC-49FE-BB01-E899281177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A78DF911-744C-419B-83DC-39F270BBF4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1" name="Freeform: Shape 40">
            <a:extLst>
              <a:ext uri="{FF2B5EF4-FFF2-40B4-BE49-F238E27FC236}">
                <a16:creationId xmlns:a16="http://schemas.microsoft.com/office/drawing/2014/main" id="{216BB147-20D5-4D93-BDA5-1BC614D6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5">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43" name="Freeform: Shape 42">
            <a:extLst>
              <a:ext uri="{FF2B5EF4-FFF2-40B4-BE49-F238E27FC236}">
                <a16:creationId xmlns:a16="http://schemas.microsoft.com/office/drawing/2014/main" id="{0A253F60-DE40-4508-A37A-61331DF1D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grpSp>
        <p:nvGrpSpPr>
          <p:cNvPr id="45" name="Group 44">
            <a:extLst>
              <a:ext uri="{FF2B5EF4-FFF2-40B4-BE49-F238E27FC236}">
                <a16:creationId xmlns:a16="http://schemas.microsoft.com/office/drawing/2014/main" id="{CFB42397-759B-4110-90F9-11A099A04F18}"/>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46" name="Straight Connector 45">
              <a:extLst>
                <a:ext uri="{FF2B5EF4-FFF2-40B4-BE49-F238E27FC236}">
                  <a16:creationId xmlns:a16="http://schemas.microsoft.com/office/drawing/2014/main" id="{7CE16B93-748F-4AF3-90C6-D3EE861E78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A1F2252F-DB74-4990-8E43-3B46EB31A8F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0BBB0339-E325-46BB-A951-96F1A4651B7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121A6F6B-EBF5-41B9-BDDB-AF519B8AD44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A2CB88A6-ABF0-4981-8112-89F17060AF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5207B5CF-3BA7-46DE-A98B-C46A77F219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9DE055E6-5758-4FD1-A969-1AB1F47EE57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5B9E002-9254-431A-BEE3-BC744C6D41B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85BB4EB4-8685-4464-8EAE-D44D7770B6B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B3239F69-CDD7-49E2-9C2E-B56A6D009A3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A6C507C8-734D-457D-A4EA-3C1F17BC8CB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9139D922-20CB-41E9-B69E-FA643C51A3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5FE3C40B-0A70-4224-BC24-365327DC6C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422999B0-1AA0-4D8B-BB3E-1BEAD972B8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49737CB6-048C-4FD9-9663-0D214A0A30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2F1A2328-0FD2-449E-A066-56A7D096AB1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63212297-7D47-455C-B574-D4A450A6B9F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4F88725D-F086-42CF-A0A4-F335D03F9E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0EE97B27-B4E2-45AF-ACC9-5EC22DB7A8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8FADBC7B-7D04-4E57-9B78-3FC78B9030D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CCD44BB5-3236-443E-BDD8-7E145E32D6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385E742B-9320-4785-A94F-2CAE2855CCB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8A42F567-7F15-4D7B-8F9C-5F8F6B2832F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69DAD4DF-0FE8-401C-AE04-738B80B2589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2101394A-2A38-4F45-B5B6-A025C4B43F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79D4873B-257C-4327-907C-08294692144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D5350388-C37B-41E0-8172-2F7D79DBBA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1DA0A053-52F2-4D51-BEB7-31B0A3CA04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B23551FA-C6B2-4251-A24C-021D7B64EAE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grpSp>
        <p:nvGrpSpPr>
          <p:cNvPr id="76" name="Group 75">
            <a:extLst>
              <a:ext uri="{FF2B5EF4-FFF2-40B4-BE49-F238E27FC236}">
                <a16:creationId xmlns:a16="http://schemas.microsoft.com/office/drawing/2014/main" id="{9A50F0F9-04C8-47E4-AF66-B3CAF8C81917}"/>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77" name="Straight Connector 76">
              <a:extLst>
                <a:ext uri="{FF2B5EF4-FFF2-40B4-BE49-F238E27FC236}">
                  <a16:creationId xmlns:a16="http://schemas.microsoft.com/office/drawing/2014/main" id="{2017C593-7166-4110-8447-086A8A2DB9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0792CE38-231D-4EFB-BD1C-B0DFC4714A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37902244-3120-4F1E-BCA7-C414F8CA577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6C2A9BEC-6FBD-4C4E-9D8F-6797108601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CD05CAB2-3C3D-4649-A904-7115E0A40D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479ECC96-BB36-4A8A-ACFC-0CDAC9A327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D6C3BBC2-CEC2-44E9-B82B-34488E7E33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373074D9-0CF2-46DC-8D7A-871B6FE419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D573F54A-11A1-4A06-8130-294B4D5CEE5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72F69BFB-91DF-4F4E-BE91-2D6805CD68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4BA93DEE-828E-4AC5-A89A-B3FCC1689AF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2043F28B-A5B8-4573-89CC-A68E27A72EC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A41EDE26-6F99-4FF5-A50B-255FEF1CAC1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DC69229A-861A-4B33-A690-B89F20F21A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A1FF5E2F-2AD1-485A-8981-8905C2357C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82E9781F-DF28-41A8-8A6B-7DC5409F9E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ECDF5C52-5A30-4182-9FF7-118DB1BB648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FC8008CF-A1BC-4A0E-B9A2-05FB501EBD4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2DF1A43F-5E26-4631-8775-BC3BACEB16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08A5A284-AA4F-43C1-84B9-947642136BD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5B3BE54E-1FBA-4E64-982C-9CA2C0C4847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7E7BA94A-1A8A-45C6-9B8F-AFEC955F1F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55C6D3A0-6B84-4021-87FB-3179A711BBF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DA87903E-EEC8-47F4-8730-06C5FD14BC6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A8A92A2B-3460-4608-B3EA-4FFEAF83B1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2B0E1020-452C-4B7F-A1D2-BA8F1B83FA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6903CF7B-6947-4932-AD73-020495EDC0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8453FA51-CE2D-4B84-9F4F-3263D1BC4DB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3327B132-AD8C-4732-93AA-C136586C22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useBgFill="1">
        <p:nvSpPr>
          <p:cNvPr id="107" name="Rectangle 106">
            <a:extLst>
              <a:ext uri="{FF2B5EF4-FFF2-40B4-BE49-F238E27FC236}">
                <a16:creationId xmlns:a16="http://schemas.microsoft.com/office/drawing/2014/main" id="{BA6285CA-6AFA-4F27-AFB5-1B32CDE09B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9" name="Rectangle 108">
            <a:extLst>
              <a:ext uri="{FF2B5EF4-FFF2-40B4-BE49-F238E27FC236}">
                <a16:creationId xmlns:a16="http://schemas.microsoft.com/office/drawing/2014/main" id="{7F7C084A-330C-4243-AD92-F98B226F06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1" name="Freeform: Shape 110">
            <a:extLst>
              <a:ext uri="{FF2B5EF4-FFF2-40B4-BE49-F238E27FC236}">
                <a16:creationId xmlns:a16="http://schemas.microsoft.com/office/drawing/2014/main" id="{7F19A9C0-8335-4ABB-91B6-3960317126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25" y="-1"/>
            <a:ext cx="1900796" cy="1487973"/>
          </a:xfrm>
          <a:custGeom>
            <a:avLst/>
            <a:gdLst>
              <a:gd name="connsiteX0" fmla="*/ 972945 w 1900796"/>
              <a:gd name="connsiteY0" fmla="*/ 0 h 1487973"/>
              <a:gd name="connsiteX1" fmla="*/ 1900796 w 1900796"/>
              <a:gd name="connsiteY1" fmla="*/ 0 h 1487973"/>
              <a:gd name="connsiteX2" fmla="*/ 1892752 w 1900796"/>
              <a:gd name="connsiteY2" fmla="*/ 21978 h 1487973"/>
              <a:gd name="connsiteX3" fmla="*/ 129456 w 1900796"/>
              <a:gd name="connsiteY3" fmla="*/ 1468215 h 1487973"/>
              <a:gd name="connsiteX4" fmla="*/ 0 w 1900796"/>
              <a:gd name="connsiteY4" fmla="*/ 1487973 h 1487973"/>
              <a:gd name="connsiteX5" fmla="*/ 0 w 1900796"/>
              <a:gd name="connsiteY5" fmla="*/ 656709 h 1487973"/>
              <a:gd name="connsiteX6" fmla="*/ 120652 w 1900796"/>
              <a:gd name="connsiteY6" fmla="*/ 625686 h 1487973"/>
              <a:gd name="connsiteX7" fmla="*/ 893935 w 1900796"/>
              <a:gd name="connsiteY7" fmla="*/ 105659 h 148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0796" h="1487973">
                <a:moveTo>
                  <a:pt x="972945" y="0"/>
                </a:moveTo>
                <a:lnTo>
                  <a:pt x="1900796" y="0"/>
                </a:lnTo>
                <a:lnTo>
                  <a:pt x="1892752" y="21978"/>
                </a:lnTo>
                <a:cubicBezTo>
                  <a:pt x="1582882" y="754592"/>
                  <a:pt x="926716" y="1305072"/>
                  <a:pt x="129456" y="1468215"/>
                </a:cubicBezTo>
                <a:lnTo>
                  <a:pt x="0" y="1487973"/>
                </a:lnTo>
                <a:lnTo>
                  <a:pt x="0" y="656709"/>
                </a:lnTo>
                <a:lnTo>
                  <a:pt x="120652" y="625686"/>
                </a:lnTo>
                <a:cubicBezTo>
                  <a:pt x="426975" y="530410"/>
                  <a:pt x="694570" y="347233"/>
                  <a:pt x="893935" y="105659"/>
                </a:cubicBezTo>
                <a:close/>
              </a:path>
            </a:pathLst>
          </a:custGeom>
          <a:solidFill>
            <a:schemeClr val="accent1">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3" name="Right Triangle 112">
            <a:extLst>
              <a:ext uri="{FF2B5EF4-FFF2-40B4-BE49-F238E27FC236}">
                <a16:creationId xmlns:a16="http://schemas.microsoft.com/office/drawing/2014/main" id="{7BCC6446-8462-4A63-9B6F-8F57EC40F6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65271" y="2673521"/>
            <a:ext cx="568289" cy="568289"/>
          </a:xfrm>
          <a:prstGeom prst="rtTriangle">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Freeform: Shape 114">
            <a:extLst>
              <a:ext uri="{FF2B5EF4-FFF2-40B4-BE49-F238E27FC236}">
                <a16:creationId xmlns:a16="http://schemas.microsoft.com/office/drawing/2014/main" id="{3BA1208A-FAFD-4827-BF3E-A6B16CA01D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178446" y="4912946"/>
            <a:ext cx="2010507" cy="1945055"/>
          </a:xfrm>
          <a:custGeom>
            <a:avLst/>
            <a:gdLst>
              <a:gd name="connsiteX0" fmla="*/ 2010507 w 2010507"/>
              <a:gd name="connsiteY0" fmla="*/ 0 h 1945055"/>
              <a:gd name="connsiteX1" fmla="*/ 2010507 w 2010507"/>
              <a:gd name="connsiteY1" fmla="*/ 834250 h 1945055"/>
              <a:gd name="connsiteX2" fmla="*/ 1918431 w 2010507"/>
              <a:gd name="connsiteY2" fmla="*/ 857925 h 1945055"/>
              <a:gd name="connsiteX3" fmla="*/ 846136 w 2010507"/>
              <a:gd name="connsiteY3" fmla="*/ 1930220 h 1945055"/>
              <a:gd name="connsiteX4" fmla="*/ 842322 w 2010507"/>
              <a:gd name="connsiteY4" fmla="*/ 1945055 h 1945055"/>
              <a:gd name="connsiteX5" fmla="*/ 0 w 2010507"/>
              <a:gd name="connsiteY5" fmla="*/ 1945055 h 1945055"/>
              <a:gd name="connsiteX6" fmla="*/ 3608 w 2010507"/>
              <a:gd name="connsiteY6" fmla="*/ 1921417 h 1945055"/>
              <a:gd name="connsiteX7" fmla="*/ 1909628 w 2010507"/>
              <a:gd name="connsiteY7" fmla="*/ 15396 h 194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10507" h="1945055">
                <a:moveTo>
                  <a:pt x="2010507" y="0"/>
                </a:moveTo>
                <a:lnTo>
                  <a:pt x="2010507" y="834250"/>
                </a:lnTo>
                <a:lnTo>
                  <a:pt x="1918431" y="857925"/>
                </a:lnTo>
                <a:cubicBezTo>
                  <a:pt x="1407892" y="1016719"/>
                  <a:pt x="1004930" y="1419681"/>
                  <a:pt x="846136" y="1930220"/>
                </a:cubicBezTo>
                <a:lnTo>
                  <a:pt x="842322" y="1945055"/>
                </a:lnTo>
                <a:lnTo>
                  <a:pt x="0" y="1945055"/>
                </a:lnTo>
                <a:lnTo>
                  <a:pt x="3608" y="1921417"/>
                </a:lnTo>
                <a:cubicBezTo>
                  <a:pt x="199379" y="964705"/>
                  <a:pt x="952916" y="211168"/>
                  <a:pt x="1909628" y="15396"/>
                </a:cubicBezTo>
                <a:close/>
              </a:path>
            </a:pathLst>
          </a:custGeom>
          <a:solidFill>
            <a:schemeClr val="accent6">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17" name="Group 116">
            <a:extLst>
              <a:ext uri="{FF2B5EF4-FFF2-40B4-BE49-F238E27FC236}">
                <a16:creationId xmlns:a16="http://schemas.microsoft.com/office/drawing/2014/main" id="{8118ECEF-CA6A-4CB6-BCA5-59B2DB40C4A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18" name="Straight Connector 117">
              <a:extLst>
                <a:ext uri="{FF2B5EF4-FFF2-40B4-BE49-F238E27FC236}">
                  <a16:creationId xmlns:a16="http://schemas.microsoft.com/office/drawing/2014/main" id="{CDC2A251-C28C-4A72-BAFF-511640FB2E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DDDB2429-3E01-4CD5-998D-8F5716A0987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1E26953B-4BE7-4AD0-B471-088DBB23D7D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E9D9ED6D-9817-4272-9FEF-E674FBCCCC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8718C0DE-4596-4A70-AA4F-E678AC7FBC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D8B48095-74C2-4053-872D-D3F70910C3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6224D0B6-A4CB-4D98-A1DC-2770B95F9E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CB39DE9C-23C1-4ABA-BD0D-B76BDC9630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19DDAAE0-966C-4350-8819-857CF524F3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BEE6C021-FBD3-42F3-9A9C-69C4E71989C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F02961B9-65E1-4B12-AD98-9845BC3F43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B22ABFE0-D700-4FD9-9CC8-D138B29ABFD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46FFF1A3-B8BF-470C-9436-D5B7818535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198B6551-FF5D-49F5-8D3E-757AEC357AF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50F3BFE5-573C-42C0-94D5-E5513CCC57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357931AB-4B07-4E0E-B3E4-84E2452E0A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CC4789DB-7083-4597-9FC7-6336EA0BE3D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9E0B4F1D-D11A-4023-BE6B-6679ABB2B4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28633D7A-F6FC-418F-AD87-0EE148C1A0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A0FC8FCC-6F69-4802-995C-903AE441629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86ABFCE7-4796-4186-8EDC-DB6CE87BC7E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E1935BF2-A804-46BA-940A-DDAD7888F3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ED012DA9-8D67-483A-8071-2903F2E3B2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109163DC-956E-44BE-B55A-E6C2C851DD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76CDE9FD-1880-483F-A039-BEB3AB0D374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38DDB23B-71E7-42A3-B055-5740EE14C5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37245B63-D771-461D-A625-4B49966D24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CF1DF9FF-1F61-4B4F-8993-6897DE09C9C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4092F139-6734-46F3-B176-11741F1F73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 name="TextBox 3">
            <a:extLst>
              <a:ext uri="{FF2B5EF4-FFF2-40B4-BE49-F238E27FC236}">
                <a16:creationId xmlns:a16="http://schemas.microsoft.com/office/drawing/2014/main" id="{61D0B561-27FC-B229-0BEA-895A147AD0D7}"/>
              </a:ext>
            </a:extLst>
          </p:cNvPr>
          <p:cNvSpPr txBox="1"/>
          <p:nvPr/>
        </p:nvSpPr>
        <p:spPr>
          <a:xfrm>
            <a:off x="823619" y="751571"/>
            <a:ext cx="10243647" cy="59093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5400" b="1" dirty="0">
                <a:solidFill>
                  <a:schemeClr val="accent6">
                    <a:lumMod val="49000"/>
                  </a:schemeClr>
                </a:solidFill>
                <a:latin typeface="Posterama"/>
                <a:cs typeface="Posterama"/>
              </a:rPr>
              <a:t>Attempt 1:</a:t>
            </a:r>
          </a:p>
          <a:p>
            <a:endParaRPr lang="en-US" sz="5400" b="1" dirty="0">
              <a:solidFill>
                <a:schemeClr val="accent6">
                  <a:lumMod val="49000"/>
                </a:schemeClr>
              </a:solidFill>
              <a:latin typeface="Posterama"/>
              <a:cs typeface="Posterama"/>
            </a:endParaRPr>
          </a:p>
          <a:p>
            <a:r>
              <a:rPr lang="en-US" sz="3600" dirty="0">
                <a:solidFill>
                  <a:schemeClr val="accent6">
                    <a:lumMod val="49000"/>
                  </a:schemeClr>
                </a:solidFill>
                <a:latin typeface="Posterama"/>
                <a:cs typeface="Posterama"/>
              </a:rPr>
              <a:t>Material Used:</a:t>
            </a:r>
          </a:p>
          <a:p>
            <a:r>
              <a:rPr lang="en-US" sz="3200" dirty="0">
                <a:solidFill>
                  <a:schemeClr val="accent6">
                    <a:lumMod val="49000"/>
                  </a:schemeClr>
                </a:solidFill>
                <a:latin typeface="Posterama"/>
                <a:cs typeface="Posterama"/>
              </a:rPr>
              <a:t>Buffing Dust, Polystyrene Beads, Citric acid</a:t>
            </a:r>
          </a:p>
          <a:p>
            <a:endParaRPr lang="en-US" sz="3200" dirty="0">
              <a:solidFill>
                <a:schemeClr val="accent6">
                  <a:lumMod val="49000"/>
                </a:schemeClr>
              </a:solidFill>
              <a:latin typeface="Posterama"/>
              <a:cs typeface="Posterama"/>
            </a:endParaRPr>
          </a:p>
          <a:p>
            <a:r>
              <a:rPr lang="en-US" sz="4800" b="1" dirty="0">
                <a:solidFill>
                  <a:schemeClr val="accent6">
                    <a:lumMod val="49000"/>
                  </a:schemeClr>
                </a:solidFill>
                <a:latin typeface="Times New Roman"/>
                <a:cs typeface="Times New Roman"/>
              </a:rPr>
              <a:t>Process </a:t>
            </a:r>
            <a:endParaRPr lang="en-US" sz="4800" dirty="0">
              <a:solidFill>
                <a:schemeClr val="accent6">
                  <a:lumMod val="49000"/>
                </a:schemeClr>
              </a:solidFill>
            </a:endParaRPr>
          </a:p>
          <a:p>
            <a:r>
              <a:rPr lang="en-US" sz="3200" dirty="0">
                <a:solidFill>
                  <a:schemeClr val="accent6">
                    <a:lumMod val="49000"/>
                  </a:schemeClr>
                </a:solidFill>
                <a:latin typeface="Times New Roman"/>
                <a:cs typeface="Times New Roman"/>
              </a:rPr>
              <a:t>We experimented with various combinations of raw materials and tested different processing techniques.</a:t>
            </a:r>
            <a:endParaRPr lang="en-US" sz="3200" dirty="0">
              <a:solidFill>
                <a:schemeClr val="accent6">
                  <a:lumMod val="49000"/>
                </a:schemeClr>
              </a:solidFill>
            </a:endParaRPr>
          </a:p>
          <a:p>
            <a:endParaRPr lang="en-US"/>
          </a:p>
          <a:p>
            <a:endParaRPr lang="en-US" sz="3200" dirty="0">
              <a:solidFill>
                <a:schemeClr val="accent6">
                  <a:lumMod val="49000"/>
                </a:schemeClr>
              </a:solidFill>
              <a:latin typeface="Posterama"/>
              <a:cs typeface="Posterama"/>
            </a:endParaRPr>
          </a:p>
        </p:txBody>
      </p:sp>
    </p:spTree>
    <p:extLst>
      <p:ext uri="{BB962C8B-B14F-4D97-AF65-F5344CB8AC3E}">
        <p14:creationId xmlns:p14="http://schemas.microsoft.com/office/powerpoint/2010/main" val="421780616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4798C7F-C8CA-4799-BF37-3AB4642CDB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10" name="Group 9">
            <a:extLst>
              <a:ext uri="{FF2B5EF4-FFF2-40B4-BE49-F238E27FC236}">
                <a16:creationId xmlns:a16="http://schemas.microsoft.com/office/drawing/2014/main" id="{87F0794B-55D3-4D2D-BDE7-4688ED321E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1" name="Straight Connector 10">
              <a:extLst>
                <a:ext uri="{FF2B5EF4-FFF2-40B4-BE49-F238E27FC236}">
                  <a16:creationId xmlns:a16="http://schemas.microsoft.com/office/drawing/2014/main" id="{BE4C795B-1813-4CC6-B03F-8DD130BEAA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E0F4C04D-5CD8-446B-BE3D-257172E6E4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DDC802E-606F-4F39-84B6-90DF0FE544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2C5B0C75-0136-4A39-9AB6-0F02C45278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5ED2B52-3D40-46DE-8B54-99A4071578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8BCEC75-1B6B-45B2-8041-8D933FCF6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A2FC789-056A-43CC-807E-4262CDC3E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8C32FD3-76B0-40E7-89F2-E9C523210A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82E9447-8362-426C-840A-B6F2231F7B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F141DC8-83CE-4C21-A5BA-E2FFF3D866E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12A697C-ECBC-40A9-AC69-BF96A34B91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2E988AF-5EFB-43D3-B93F-6E4F41A2C9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B312C1B-AAE2-4A6D-ACC7-ABAA75D428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57B96146-61DA-44D6-A9DF-6DB41FCF2D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B33F93D-4439-46EE-97C4-9CECAAFDCF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914B275-A3D7-4BA4-B8CB-E7657100F3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D26EF3B-FBE7-4D57-8E01-553F50734A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CC1E671-BA54-4B31-9A2E-8F50BC57A2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836A704-3624-4ABF-9A67-0F52C2F3EF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FDC385D-BA34-481F-A991-A776E0B193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1EF033A-D8FB-416B-AE51-4E098A27D6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7C17B48-F458-4E9B-9331-56FCDC5B6A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7E44A4B-D453-46F0-A83D-AF0B33D5C59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46BEA9F-314B-440D-AE8D-21E1252EC5A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F15EAFD0-4869-4612-ACDE-ABC703104E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A0F26706-7F23-4FF0-9CAF-F3C4F47C11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C0195A72-345A-4E88-8D71-14DB3D1B60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0DBF51A6-A3BC-49FE-BB01-E899281177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A78DF911-744C-419B-83DC-39F270BBF4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1" name="Freeform: Shape 40">
            <a:extLst>
              <a:ext uri="{FF2B5EF4-FFF2-40B4-BE49-F238E27FC236}">
                <a16:creationId xmlns:a16="http://schemas.microsoft.com/office/drawing/2014/main" id="{216BB147-20D5-4D93-BDA5-1BC614D6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5">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43" name="Freeform: Shape 42">
            <a:extLst>
              <a:ext uri="{FF2B5EF4-FFF2-40B4-BE49-F238E27FC236}">
                <a16:creationId xmlns:a16="http://schemas.microsoft.com/office/drawing/2014/main" id="{0A253F60-DE40-4508-A37A-61331DF1D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grpSp>
        <p:nvGrpSpPr>
          <p:cNvPr id="45" name="Group 44">
            <a:extLst>
              <a:ext uri="{FF2B5EF4-FFF2-40B4-BE49-F238E27FC236}">
                <a16:creationId xmlns:a16="http://schemas.microsoft.com/office/drawing/2014/main" id="{CFB42397-759B-4110-90F9-11A099A04F18}"/>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46" name="Straight Connector 45">
              <a:extLst>
                <a:ext uri="{FF2B5EF4-FFF2-40B4-BE49-F238E27FC236}">
                  <a16:creationId xmlns:a16="http://schemas.microsoft.com/office/drawing/2014/main" id="{7CE16B93-748F-4AF3-90C6-D3EE861E78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A1F2252F-DB74-4990-8E43-3B46EB31A8F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0BBB0339-E325-46BB-A951-96F1A4651B7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121A6F6B-EBF5-41B9-BDDB-AF519B8AD44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A2CB88A6-ABF0-4981-8112-89F17060AF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5207B5CF-3BA7-46DE-A98B-C46A77F219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9DE055E6-5758-4FD1-A969-1AB1F47EE57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5B9E002-9254-431A-BEE3-BC744C6D41B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85BB4EB4-8685-4464-8EAE-D44D7770B6B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B3239F69-CDD7-49E2-9C2E-B56A6D009A3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A6C507C8-734D-457D-A4EA-3C1F17BC8CB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9139D922-20CB-41E9-B69E-FA643C51A3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5FE3C40B-0A70-4224-BC24-365327DC6C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422999B0-1AA0-4D8B-BB3E-1BEAD972B8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49737CB6-048C-4FD9-9663-0D214A0A30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2F1A2328-0FD2-449E-A066-56A7D096AB1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63212297-7D47-455C-B574-D4A450A6B9F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4F88725D-F086-42CF-A0A4-F335D03F9E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0EE97B27-B4E2-45AF-ACC9-5EC22DB7A8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8FADBC7B-7D04-4E57-9B78-3FC78B9030D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CCD44BB5-3236-443E-BDD8-7E145E32D6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385E742B-9320-4785-A94F-2CAE2855CCB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8A42F567-7F15-4D7B-8F9C-5F8F6B2832F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69DAD4DF-0FE8-401C-AE04-738B80B2589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2101394A-2A38-4F45-B5B6-A025C4B43F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79D4873B-257C-4327-907C-08294692144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D5350388-C37B-41E0-8172-2F7D79DBBA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1DA0A053-52F2-4D51-BEB7-31B0A3CA04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B23551FA-C6B2-4251-A24C-021D7B64EAE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grpSp>
        <p:nvGrpSpPr>
          <p:cNvPr id="76" name="Group 75">
            <a:extLst>
              <a:ext uri="{FF2B5EF4-FFF2-40B4-BE49-F238E27FC236}">
                <a16:creationId xmlns:a16="http://schemas.microsoft.com/office/drawing/2014/main" id="{9A50F0F9-04C8-47E4-AF66-B3CAF8C81917}"/>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77" name="Straight Connector 76">
              <a:extLst>
                <a:ext uri="{FF2B5EF4-FFF2-40B4-BE49-F238E27FC236}">
                  <a16:creationId xmlns:a16="http://schemas.microsoft.com/office/drawing/2014/main" id="{2017C593-7166-4110-8447-086A8A2DB9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0792CE38-231D-4EFB-BD1C-B0DFC4714A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37902244-3120-4F1E-BCA7-C414F8CA577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6C2A9BEC-6FBD-4C4E-9D8F-6797108601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CD05CAB2-3C3D-4649-A904-7115E0A40D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479ECC96-BB36-4A8A-ACFC-0CDAC9A327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D6C3BBC2-CEC2-44E9-B82B-34488E7E33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373074D9-0CF2-46DC-8D7A-871B6FE419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D573F54A-11A1-4A06-8130-294B4D5CEE5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72F69BFB-91DF-4F4E-BE91-2D6805CD68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4BA93DEE-828E-4AC5-A89A-B3FCC1689AF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2043F28B-A5B8-4573-89CC-A68E27A72EC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A41EDE26-6F99-4FF5-A50B-255FEF1CAC1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DC69229A-861A-4B33-A690-B89F20F21A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A1FF5E2F-2AD1-485A-8981-8905C2357C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82E9781F-DF28-41A8-8A6B-7DC5409F9E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ECDF5C52-5A30-4182-9FF7-118DB1BB648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FC8008CF-A1BC-4A0E-B9A2-05FB501EBD4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2DF1A43F-5E26-4631-8775-BC3BACEB16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08A5A284-AA4F-43C1-84B9-947642136BD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5B3BE54E-1FBA-4E64-982C-9CA2C0C4847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7E7BA94A-1A8A-45C6-9B8F-AFEC955F1F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55C6D3A0-6B84-4021-87FB-3179A711BBF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DA87903E-EEC8-47F4-8730-06C5FD14BC6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A8A92A2B-3460-4608-B3EA-4FFEAF83B1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2B0E1020-452C-4B7F-A1D2-BA8F1B83FA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6903CF7B-6947-4932-AD73-020495EDC0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8453FA51-CE2D-4B84-9F4F-3263D1BC4DB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3327B132-AD8C-4732-93AA-C136586C22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useBgFill="1">
        <p:nvSpPr>
          <p:cNvPr id="107" name="Rectangle 106">
            <a:extLst>
              <a:ext uri="{FF2B5EF4-FFF2-40B4-BE49-F238E27FC236}">
                <a16:creationId xmlns:a16="http://schemas.microsoft.com/office/drawing/2014/main" id="{BA6285CA-6AFA-4F27-AFB5-1B32CDE09B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9" name="Rectangle 108">
            <a:extLst>
              <a:ext uri="{FF2B5EF4-FFF2-40B4-BE49-F238E27FC236}">
                <a16:creationId xmlns:a16="http://schemas.microsoft.com/office/drawing/2014/main" id="{7F7C084A-330C-4243-AD92-F98B226F06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1" name="Freeform: Shape 110">
            <a:extLst>
              <a:ext uri="{FF2B5EF4-FFF2-40B4-BE49-F238E27FC236}">
                <a16:creationId xmlns:a16="http://schemas.microsoft.com/office/drawing/2014/main" id="{7F19A9C0-8335-4ABB-91B6-3960317126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25" y="-1"/>
            <a:ext cx="1900796" cy="1487973"/>
          </a:xfrm>
          <a:custGeom>
            <a:avLst/>
            <a:gdLst>
              <a:gd name="connsiteX0" fmla="*/ 972945 w 1900796"/>
              <a:gd name="connsiteY0" fmla="*/ 0 h 1487973"/>
              <a:gd name="connsiteX1" fmla="*/ 1900796 w 1900796"/>
              <a:gd name="connsiteY1" fmla="*/ 0 h 1487973"/>
              <a:gd name="connsiteX2" fmla="*/ 1892752 w 1900796"/>
              <a:gd name="connsiteY2" fmla="*/ 21978 h 1487973"/>
              <a:gd name="connsiteX3" fmla="*/ 129456 w 1900796"/>
              <a:gd name="connsiteY3" fmla="*/ 1468215 h 1487973"/>
              <a:gd name="connsiteX4" fmla="*/ 0 w 1900796"/>
              <a:gd name="connsiteY4" fmla="*/ 1487973 h 1487973"/>
              <a:gd name="connsiteX5" fmla="*/ 0 w 1900796"/>
              <a:gd name="connsiteY5" fmla="*/ 656709 h 1487973"/>
              <a:gd name="connsiteX6" fmla="*/ 120652 w 1900796"/>
              <a:gd name="connsiteY6" fmla="*/ 625686 h 1487973"/>
              <a:gd name="connsiteX7" fmla="*/ 893935 w 1900796"/>
              <a:gd name="connsiteY7" fmla="*/ 105659 h 148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0796" h="1487973">
                <a:moveTo>
                  <a:pt x="972945" y="0"/>
                </a:moveTo>
                <a:lnTo>
                  <a:pt x="1900796" y="0"/>
                </a:lnTo>
                <a:lnTo>
                  <a:pt x="1892752" y="21978"/>
                </a:lnTo>
                <a:cubicBezTo>
                  <a:pt x="1582882" y="754592"/>
                  <a:pt x="926716" y="1305072"/>
                  <a:pt x="129456" y="1468215"/>
                </a:cubicBezTo>
                <a:lnTo>
                  <a:pt x="0" y="1487973"/>
                </a:lnTo>
                <a:lnTo>
                  <a:pt x="0" y="656709"/>
                </a:lnTo>
                <a:lnTo>
                  <a:pt x="120652" y="625686"/>
                </a:lnTo>
                <a:cubicBezTo>
                  <a:pt x="426975" y="530410"/>
                  <a:pt x="694570" y="347233"/>
                  <a:pt x="893935" y="105659"/>
                </a:cubicBezTo>
                <a:close/>
              </a:path>
            </a:pathLst>
          </a:custGeom>
          <a:solidFill>
            <a:schemeClr val="accent1">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3" name="Right Triangle 112">
            <a:extLst>
              <a:ext uri="{FF2B5EF4-FFF2-40B4-BE49-F238E27FC236}">
                <a16:creationId xmlns:a16="http://schemas.microsoft.com/office/drawing/2014/main" id="{7BCC6446-8462-4A63-9B6F-8F57EC40F6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65271" y="2673521"/>
            <a:ext cx="568289" cy="568289"/>
          </a:xfrm>
          <a:prstGeom prst="rtTriangle">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Freeform: Shape 114">
            <a:extLst>
              <a:ext uri="{FF2B5EF4-FFF2-40B4-BE49-F238E27FC236}">
                <a16:creationId xmlns:a16="http://schemas.microsoft.com/office/drawing/2014/main" id="{3BA1208A-FAFD-4827-BF3E-A6B16CA01D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178446" y="4912946"/>
            <a:ext cx="2010507" cy="1945055"/>
          </a:xfrm>
          <a:custGeom>
            <a:avLst/>
            <a:gdLst>
              <a:gd name="connsiteX0" fmla="*/ 2010507 w 2010507"/>
              <a:gd name="connsiteY0" fmla="*/ 0 h 1945055"/>
              <a:gd name="connsiteX1" fmla="*/ 2010507 w 2010507"/>
              <a:gd name="connsiteY1" fmla="*/ 834250 h 1945055"/>
              <a:gd name="connsiteX2" fmla="*/ 1918431 w 2010507"/>
              <a:gd name="connsiteY2" fmla="*/ 857925 h 1945055"/>
              <a:gd name="connsiteX3" fmla="*/ 846136 w 2010507"/>
              <a:gd name="connsiteY3" fmla="*/ 1930220 h 1945055"/>
              <a:gd name="connsiteX4" fmla="*/ 842322 w 2010507"/>
              <a:gd name="connsiteY4" fmla="*/ 1945055 h 1945055"/>
              <a:gd name="connsiteX5" fmla="*/ 0 w 2010507"/>
              <a:gd name="connsiteY5" fmla="*/ 1945055 h 1945055"/>
              <a:gd name="connsiteX6" fmla="*/ 3608 w 2010507"/>
              <a:gd name="connsiteY6" fmla="*/ 1921417 h 1945055"/>
              <a:gd name="connsiteX7" fmla="*/ 1909628 w 2010507"/>
              <a:gd name="connsiteY7" fmla="*/ 15396 h 194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10507" h="1945055">
                <a:moveTo>
                  <a:pt x="2010507" y="0"/>
                </a:moveTo>
                <a:lnTo>
                  <a:pt x="2010507" y="834250"/>
                </a:lnTo>
                <a:lnTo>
                  <a:pt x="1918431" y="857925"/>
                </a:lnTo>
                <a:cubicBezTo>
                  <a:pt x="1407892" y="1016719"/>
                  <a:pt x="1004930" y="1419681"/>
                  <a:pt x="846136" y="1930220"/>
                </a:cubicBezTo>
                <a:lnTo>
                  <a:pt x="842322" y="1945055"/>
                </a:lnTo>
                <a:lnTo>
                  <a:pt x="0" y="1945055"/>
                </a:lnTo>
                <a:lnTo>
                  <a:pt x="3608" y="1921417"/>
                </a:lnTo>
                <a:cubicBezTo>
                  <a:pt x="199379" y="964705"/>
                  <a:pt x="952916" y="211168"/>
                  <a:pt x="1909628" y="15396"/>
                </a:cubicBezTo>
                <a:close/>
              </a:path>
            </a:pathLst>
          </a:custGeom>
          <a:solidFill>
            <a:schemeClr val="accent6">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17" name="Group 116">
            <a:extLst>
              <a:ext uri="{FF2B5EF4-FFF2-40B4-BE49-F238E27FC236}">
                <a16:creationId xmlns:a16="http://schemas.microsoft.com/office/drawing/2014/main" id="{8118ECEF-CA6A-4CB6-BCA5-59B2DB40C4A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18" name="Straight Connector 117">
              <a:extLst>
                <a:ext uri="{FF2B5EF4-FFF2-40B4-BE49-F238E27FC236}">
                  <a16:creationId xmlns:a16="http://schemas.microsoft.com/office/drawing/2014/main" id="{CDC2A251-C28C-4A72-BAFF-511640FB2E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DDDB2429-3E01-4CD5-998D-8F5716A0987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1E26953B-4BE7-4AD0-B471-088DBB23D7D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E9D9ED6D-9817-4272-9FEF-E674FBCCCC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8718C0DE-4596-4A70-AA4F-E678AC7FBC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D8B48095-74C2-4053-872D-D3F70910C3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6224D0B6-A4CB-4D98-A1DC-2770B95F9E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CB39DE9C-23C1-4ABA-BD0D-B76BDC9630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19DDAAE0-966C-4350-8819-857CF524F3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BEE6C021-FBD3-42F3-9A9C-69C4E71989C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F02961B9-65E1-4B12-AD98-9845BC3F43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B22ABFE0-D700-4FD9-9CC8-D138B29ABFD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46FFF1A3-B8BF-470C-9436-D5B7818535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198B6551-FF5D-49F5-8D3E-757AEC357AF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50F3BFE5-573C-42C0-94D5-E5513CCC57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357931AB-4B07-4E0E-B3E4-84E2452E0A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CC4789DB-7083-4597-9FC7-6336EA0BE3D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9E0B4F1D-D11A-4023-BE6B-6679ABB2B4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28633D7A-F6FC-418F-AD87-0EE148C1A0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A0FC8FCC-6F69-4802-995C-903AE441629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86ABFCE7-4796-4186-8EDC-DB6CE87BC7E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E1935BF2-A804-46BA-940A-DDAD7888F3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ED012DA9-8D67-483A-8071-2903F2E3B2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109163DC-956E-44BE-B55A-E6C2C851DD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76CDE9FD-1880-483F-A039-BEB3AB0D374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38DDB23B-71E7-42A3-B055-5740EE14C5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37245B63-D771-461D-A625-4B49966D24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CF1DF9FF-1F61-4B4F-8993-6897DE09C9C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4092F139-6734-46F3-B176-11741F1F73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 name="TextBox 3">
            <a:extLst>
              <a:ext uri="{FF2B5EF4-FFF2-40B4-BE49-F238E27FC236}">
                <a16:creationId xmlns:a16="http://schemas.microsoft.com/office/drawing/2014/main" id="{61D0B561-27FC-B229-0BEA-895A147AD0D7}"/>
              </a:ext>
            </a:extLst>
          </p:cNvPr>
          <p:cNvSpPr txBox="1"/>
          <p:nvPr/>
        </p:nvSpPr>
        <p:spPr>
          <a:xfrm>
            <a:off x="823619" y="751571"/>
            <a:ext cx="10243647" cy="252376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5400" b="1" dirty="0">
                <a:solidFill>
                  <a:schemeClr val="accent6">
                    <a:lumMod val="49000"/>
                  </a:schemeClr>
                </a:solidFill>
                <a:latin typeface="Posterama"/>
                <a:cs typeface="Posterama"/>
              </a:rPr>
              <a:t>Attempt 1 Result:</a:t>
            </a:r>
          </a:p>
          <a:p>
            <a:endParaRPr lang="en-US" sz="5400" b="1" dirty="0">
              <a:solidFill>
                <a:schemeClr val="accent6">
                  <a:lumMod val="49000"/>
                </a:schemeClr>
              </a:solidFill>
              <a:latin typeface="Posterama"/>
              <a:cs typeface="Posterama"/>
            </a:endParaRPr>
          </a:p>
          <a:p>
            <a:endParaRPr lang="en-US"/>
          </a:p>
          <a:p>
            <a:endParaRPr lang="en-US" sz="3200" dirty="0">
              <a:solidFill>
                <a:schemeClr val="accent6">
                  <a:lumMod val="49000"/>
                </a:schemeClr>
              </a:solidFill>
              <a:latin typeface="Posterama"/>
              <a:cs typeface="Posterama"/>
            </a:endParaRPr>
          </a:p>
        </p:txBody>
      </p:sp>
      <p:pic>
        <p:nvPicPr>
          <p:cNvPr id="2" name="Picture 1" descr="A group of dirt on a white paper&#10;&#10;Description automatically generated">
            <a:extLst>
              <a:ext uri="{FF2B5EF4-FFF2-40B4-BE49-F238E27FC236}">
                <a16:creationId xmlns:a16="http://schemas.microsoft.com/office/drawing/2014/main" id="{4DE94785-6768-4900-5B87-84CC3E791F8D}"/>
              </a:ext>
            </a:extLst>
          </p:cNvPr>
          <p:cNvPicPr>
            <a:picLocks noChangeAspect="1"/>
          </p:cNvPicPr>
          <p:nvPr/>
        </p:nvPicPr>
        <p:blipFill>
          <a:blip r:embed="rId2"/>
          <a:stretch>
            <a:fillRect/>
          </a:stretch>
        </p:blipFill>
        <p:spPr>
          <a:xfrm>
            <a:off x="6828064" y="2133600"/>
            <a:ext cx="3086100" cy="4114800"/>
          </a:xfrm>
          <a:prstGeom prst="rect">
            <a:avLst/>
          </a:prstGeom>
        </p:spPr>
      </p:pic>
      <p:pic>
        <p:nvPicPr>
          <p:cNvPr id="3" name="Picture 2" descr="A group of black objects on a white paper&#10;&#10;Description automatically generated">
            <a:extLst>
              <a:ext uri="{FF2B5EF4-FFF2-40B4-BE49-F238E27FC236}">
                <a16:creationId xmlns:a16="http://schemas.microsoft.com/office/drawing/2014/main" id="{F2EE26B2-B809-1C5F-6E29-B44F3493B26F}"/>
              </a:ext>
            </a:extLst>
          </p:cNvPr>
          <p:cNvPicPr>
            <a:picLocks noChangeAspect="1"/>
          </p:cNvPicPr>
          <p:nvPr/>
        </p:nvPicPr>
        <p:blipFill>
          <a:blip r:embed="rId3"/>
          <a:stretch>
            <a:fillRect/>
          </a:stretch>
        </p:blipFill>
        <p:spPr>
          <a:xfrm>
            <a:off x="2032907" y="2128157"/>
            <a:ext cx="3086100" cy="4114800"/>
          </a:xfrm>
          <a:prstGeom prst="rect">
            <a:avLst/>
          </a:prstGeom>
        </p:spPr>
      </p:pic>
    </p:spTree>
    <p:extLst>
      <p:ext uri="{BB962C8B-B14F-4D97-AF65-F5344CB8AC3E}">
        <p14:creationId xmlns:p14="http://schemas.microsoft.com/office/powerpoint/2010/main" val="229921098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4798C7F-C8CA-4799-BF37-3AB4642CDB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10" name="Group 9">
            <a:extLst>
              <a:ext uri="{FF2B5EF4-FFF2-40B4-BE49-F238E27FC236}">
                <a16:creationId xmlns:a16="http://schemas.microsoft.com/office/drawing/2014/main" id="{87F0794B-55D3-4D2D-BDE7-4688ED321E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1" name="Straight Connector 10">
              <a:extLst>
                <a:ext uri="{FF2B5EF4-FFF2-40B4-BE49-F238E27FC236}">
                  <a16:creationId xmlns:a16="http://schemas.microsoft.com/office/drawing/2014/main" id="{BE4C795B-1813-4CC6-B03F-8DD130BEAA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E0F4C04D-5CD8-446B-BE3D-257172E6E4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DDC802E-606F-4F39-84B6-90DF0FE544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2C5B0C75-0136-4A39-9AB6-0F02C45278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5ED2B52-3D40-46DE-8B54-99A4071578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8BCEC75-1B6B-45B2-8041-8D933FCF6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A2FC789-056A-43CC-807E-4262CDC3E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8C32FD3-76B0-40E7-89F2-E9C523210A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82E9447-8362-426C-840A-B6F2231F7B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F141DC8-83CE-4C21-A5BA-E2FFF3D866E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12A697C-ECBC-40A9-AC69-BF96A34B91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2E988AF-5EFB-43D3-B93F-6E4F41A2C9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B312C1B-AAE2-4A6D-ACC7-ABAA75D428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57B96146-61DA-44D6-A9DF-6DB41FCF2D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B33F93D-4439-46EE-97C4-9CECAAFDCF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914B275-A3D7-4BA4-B8CB-E7657100F3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D26EF3B-FBE7-4D57-8E01-553F50734A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CC1E671-BA54-4B31-9A2E-8F50BC57A2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836A704-3624-4ABF-9A67-0F52C2F3EF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FDC385D-BA34-481F-A991-A776E0B193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1EF033A-D8FB-416B-AE51-4E098A27D6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7C17B48-F458-4E9B-9331-56FCDC5B6A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7E44A4B-D453-46F0-A83D-AF0B33D5C59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46BEA9F-314B-440D-AE8D-21E1252EC5A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F15EAFD0-4869-4612-ACDE-ABC703104E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A0F26706-7F23-4FF0-9CAF-F3C4F47C11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C0195A72-345A-4E88-8D71-14DB3D1B60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0DBF51A6-A3BC-49FE-BB01-E899281177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A78DF911-744C-419B-83DC-39F270BBF4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1" name="Freeform: Shape 40">
            <a:extLst>
              <a:ext uri="{FF2B5EF4-FFF2-40B4-BE49-F238E27FC236}">
                <a16:creationId xmlns:a16="http://schemas.microsoft.com/office/drawing/2014/main" id="{216BB147-20D5-4D93-BDA5-1BC614D6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5">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43" name="Freeform: Shape 42">
            <a:extLst>
              <a:ext uri="{FF2B5EF4-FFF2-40B4-BE49-F238E27FC236}">
                <a16:creationId xmlns:a16="http://schemas.microsoft.com/office/drawing/2014/main" id="{0A253F60-DE40-4508-A37A-61331DF1D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grpSp>
        <p:nvGrpSpPr>
          <p:cNvPr id="45" name="Group 44">
            <a:extLst>
              <a:ext uri="{FF2B5EF4-FFF2-40B4-BE49-F238E27FC236}">
                <a16:creationId xmlns:a16="http://schemas.microsoft.com/office/drawing/2014/main" id="{CFB42397-759B-4110-90F9-11A099A04F18}"/>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46" name="Straight Connector 45">
              <a:extLst>
                <a:ext uri="{FF2B5EF4-FFF2-40B4-BE49-F238E27FC236}">
                  <a16:creationId xmlns:a16="http://schemas.microsoft.com/office/drawing/2014/main" id="{7CE16B93-748F-4AF3-90C6-D3EE861E78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A1F2252F-DB74-4990-8E43-3B46EB31A8F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0BBB0339-E325-46BB-A951-96F1A4651B7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121A6F6B-EBF5-41B9-BDDB-AF519B8AD44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A2CB88A6-ABF0-4981-8112-89F17060AF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5207B5CF-3BA7-46DE-A98B-C46A77F219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9DE055E6-5758-4FD1-A969-1AB1F47EE57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5B9E002-9254-431A-BEE3-BC744C6D41B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85BB4EB4-8685-4464-8EAE-D44D7770B6B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B3239F69-CDD7-49E2-9C2E-B56A6D009A3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A6C507C8-734D-457D-A4EA-3C1F17BC8CB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9139D922-20CB-41E9-B69E-FA643C51A3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5FE3C40B-0A70-4224-BC24-365327DC6C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422999B0-1AA0-4D8B-BB3E-1BEAD972B8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49737CB6-048C-4FD9-9663-0D214A0A30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2F1A2328-0FD2-449E-A066-56A7D096AB1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63212297-7D47-455C-B574-D4A450A6B9F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4F88725D-F086-42CF-A0A4-F335D03F9E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0EE97B27-B4E2-45AF-ACC9-5EC22DB7A8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8FADBC7B-7D04-4E57-9B78-3FC78B9030D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CCD44BB5-3236-443E-BDD8-7E145E32D6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385E742B-9320-4785-A94F-2CAE2855CCB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8A42F567-7F15-4D7B-8F9C-5F8F6B2832F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69DAD4DF-0FE8-401C-AE04-738B80B2589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2101394A-2A38-4F45-B5B6-A025C4B43F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79D4873B-257C-4327-907C-08294692144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D5350388-C37B-41E0-8172-2F7D79DBBA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1DA0A053-52F2-4D51-BEB7-31B0A3CA04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B23551FA-C6B2-4251-A24C-021D7B64EAE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grpSp>
        <p:nvGrpSpPr>
          <p:cNvPr id="76" name="Group 75">
            <a:extLst>
              <a:ext uri="{FF2B5EF4-FFF2-40B4-BE49-F238E27FC236}">
                <a16:creationId xmlns:a16="http://schemas.microsoft.com/office/drawing/2014/main" id="{9A50F0F9-04C8-47E4-AF66-B3CAF8C81917}"/>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77" name="Straight Connector 76">
              <a:extLst>
                <a:ext uri="{FF2B5EF4-FFF2-40B4-BE49-F238E27FC236}">
                  <a16:creationId xmlns:a16="http://schemas.microsoft.com/office/drawing/2014/main" id="{2017C593-7166-4110-8447-086A8A2DB9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0792CE38-231D-4EFB-BD1C-B0DFC4714A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37902244-3120-4F1E-BCA7-C414F8CA577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6C2A9BEC-6FBD-4C4E-9D8F-6797108601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CD05CAB2-3C3D-4649-A904-7115E0A40D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479ECC96-BB36-4A8A-ACFC-0CDAC9A327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D6C3BBC2-CEC2-44E9-B82B-34488E7E33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373074D9-0CF2-46DC-8D7A-871B6FE419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D573F54A-11A1-4A06-8130-294B4D5CEE5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72F69BFB-91DF-4F4E-BE91-2D6805CD68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4BA93DEE-828E-4AC5-A89A-B3FCC1689AF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2043F28B-A5B8-4573-89CC-A68E27A72EC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A41EDE26-6F99-4FF5-A50B-255FEF1CAC1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DC69229A-861A-4B33-A690-B89F20F21A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A1FF5E2F-2AD1-485A-8981-8905C2357C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82E9781F-DF28-41A8-8A6B-7DC5409F9E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ECDF5C52-5A30-4182-9FF7-118DB1BB648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FC8008CF-A1BC-4A0E-B9A2-05FB501EBD4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2DF1A43F-5E26-4631-8775-BC3BACEB16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08A5A284-AA4F-43C1-84B9-947642136BD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5B3BE54E-1FBA-4E64-982C-9CA2C0C4847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7E7BA94A-1A8A-45C6-9B8F-AFEC955F1F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55C6D3A0-6B84-4021-87FB-3179A711BBF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DA87903E-EEC8-47F4-8730-06C5FD14BC6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A8A92A2B-3460-4608-B3EA-4FFEAF83B1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2B0E1020-452C-4B7F-A1D2-BA8F1B83FA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6903CF7B-6947-4932-AD73-020495EDC0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8453FA51-CE2D-4B84-9F4F-3263D1BC4DB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3327B132-AD8C-4732-93AA-C136586C22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useBgFill="1">
        <p:nvSpPr>
          <p:cNvPr id="107" name="Rectangle 106">
            <a:extLst>
              <a:ext uri="{FF2B5EF4-FFF2-40B4-BE49-F238E27FC236}">
                <a16:creationId xmlns:a16="http://schemas.microsoft.com/office/drawing/2014/main" id="{BA6285CA-6AFA-4F27-AFB5-1B32CDE09B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9" name="Rectangle 108">
            <a:extLst>
              <a:ext uri="{FF2B5EF4-FFF2-40B4-BE49-F238E27FC236}">
                <a16:creationId xmlns:a16="http://schemas.microsoft.com/office/drawing/2014/main" id="{7F7C084A-330C-4243-AD92-F98B226F06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1" name="Freeform: Shape 110">
            <a:extLst>
              <a:ext uri="{FF2B5EF4-FFF2-40B4-BE49-F238E27FC236}">
                <a16:creationId xmlns:a16="http://schemas.microsoft.com/office/drawing/2014/main" id="{7F19A9C0-8335-4ABB-91B6-3960317126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25" y="-1"/>
            <a:ext cx="1900796" cy="1487973"/>
          </a:xfrm>
          <a:custGeom>
            <a:avLst/>
            <a:gdLst>
              <a:gd name="connsiteX0" fmla="*/ 972945 w 1900796"/>
              <a:gd name="connsiteY0" fmla="*/ 0 h 1487973"/>
              <a:gd name="connsiteX1" fmla="*/ 1900796 w 1900796"/>
              <a:gd name="connsiteY1" fmla="*/ 0 h 1487973"/>
              <a:gd name="connsiteX2" fmla="*/ 1892752 w 1900796"/>
              <a:gd name="connsiteY2" fmla="*/ 21978 h 1487973"/>
              <a:gd name="connsiteX3" fmla="*/ 129456 w 1900796"/>
              <a:gd name="connsiteY3" fmla="*/ 1468215 h 1487973"/>
              <a:gd name="connsiteX4" fmla="*/ 0 w 1900796"/>
              <a:gd name="connsiteY4" fmla="*/ 1487973 h 1487973"/>
              <a:gd name="connsiteX5" fmla="*/ 0 w 1900796"/>
              <a:gd name="connsiteY5" fmla="*/ 656709 h 1487973"/>
              <a:gd name="connsiteX6" fmla="*/ 120652 w 1900796"/>
              <a:gd name="connsiteY6" fmla="*/ 625686 h 1487973"/>
              <a:gd name="connsiteX7" fmla="*/ 893935 w 1900796"/>
              <a:gd name="connsiteY7" fmla="*/ 105659 h 148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0796" h="1487973">
                <a:moveTo>
                  <a:pt x="972945" y="0"/>
                </a:moveTo>
                <a:lnTo>
                  <a:pt x="1900796" y="0"/>
                </a:lnTo>
                <a:lnTo>
                  <a:pt x="1892752" y="21978"/>
                </a:lnTo>
                <a:cubicBezTo>
                  <a:pt x="1582882" y="754592"/>
                  <a:pt x="926716" y="1305072"/>
                  <a:pt x="129456" y="1468215"/>
                </a:cubicBezTo>
                <a:lnTo>
                  <a:pt x="0" y="1487973"/>
                </a:lnTo>
                <a:lnTo>
                  <a:pt x="0" y="656709"/>
                </a:lnTo>
                <a:lnTo>
                  <a:pt x="120652" y="625686"/>
                </a:lnTo>
                <a:cubicBezTo>
                  <a:pt x="426975" y="530410"/>
                  <a:pt x="694570" y="347233"/>
                  <a:pt x="893935" y="105659"/>
                </a:cubicBezTo>
                <a:close/>
              </a:path>
            </a:pathLst>
          </a:custGeom>
          <a:solidFill>
            <a:schemeClr val="accent1">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3" name="Right Triangle 112">
            <a:extLst>
              <a:ext uri="{FF2B5EF4-FFF2-40B4-BE49-F238E27FC236}">
                <a16:creationId xmlns:a16="http://schemas.microsoft.com/office/drawing/2014/main" id="{7BCC6446-8462-4A63-9B6F-8F57EC40F6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65271" y="2673521"/>
            <a:ext cx="568289" cy="568289"/>
          </a:xfrm>
          <a:prstGeom prst="rtTriangle">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Freeform: Shape 114">
            <a:extLst>
              <a:ext uri="{FF2B5EF4-FFF2-40B4-BE49-F238E27FC236}">
                <a16:creationId xmlns:a16="http://schemas.microsoft.com/office/drawing/2014/main" id="{3BA1208A-FAFD-4827-BF3E-A6B16CA01D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178446" y="4912946"/>
            <a:ext cx="2010507" cy="1945055"/>
          </a:xfrm>
          <a:custGeom>
            <a:avLst/>
            <a:gdLst>
              <a:gd name="connsiteX0" fmla="*/ 2010507 w 2010507"/>
              <a:gd name="connsiteY0" fmla="*/ 0 h 1945055"/>
              <a:gd name="connsiteX1" fmla="*/ 2010507 w 2010507"/>
              <a:gd name="connsiteY1" fmla="*/ 834250 h 1945055"/>
              <a:gd name="connsiteX2" fmla="*/ 1918431 w 2010507"/>
              <a:gd name="connsiteY2" fmla="*/ 857925 h 1945055"/>
              <a:gd name="connsiteX3" fmla="*/ 846136 w 2010507"/>
              <a:gd name="connsiteY3" fmla="*/ 1930220 h 1945055"/>
              <a:gd name="connsiteX4" fmla="*/ 842322 w 2010507"/>
              <a:gd name="connsiteY4" fmla="*/ 1945055 h 1945055"/>
              <a:gd name="connsiteX5" fmla="*/ 0 w 2010507"/>
              <a:gd name="connsiteY5" fmla="*/ 1945055 h 1945055"/>
              <a:gd name="connsiteX6" fmla="*/ 3608 w 2010507"/>
              <a:gd name="connsiteY6" fmla="*/ 1921417 h 1945055"/>
              <a:gd name="connsiteX7" fmla="*/ 1909628 w 2010507"/>
              <a:gd name="connsiteY7" fmla="*/ 15396 h 194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10507" h="1945055">
                <a:moveTo>
                  <a:pt x="2010507" y="0"/>
                </a:moveTo>
                <a:lnTo>
                  <a:pt x="2010507" y="834250"/>
                </a:lnTo>
                <a:lnTo>
                  <a:pt x="1918431" y="857925"/>
                </a:lnTo>
                <a:cubicBezTo>
                  <a:pt x="1407892" y="1016719"/>
                  <a:pt x="1004930" y="1419681"/>
                  <a:pt x="846136" y="1930220"/>
                </a:cubicBezTo>
                <a:lnTo>
                  <a:pt x="842322" y="1945055"/>
                </a:lnTo>
                <a:lnTo>
                  <a:pt x="0" y="1945055"/>
                </a:lnTo>
                <a:lnTo>
                  <a:pt x="3608" y="1921417"/>
                </a:lnTo>
                <a:cubicBezTo>
                  <a:pt x="199379" y="964705"/>
                  <a:pt x="952916" y="211168"/>
                  <a:pt x="1909628" y="15396"/>
                </a:cubicBezTo>
                <a:close/>
              </a:path>
            </a:pathLst>
          </a:custGeom>
          <a:solidFill>
            <a:schemeClr val="accent6">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17" name="Group 116">
            <a:extLst>
              <a:ext uri="{FF2B5EF4-FFF2-40B4-BE49-F238E27FC236}">
                <a16:creationId xmlns:a16="http://schemas.microsoft.com/office/drawing/2014/main" id="{8118ECEF-CA6A-4CB6-BCA5-59B2DB40C4A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18" name="Straight Connector 117">
              <a:extLst>
                <a:ext uri="{FF2B5EF4-FFF2-40B4-BE49-F238E27FC236}">
                  <a16:creationId xmlns:a16="http://schemas.microsoft.com/office/drawing/2014/main" id="{CDC2A251-C28C-4A72-BAFF-511640FB2E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DDDB2429-3E01-4CD5-998D-8F5716A0987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1E26953B-4BE7-4AD0-B471-088DBB23D7D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E9D9ED6D-9817-4272-9FEF-E674FBCCCC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8718C0DE-4596-4A70-AA4F-E678AC7FBC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D8B48095-74C2-4053-872D-D3F70910C3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6224D0B6-A4CB-4D98-A1DC-2770B95F9E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CB39DE9C-23C1-4ABA-BD0D-B76BDC9630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19DDAAE0-966C-4350-8819-857CF524F3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BEE6C021-FBD3-42F3-9A9C-69C4E71989C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F02961B9-65E1-4B12-AD98-9845BC3F43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B22ABFE0-D700-4FD9-9CC8-D138B29ABFD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46FFF1A3-B8BF-470C-9436-D5B7818535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198B6551-FF5D-49F5-8D3E-757AEC357AF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50F3BFE5-573C-42C0-94D5-E5513CCC57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357931AB-4B07-4E0E-B3E4-84E2452E0A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CC4789DB-7083-4597-9FC7-6336EA0BE3D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9E0B4F1D-D11A-4023-BE6B-6679ABB2B4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28633D7A-F6FC-418F-AD87-0EE148C1A0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A0FC8FCC-6F69-4802-995C-903AE441629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86ABFCE7-4796-4186-8EDC-DB6CE87BC7E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E1935BF2-A804-46BA-940A-DDAD7888F3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ED012DA9-8D67-483A-8071-2903F2E3B2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109163DC-956E-44BE-B55A-E6C2C851DD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76CDE9FD-1880-483F-A039-BEB3AB0D374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38DDB23B-71E7-42A3-B055-5740EE14C5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37245B63-D771-461D-A625-4B49966D24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CF1DF9FF-1F61-4B4F-8993-6897DE09C9C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4092F139-6734-46F3-B176-11741F1F73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 name="TextBox 3">
            <a:extLst>
              <a:ext uri="{FF2B5EF4-FFF2-40B4-BE49-F238E27FC236}">
                <a16:creationId xmlns:a16="http://schemas.microsoft.com/office/drawing/2014/main" id="{A13EC394-8635-730A-9346-F145D73993A7}"/>
              </a:ext>
            </a:extLst>
          </p:cNvPr>
          <p:cNvSpPr txBox="1"/>
          <p:nvPr/>
        </p:nvSpPr>
        <p:spPr>
          <a:xfrm>
            <a:off x="834505" y="577400"/>
            <a:ext cx="10243647" cy="627864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5400" b="1" dirty="0">
                <a:solidFill>
                  <a:schemeClr val="accent6">
                    <a:lumMod val="49000"/>
                  </a:schemeClr>
                </a:solidFill>
                <a:latin typeface="Posterama"/>
                <a:cs typeface="Posterama"/>
              </a:rPr>
              <a:t>Attempt 2:</a:t>
            </a:r>
          </a:p>
          <a:p>
            <a:endParaRPr lang="en-US" sz="5400" b="1" dirty="0">
              <a:solidFill>
                <a:schemeClr val="accent6">
                  <a:lumMod val="49000"/>
                </a:schemeClr>
              </a:solidFill>
              <a:latin typeface="Posterama"/>
              <a:cs typeface="Posterama"/>
            </a:endParaRPr>
          </a:p>
          <a:p>
            <a:r>
              <a:rPr lang="en-US" sz="3600" dirty="0">
                <a:solidFill>
                  <a:schemeClr val="accent6">
                    <a:lumMod val="49000"/>
                  </a:schemeClr>
                </a:solidFill>
                <a:latin typeface="Posterama"/>
                <a:cs typeface="Posterama"/>
              </a:rPr>
              <a:t>Material Used:</a:t>
            </a:r>
          </a:p>
          <a:p>
            <a:r>
              <a:rPr lang="en-US" sz="3200" dirty="0">
                <a:solidFill>
                  <a:schemeClr val="accent6">
                    <a:lumMod val="49000"/>
                  </a:schemeClr>
                </a:solidFill>
                <a:latin typeface="Posterama"/>
                <a:cs typeface="Posterama"/>
              </a:rPr>
              <a:t>Buffing Dust, Polystyrene Beads, Citric acid</a:t>
            </a:r>
          </a:p>
          <a:p>
            <a:endParaRPr lang="en-US" sz="3200" dirty="0">
              <a:solidFill>
                <a:schemeClr val="accent6">
                  <a:lumMod val="49000"/>
                </a:schemeClr>
              </a:solidFill>
              <a:latin typeface="Posterama"/>
              <a:cs typeface="Posterama"/>
            </a:endParaRPr>
          </a:p>
          <a:p>
            <a:r>
              <a:rPr lang="en-US" sz="4800" b="1" dirty="0">
                <a:solidFill>
                  <a:schemeClr val="accent6">
                    <a:lumMod val="49000"/>
                  </a:schemeClr>
                </a:solidFill>
                <a:latin typeface="Times New Roman"/>
                <a:cs typeface="Times New Roman"/>
              </a:rPr>
              <a:t>Process </a:t>
            </a:r>
            <a:endParaRPr lang="en-US" sz="4800" dirty="0">
              <a:solidFill>
                <a:schemeClr val="accent6">
                  <a:lumMod val="49000"/>
                </a:schemeClr>
              </a:solidFill>
            </a:endParaRPr>
          </a:p>
          <a:p>
            <a:r>
              <a:rPr lang="en-US" sz="3200" dirty="0">
                <a:solidFill>
                  <a:schemeClr val="accent6">
                    <a:lumMod val="49000"/>
                  </a:schemeClr>
                </a:solidFill>
                <a:ea typeface="+mn-lt"/>
                <a:cs typeface="+mn-lt"/>
              </a:rPr>
              <a:t>To enhance foaming, we increased the amount of citric acid. However, the high viscosity of molten polystyrene hindered uniform mixing. </a:t>
            </a:r>
            <a:r>
              <a:rPr lang="en-US" sz="3200" dirty="0">
                <a:solidFill>
                  <a:schemeClr val="accent6">
                    <a:lumMod val="49000"/>
                  </a:schemeClr>
                </a:solidFill>
                <a:latin typeface="Times New Roman"/>
                <a:cs typeface="Times New Roman"/>
              </a:rPr>
              <a:t>.</a:t>
            </a:r>
            <a:endParaRPr lang="en-US" sz="3200" dirty="0">
              <a:solidFill>
                <a:schemeClr val="accent6">
                  <a:lumMod val="49000"/>
                </a:schemeClr>
              </a:solidFill>
            </a:endParaRPr>
          </a:p>
          <a:p>
            <a:endParaRPr lang="en-US"/>
          </a:p>
          <a:p>
            <a:endParaRPr lang="en-US" sz="3200" dirty="0">
              <a:solidFill>
                <a:schemeClr val="accent6">
                  <a:lumMod val="49000"/>
                </a:schemeClr>
              </a:solidFill>
              <a:latin typeface="Posterama"/>
              <a:cs typeface="Posterama"/>
            </a:endParaRPr>
          </a:p>
        </p:txBody>
      </p:sp>
    </p:spTree>
    <p:extLst>
      <p:ext uri="{BB962C8B-B14F-4D97-AF65-F5344CB8AC3E}">
        <p14:creationId xmlns:p14="http://schemas.microsoft.com/office/powerpoint/2010/main" val="2115810449"/>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4798C7F-C8CA-4799-BF37-3AB4642CDB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10" name="Group 9">
            <a:extLst>
              <a:ext uri="{FF2B5EF4-FFF2-40B4-BE49-F238E27FC236}">
                <a16:creationId xmlns:a16="http://schemas.microsoft.com/office/drawing/2014/main" id="{87F0794B-55D3-4D2D-BDE7-4688ED321E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1" name="Straight Connector 10">
              <a:extLst>
                <a:ext uri="{FF2B5EF4-FFF2-40B4-BE49-F238E27FC236}">
                  <a16:creationId xmlns:a16="http://schemas.microsoft.com/office/drawing/2014/main" id="{BE4C795B-1813-4CC6-B03F-8DD130BEAA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E0F4C04D-5CD8-446B-BE3D-257172E6E4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DDC802E-606F-4F39-84B6-90DF0FE544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2C5B0C75-0136-4A39-9AB6-0F02C45278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5ED2B52-3D40-46DE-8B54-99A4071578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8BCEC75-1B6B-45B2-8041-8D933FCF6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A2FC789-056A-43CC-807E-4262CDC3E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8C32FD3-76B0-40E7-89F2-E9C523210A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82E9447-8362-426C-840A-B6F2231F7B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F141DC8-83CE-4C21-A5BA-E2FFF3D866E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12A697C-ECBC-40A9-AC69-BF96A34B91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2E988AF-5EFB-43D3-B93F-6E4F41A2C9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B312C1B-AAE2-4A6D-ACC7-ABAA75D428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57B96146-61DA-44D6-A9DF-6DB41FCF2D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B33F93D-4439-46EE-97C4-9CECAAFDCF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914B275-A3D7-4BA4-B8CB-E7657100F3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D26EF3B-FBE7-4D57-8E01-553F50734A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CC1E671-BA54-4B31-9A2E-8F50BC57A2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836A704-3624-4ABF-9A67-0F52C2F3EF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FDC385D-BA34-481F-A991-A776E0B193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1EF033A-D8FB-416B-AE51-4E098A27D6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7C17B48-F458-4E9B-9331-56FCDC5B6A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7E44A4B-D453-46F0-A83D-AF0B33D5C59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46BEA9F-314B-440D-AE8D-21E1252EC5A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F15EAFD0-4869-4612-ACDE-ABC703104E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A0F26706-7F23-4FF0-9CAF-F3C4F47C11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C0195A72-345A-4E88-8D71-14DB3D1B60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0DBF51A6-A3BC-49FE-BB01-E899281177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A78DF911-744C-419B-83DC-39F270BBF4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1" name="Freeform: Shape 40">
            <a:extLst>
              <a:ext uri="{FF2B5EF4-FFF2-40B4-BE49-F238E27FC236}">
                <a16:creationId xmlns:a16="http://schemas.microsoft.com/office/drawing/2014/main" id="{216BB147-20D5-4D93-BDA5-1BC614D6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5">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43" name="Freeform: Shape 42">
            <a:extLst>
              <a:ext uri="{FF2B5EF4-FFF2-40B4-BE49-F238E27FC236}">
                <a16:creationId xmlns:a16="http://schemas.microsoft.com/office/drawing/2014/main" id="{0A253F60-DE40-4508-A37A-61331DF1D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grpSp>
        <p:nvGrpSpPr>
          <p:cNvPr id="45" name="Group 44">
            <a:extLst>
              <a:ext uri="{FF2B5EF4-FFF2-40B4-BE49-F238E27FC236}">
                <a16:creationId xmlns:a16="http://schemas.microsoft.com/office/drawing/2014/main" id="{CFB42397-759B-4110-90F9-11A099A04F18}"/>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46" name="Straight Connector 45">
              <a:extLst>
                <a:ext uri="{FF2B5EF4-FFF2-40B4-BE49-F238E27FC236}">
                  <a16:creationId xmlns:a16="http://schemas.microsoft.com/office/drawing/2014/main" id="{7CE16B93-748F-4AF3-90C6-D3EE861E78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A1F2252F-DB74-4990-8E43-3B46EB31A8F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0BBB0339-E325-46BB-A951-96F1A4651B7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121A6F6B-EBF5-41B9-BDDB-AF519B8AD44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A2CB88A6-ABF0-4981-8112-89F17060AF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5207B5CF-3BA7-46DE-A98B-C46A77F219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9DE055E6-5758-4FD1-A969-1AB1F47EE57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5B9E002-9254-431A-BEE3-BC744C6D41B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85BB4EB4-8685-4464-8EAE-D44D7770B6B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B3239F69-CDD7-49E2-9C2E-B56A6D009A3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A6C507C8-734D-457D-A4EA-3C1F17BC8CB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9139D922-20CB-41E9-B69E-FA643C51A3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5FE3C40B-0A70-4224-BC24-365327DC6C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422999B0-1AA0-4D8B-BB3E-1BEAD972B8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49737CB6-048C-4FD9-9663-0D214A0A30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2F1A2328-0FD2-449E-A066-56A7D096AB1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63212297-7D47-455C-B574-D4A450A6B9F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4F88725D-F086-42CF-A0A4-F335D03F9E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0EE97B27-B4E2-45AF-ACC9-5EC22DB7A8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8FADBC7B-7D04-4E57-9B78-3FC78B9030D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CCD44BB5-3236-443E-BDD8-7E145E32D6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385E742B-9320-4785-A94F-2CAE2855CCB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8A42F567-7F15-4D7B-8F9C-5F8F6B2832F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69DAD4DF-0FE8-401C-AE04-738B80B2589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2101394A-2A38-4F45-B5B6-A025C4B43F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79D4873B-257C-4327-907C-08294692144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D5350388-C37B-41E0-8172-2F7D79DBBA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1DA0A053-52F2-4D51-BEB7-31B0A3CA04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B23551FA-C6B2-4251-A24C-021D7B64EAE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grpSp>
        <p:nvGrpSpPr>
          <p:cNvPr id="76" name="Group 75">
            <a:extLst>
              <a:ext uri="{FF2B5EF4-FFF2-40B4-BE49-F238E27FC236}">
                <a16:creationId xmlns:a16="http://schemas.microsoft.com/office/drawing/2014/main" id="{9A50F0F9-04C8-47E4-AF66-B3CAF8C81917}"/>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77" name="Straight Connector 76">
              <a:extLst>
                <a:ext uri="{FF2B5EF4-FFF2-40B4-BE49-F238E27FC236}">
                  <a16:creationId xmlns:a16="http://schemas.microsoft.com/office/drawing/2014/main" id="{2017C593-7166-4110-8447-086A8A2DB9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0792CE38-231D-4EFB-BD1C-B0DFC4714A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37902244-3120-4F1E-BCA7-C414F8CA577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6C2A9BEC-6FBD-4C4E-9D8F-6797108601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CD05CAB2-3C3D-4649-A904-7115E0A40D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479ECC96-BB36-4A8A-ACFC-0CDAC9A327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D6C3BBC2-CEC2-44E9-B82B-34488E7E33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373074D9-0CF2-46DC-8D7A-871B6FE419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D573F54A-11A1-4A06-8130-294B4D5CEE5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72F69BFB-91DF-4F4E-BE91-2D6805CD68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4BA93DEE-828E-4AC5-A89A-B3FCC1689AF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2043F28B-A5B8-4573-89CC-A68E27A72EC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A41EDE26-6F99-4FF5-A50B-255FEF1CAC1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DC69229A-861A-4B33-A690-B89F20F21A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A1FF5E2F-2AD1-485A-8981-8905C2357C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82E9781F-DF28-41A8-8A6B-7DC5409F9E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ECDF5C52-5A30-4182-9FF7-118DB1BB648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FC8008CF-A1BC-4A0E-B9A2-05FB501EBD4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2DF1A43F-5E26-4631-8775-BC3BACEB16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08A5A284-AA4F-43C1-84B9-947642136BD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5B3BE54E-1FBA-4E64-982C-9CA2C0C4847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7E7BA94A-1A8A-45C6-9B8F-AFEC955F1F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55C6D3A0-6B84-4021-87FB-3179A711BBF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DA87903E-EEC8-47F4-8730-06C5FD14BC6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A8A92A2B-3460-4608-B3EA-4FFEAF83B1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2B0E1020-452C-4B7F-A1D2-BA8F1B83FA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6903CF7B-6947-4932-AD73-020495EDC0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8453FA51-CE2D-4B84-9F4F-3263D1BC4DB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3327B132-AD8C-4732-93AA-C136586C22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useBgFill="1">
        <p:nvSpPr>
          <p:cNvPr id="107" name="Rectangle 106">
            <a:extLst>
              <a:ext uri="{FF2B5EF4-FFF2-40B4-BE49-F238E27FC236}">
                <a16:creationId xmlns:a16="http://schemas.microsoft.com/office/drawing/2014/main" id="{BA6285CA-6AFA-4F27-AFB5-1B32CDE09B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9" name="Rectangle 108">
            <a:extLst>
              <a:ext uri="{FF2B5EF4-FFF2-40B4-BE49-F238E27FC236}">
                <a16:creationId xmlns:a16="http://schemas.microsoft.com/office/drawing/2014/main" id="{7F7C084A-330C-4243-AD92-F98B226F06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1" name="Freeform: Shape 110">
            <a:extLst>
              <a:ext uri="{FF2B5EF4-FFF2-40B4-BE49-F238E27FC236}">
                <a16:creationId xmlns:a16="http://schemas.microsoft.com/office/drawing/2014/main" id="{7F19A9C0-8335-4ABB-91B6-3960317126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25" y="-1"/>
            <a:ext cx="1900796" cy="1487973"/>
          </a:xfrm>
          <a:custGeom>
            <a:avLst/>
            <a:gdLst>
              <a:gd name="connsiteX0" fmla="*/ 972945 w 1900796"/>
              <a:gd name="connsiteY0" fmla="*/ 0 h 1487973"/>
              <a:gd name="connsiteX1" fmla="*/ 1900796 w 1900796"/>
              <a:gd name="connsiteY1" fmla="*/ 0 h 1487973"/>
              <a:gd name="connsiteX2" fmla="*/ 1892752 w 1900796"/>
              <a:gd name="connsiteY2" fmla="*/ 21978 h 1487973"/>
              <a:gd name="connsiteX3" fmla="*/ 129456 w 1900796"/>
              <a:gd name="connsiteY3" fmla="*/ 1468215 h 1487973"/>
              <a:gd name="connsiteX4" fmla="*/ 0 w 1900796"/>
              <a:gd name="connsiteY4" fmla="*/ 1487973 h 1487973"/>
              <a:gd name="connsiteX5" fmla="*/ 0 w 1900796"/>
              <a:gd name="connsiteY5" fmla="*/ 656709 h 1487973"/>
              <a:gd name="connsiteX6" fmla="*/ 120652 w 1900796"/>
              <a:gd name="connsiteY6" fmla="*/ 625686 h 1487973"/>
              <a:gd name="connsiteX7" fmla="*/ 893935 w 1900796"/>
              <a:gd name="connsiteY7" fmla="*/ 105659 h 148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0796" h="1487973">
                <a:moveTo>
                  <a:pt x="972945" y="0"/>
                </a:moveTo>
                <a:lnTo>
                  <a:pt x="1900796" y="0"/>
                </a:lnTo>
                <a:lnTo>
                  <a:pt x="1892752" y="21978"/>
                </a:lnTo>
                <a:cubicBezTo>
                  <a:pt x="1582882" y="754592"/>
                  <a:pt x="926716" y="1305072"/>
                  <a:pt x="129456" y="1468215"/>
                </a:cubicBezTo>
                <a:lnTo>
                  <a:pt x="0" y="1487973"/>
                </a:lnTo>
                <a:lnTo>
                  <a:pt x="0" y="656709"/>
                </a:lnTo>
                <a:lnTo>
                  <a:pt x="120652" y="625686"/>
                </a:lnTo>
                <a:cubicBezTo>
                  <a:pt x="426975" y="530410"/>
                  <a:pt x="694570" y="347233"/>
                  <a:pt x="893935" y="105659"/>
                </a:cubicBezTo>
                <a:close/>
              </a:path>
            </a:pathLst>
          </a:custGeom>
          <a:solidFill>
            <a:schemeClr val="accent1">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3" name="Right Triangle 112">
            <a:extLst>
              <a:ext uri="{FF2B5EF4-FFF2-40B4-BE49-F238E27FC236}">
                <a16:creationId xmlns:a16="http://schemas.microsoft.com/office/drawing/2014/main" id="{7BCC6446-8462-4A63-9B6F-8F57EC40F6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65271" y="2673521"/>
            <a:ext cx="568289" cy="568289"/>
          </a:xfrm>
          <a:prstGeom prst="rtTriangle">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Freeform: Shape 114">
            <a:extLst>
              <a:ext uri="{FF2B5EF4-FFF2-40B4-BE49-F238E27FC236}">
                <a16:creationId xmlns:a16="http://schemas.microsoft.com/office/drawing/2014/main" id="{3BA1208A-FAFD-4827-BF3E-A6B16CA01D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178446" y="4912946"/>
            <a:ext cx="2010507" cy="1945055"/>
          </a:xfrm>
          <a:custGeom>
            <a:avLst/>
            <a:gdLst>
              <a:gd name="connsiteX0" fmla="*/ 2010507 w 2010507"/>
              <a:gd name="connsiteY0" fmla="*/ 0 h 1945055"/>
              <a:gd name="connsiteX1" fmla="*/ 2010507 w 2010507"/>
              <a:gd name="connsiteY1" fmla="*/ 834250 h 1945055"/>
              <a:gd name="connsiteX2" fmla="*/ 1918431 w 2010507"/>
              <a:gd name="connsiteY2" fmla="*/ 857925 h 1945055"/>
              <a:gd name="connsiteX3" fmla="*/ 846136 w 2010507"/>
              <a:gd name="connsiteY3" fmla="*/ 1930220 h 1945055"/>
              <a:gd name="connsiteX4" fmla="*/ 842322 w 2010507"/>
              <a:gd name="connsiteY4" fmla="*/ 1945055 h 1945055"/>
              <a:gd name="connsiteX5" fmla="*/ 0 w 2010507"/>
              <a:gd name="connsiteY5" fmla="*/ 1945055 h 1945055"/>
              <a:gd name="connsiteX6" fmla="*/ 3608 w 2010507"/>
              <a:gd name="connsiteY6" fmla="*/ 1921417 h 1945055"/>
              <a:gd name="connsiteX7" fmla="*/ 1909628 w 2010507"/>
              <a:gd name="connsiteY7" fmla="*/ 15396 h 194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10507" h="1945055">
                <a:moveTo>
                  <a:pt x="2010507" y="0"/>
                </a:moveTo>
                <a:lnTo>
                  <a:pt x="2010507" y="834250"/>
                </a:lnTo>
                <a:lnTo>
                  <a:pt x="1918431" y="857925"/>
                </a:lnTo>
                <a:cubicBezTo>
                  <a:pt x="1407892" y="1016719"/>
                  <a:pt x="1004930" y="1419681"/>
                  <a:pt x="846136" y="1930220"/>
                </a:cubicBezTo>
                <a:lnTo>
                  <a:pt x="842322" y="1945055"/>
                </a:lnTo>
                <a:lnTo>
                  <a:pt x="0" y="1945055"/>
                </a:lnTo>
                <a:lnTo>
                  <a:pt x="3608" y="1921417"/>
                </a:lnTo>
                <a:cubicBezTo>
                  <a:pt x="199379" y="964705"/>
                  <a:pt x="952916" y="211168"/>
                  <a:pt x="1909628" y="15396"/>
                </a:cubicBezTo>
                <a:close/>
              </a:path>
            </a:pathLst>
          </a:custGeom>
          <a:solidFill>
            <a:schemeClr val="accent6">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17" name="Group 116">
            <a:extLst>
              <a:ext uri="{FF2B5EF4-FFF2-40B4-BE49-F238E27FC236}">
                <a16:creationId xmlns:a16="http://schemas.microsoft.com/office/drawing/2014/main" id="{8118ECEF-CA6A-4CB6-BCA5-59B2DB40C4A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18" name="Straight Connector 117">
              <a:extLst>
                <a:ext uri="{FF2B5EF4-FFF2-40B4-BE49-F238E27FC236}">
                  <a16:creationId xmlns:a16="http://schemas.microsoft.com/office/drawing/2014/main" id="{CDC2A251-C28C-4A72-BAFF-511640FB2E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DDDB2429-3E01-4CD5-998D-8F5716A0987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1E26953B-4BE7-4AD0-B471-088DBB23D7D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E9D9ED6D-9817-4272-9FEF-E674FBCCCC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8718C0DE-4596-4A70-AA4F-E678AC7FBC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D8B48095-74C2-4053-872D-D3F70910C3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6224D0B6-A4CB-4D98-A1DC-2770B95F9E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CB39DE9C-23C1-4ABA-BD0D-B76BDC9630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19DDAAE0-966C-4350-8819-857CF524F3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BEE6C021-FBD3-42F3-9A9C-69C4E71989C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F02961B9-65E1-4B12-AD98-9845BC3F43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B22ABFE0-D700-4FD9-9CC8-D138B29ABFD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46FFF1A3-B8BF-470C-9436-D5B7818535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198B6551-FF5D-49F5-8D3E-757AEC357AF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50F3BFE5-573C-42C0-94D5-E5513CCC57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357931AB-4B07-4E0E-B3E4-84E2452E0A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CC4789DB-7083-4597-9FC7-6336EA0BE3D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9E0B4F1D-D11A-4023-BE6B-6679ABB2B4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28633D7A-F6FC-418F-AD87-0EE148C1A0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A0FC8FCC-6F69-4802-995C-903AE441629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86ABFCE7-4796-4186-8EDC-DB6CE87BC7E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E1935BF2-A804-46BA-940A-DDAD7888F3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ED012DA9-8D67-483A-8071-2903F2E3B2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109163DC-956E-44BE-B55A-E6C2C851DD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76CDE9FD-1880-483F-A039-BEB3AB0D374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38DDB23B-71E7-42A3-B055-5740EE14C5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37245B63-D771-461D-A625-4B49966D24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CF1DF9FF-1F61-4B4F-8993-6897DE09C9C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4092F139-6734-46F3-B176-11741F1F73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 name="TextBox 3">
            <a:extLst>
              <a:ext uri="{FF2B5EF4-FFF2-40B4-BE49-F238E27FC236}">
                <a16:creationId xmlns:a16="http://schemas.microsoft.com/office/drawing/2014/main" id="{5C592AC9-889F-1C3C-42CE-C547126C4D2A}"/>
              </a:ext>
            </a:extLst>
          </p:cNvPr>
          <p:cNvSpPr txBox="1"/>
          <p:nvPr/>
        </p:nvSpPr>
        <p:spPr>
          <a:xfrm>
            <a:off x="834505" y="319968"/>
            <a:ext cx="10243647" cy="704808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5400" b="1" dirty="0">
                <a:solidFill>
                  <a:schemeClr val="accent6">
                    <a:lumMod val="49000"/>
                  </a:schemeClr>
                </a:solidFill>
                <a:latin typeface="Posterama"/>
                <a:cs typeface="Posterama"/>
              </a:rPr>
              <a:t>Attempt 3:</a:t>
            </a:r>
          </a:p>
          <a:p>
            <a:endParaRPr lang="en-US" sz="5400" b="1" dirty="0">
              <a:solidFill>
                <a:schemeClr val="accent6">
                  <a:lumMod val="49000"/>
                </a:schemeClr>
              </a:solidFill>
              <a:latin typeface="Posterama"/>
              <a:cs typeface="Posterama"/>
            </a:endParaRPr>
          </a:p>
          <a:p>
            <a:r>
              <a:rPr lang="en-US" sz="3600" dirty="0">
                <a:solidFill>
                  <a:schemeClr val="accent6">
                    <a:lumMod val="49000"/>
                  </a:schemeClr>
                </a:solidFill>
                <a:latin typeface="Posterama"/>
                <a:cs typeface="Posterama"/>
              </a:rPr>
              <a:t>Material Used:</a:t>
            </a:r>
          </a:p>
          <a:p>
            <a:r>
              <a:rPr lang="en-US" sz="3200" dirty="0">
                <a:solidFill>
                  <a:schemeClr val="accent6">
                    <a:lumMod val="49000"/>
                  </a:schemeClr>
                </a:solidFill>
                <a:latin typeface="Posterama"/>
                <a:cs typeface="Posterama"/>
              </a:rPr>
              <a:t>Buffing Dust, Polystyrene Beads, Citric acid</a:t>
            </a:r>
          </a:p>
          <a:p>
            <a:endParaRPr lang="en-US" sz="3200" dirty="0">
              <a:solidFill>
                <a:schemeClr val="accent6">
                  <a:lumMod val="49000"/>
                </a:schemeClr>
              </a:solidFill>
              <a:latin typeface="Posterama"/>
              <a:cs typeface="Posterama"/>
            </a:endParaRPr>
          </a:p>
          <a:p>
            <a:r>
              <a:rPr lang="en-US" sz="4800" b="1" dirty="0">
                <a:solidFill>
                  <a:schemeClr val="accent6">
                    <a:lumMod val="49000"/>
                  </a:schemeClr>
                </a:solidFill>
                <a:latin typeface="Times New Roman"/>
                <a:cs typeface="Times New Roman"/>
              </a:rPr>
              <a:t>Process </a:t>
            </a:r>
            <a:endParaRPr lang="en-US" sz="4800" dirty="0">
              <a:solidFill>
                <a:schemeClr val="accent6">
                  <a:lumMod val="49000"/>
                </a:schemeClr>
              </a:solidFill>
            </a:endParaRPr>
          </a:p>
          <a:p>
            <a:r>
              <a:rPr lang="en-US" sz="2800" dirty="0">
                <a:solidFill>
                  <a:schemeClr val="accent6">
                    <a:lumMod val="49000"/>
                  </a:schemeClr>
                </a:solidFill>
                <a:ea typeface="+mn-lt"/>
                <a:cs typeface="+mn-lt"/>
              </a:rPr>
              <a:t>To induce foaming, we had to apply high-pressure CO2. To address the foaming issue, we thought to heat the mixture in a furnace at about 600 degrees Celsius for the same raw material. We prepared two </a:t>
            </a:r>
            <a:r>
              <a:rPr lang="en-US" sz="2800" err="1">
                <a:solidFill>
                  <a:schemeClr val="accent6">
                    <a:lumMod val="49000"/>
                  </a:schemeClr>
                </a:solidFill>
                <a:ea typeface="+mn-lt"/>
                <a:cs typeface="+mn-lt"/>
              </a:rPr>
              <a:t>moulds</a:t>
            </a:r>
            <a:r>
              <a:rPr lang="en-US" sz="2800" dirty="0">
                <a:solidFill>
                  <a:schemeClr val="accent6">
                    <a:lumMod val="49000"/>
                  </a:schemeClr>
                </a:solidFill>
                <a:ea typeface="+mn-lt"/>
                <a:cs typeface="+mn-lt"/>
              </a:rPr>
              <a:t> for this process: a cylindrical </a:t>
            </a:r>
            <a:r>
              <a:rPr lang="en-US" sz="2800" err="1">
                <a:solidFill>
                  <a:schemeClr val="accent6">
                    <a:lumMod val="49000"/>
                  </a:schemeClr>
                </a:solidFill>
                <a:ea typeface="+mn-lt"/>
                <a:cs typeface="+mn-lt"/>
              </a:rPr>
              <a:t>mould</a:t>
            </a:r>
            <a:r>
              <a:rPr lang="en-US" sz="2800" dirty="0">
                <a:solidFill>
                  <a:schemeClr val="accent6">
                    <a:lumMod val="49000"/>
                  </a:schemeClr>
                </a:solidFill>
                <a:ea typeface="+mn-lt"/>
                <a:cs typeface="+mn-lt"/>
              </a:rPr>
              <a:t> and a cubic </a:t>
            </a:r>
            <a:r>
              <a:rPr lang="en-US" sz="2800" err="1">
                <a:solidFill>
                  <a:schemeClr val="accent6">
                    <a:lumMod val="49000"/>
                  </a:schemeClr>
                </a:solidFill>
                <a:ea typeface="+mn-lt"/>
                <a:cs typeface="+mn-lt"/>
              </a:rPr>
              <a:t>mould</a:t>
            </a:r>
            <a:r>
              <a:rPr lang="en-US" sz="2800" dirty="0">
                <a:solidFill>
                  <a:schemeClr val="accent6">
                    <a:lumMod val="49000"/>
                  </a:schemeClr>
                </a:solidFill>
                <a:ea typeface="+mn-lt"/>
                <a:cs typeface="+mn-lt"/>
              </a:rPr>
              <a:t>. </a:t>
            </a:r>
            <a:endParaRPr lang="en-US" sz="2800">
              <a:solidFill>
                <a:schemeClr val="accent6">
                  <a:lumMod val="49000"/>
                </a:schemeClr>
              </a:solidFill>
            </a:endParaRPr>
          </a:p>
          <a:p>
            <a:endParaRPr lang="en-US" sz="2800" dirty="0"/>
          </a:p>
          <a:p>
            <a:endParaRPr lang="en-US" sz="2800" dirty="0">
              <a:solidFill>
                <a:schemeClr val="accent6">
                  <a:lumMod val="49000"/>
                </a:schemeClr>
              </a:solidFill>
              <a:latin typeface="Posterama"/>
              <a:cs typeface="Posterama"/>
            </a:endParaRPr>
          </a:p>
        </p:txBody>
      </p:sp>
    </p:spTree>
    <p:extLst>
      <p:ext uri="{BB962C8B-B14F-4D97-AF65-F5344CB8AC3E}">
        <p14:creationId xmlns:p14="http://schemas.microsoft.com/office/powerpoint/2010/main" val="82310912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4798C7F-C8CA-4799-BF37-3AB4642CDB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10" name="Group 9">
            <a:extLst>
              <a:ext uri="{FF2B5EF4-FFF2-40B4-BE49-F238E27FC236}">
                <a16:creationId xmlns:a16="http://schemas.microsoft.com/office/drawing/2014/main" id="{87F0794B-55D3-4D2D-BDE7-4688ED321E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1" name="Straight Connector 10">
              <a:extLst>
                <a:ext uri="{FF2B5EF4-FFF2-40B4-BE49-F238E27FC236}">
                  <a16:creationId xmlns:a16="http://schemas.microsoft.com/office/drawing/2014/main" id="{BE4C795B-1813-4CC6-B03F-8DD130BEAA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E0F4C04D-5CD8-446B-BE3D-257172E6E4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DDC802E-606F-4F39-84B6-90DF0FE544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2C5B0C75-0136-4A39-9AB6-0F02C45278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5ED2B52-3D40-46DE-8B54-99A4071578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8BCEC75-1B6B-45B2-8041-8D933FCF6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A2FC789-056A-43CC-807E-4262CDC3E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8C32FD3-76B0-40E7-89F2-E9C523210A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82E9447-8362-426C-840A-B6F2231F7B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F141DC8-83CE-4C21-A5BA-E2FFF3D866E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12A697C-ECBC-40A9-AC69-BF96A34B91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2E988AF-5EFB-43D3-B93F-6E4F41A2C9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B312C1B-AAE2-4A6D-ACC7-ABAA75D428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57B96146-61DA-44D6-A9DF-6DB41FCF2D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B33F93D-4439-46EE-97C4-9CECAAFDCF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914B275-A3D7-4BA4-B8CB-E7657100F3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D26EF3B-FBE7-4D57-8E01-553F50734A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CC1E671-BA54-4B31-9A2E-8F50BC57A2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836A704-3624-4ABF-9A67-0F52C2F3EF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FDC385D-BA34-481F-A991-A776E0B193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1EF033A-D8FB-416B-AE51-4E098A27D6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7C17B48-F458-4E9B-9331-56FCDC5B6A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7E44A4B-D453-46F0-A83D-AF0B33D5C59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46BEA9F-314B-440D-AE8D-21E1252EC5A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F15EAFD0-4869-4612-ACDE-ABC703104E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A0F26706-7F23-4FF0-9CAF-F3C4F47C11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C0195A72-345A-4E88-8D71-14DB3D1B60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0DBF51A6-A3BC-49FE-BB01-E899281177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A78DF911-744C-419B-83DC-39F270BBF4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1" name="Freeform: Shape 40">
            <a:extLst>
              <a:ext uri="{FF2B5EF4-FFF2-40B4-BE49-F238E27FC236}">
                <a16:creationId xmlns:a16="http://schemas.microsoft.com/office/drawing/2014/main" id="{216BB147-20D5-4D93-BDA5-1BC614D6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5">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43" name="Freeform: Shape 42">
            <a:extLst>
              <a:ext uri="{FF2B5EF4-FFF2-40B4-BE49-F238E27FC236}">
                <a16:creationId xmlns:a16="http://schemas.microsoft.com/office/drawing/2014/main" id="{0A253F60-DE40-4508-A37A-61331DF1D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grpSp>
        <p:nvGrpSpPr>
          <p:cNvPr id="45" name="Group 44">
            <a:extLst>
              <a:ext uri="{FF2B5EF4-FFF2-40B4-BE49-F238E27FC236}">
                <a16:creationId xmlns:a16="http://schemas.microsoft.com/office/drawing/2014/main" id="{CFB42397-759B-4110-90F9-11A099A04F18}"/>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46" name="Straight Connector 45">
              <a:extLst>
                <a:ext uri="{FF2B5EF4-FFF2-40B4-BE49-F238E27FC236}">
                  <a16:creationId xmlns:a16="http://schemas.microsoft.com/office/drawing/2014/main" id="{7CE16B93-748F-4AF3-90C6-D3EE861E78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A1F2252F-DB74-4990-8E43-3B46EB31A8F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0BBB0339-E325-46BB-A951-96F1A4651B7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121A6F6B-EBF5-41B9-BDDB-AF519B8AD44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A2CB88A6-ABF0-4981-8112-89F17060AF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5207B5CF-3BA7-46DE-A98B-C46A77F219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9DE055E6-5758-4FD1-A969-1AB1F47EE57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5B9E002-9254-431A-BEE3-BC744C6D41B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85BB4EB4-8685-4464-8EAE-D44D7770B6B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B3239F69-CDD7-49E2-9C2E-B56A6D009A3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A6C507C8-734D-457D-A4EA-3C1F17BC8CB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9139D922-20CB-41E9-B69E-FA643C51A3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5FE3C40B-0A70-4224-BC24-365327DC6C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422999B0-1AA0-4D8B-BB3E-1BEAD972B8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49737CB6-048C-4FD9-9663-0D214A0A30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2F1A2328-0FD2-449E-A066-56A7D096AB1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63212297-7D47-455C-B574-D4A450A6B9F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4F88725D-F086-42CF-A0A4-F335D03F9E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0EE97B27-B4E2-45AF-ACC9-5EC22DB7A8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8FADBC7B-7D04-4E57-9B78-3FC78B9030D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CCD44BB5-3236-443E-BDD8-7E145E32D6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385E742B-9320-4785-A94F-2CAE2855CCB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8A42F567-7F15-4D7B-8F9C-5F8F6B2832F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69DAD4DF-0FE8-401C-AE04-738B80B2589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2101394A-2A38-4F45-B5B6-A025C4B43F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79D4873B-257C-4327-907C-08294692144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D5350388-C37B-41E0-8172-2F7D79DBBA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1DA0A053-52F2-4D51-BEB7-31B0A3CA04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B23551FA-C6B2-4251-A24C-021D7B64EAE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grpSp>
        <p:nvGrpSpPr>
          <p:cNvPr id="76" name="Group 75">
            <a:extLst>
              <a:ext uri="{FF2B5EF4-FFF2-40B4-BE49-F238E27FC236}">
                <a16:creationId xmlns:a16="http://schemas.microsoft.com/office/drawing/2014/main" id="{9A50F0F9-04C8-47E4-AF66-B3CAF8C81917}"/>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77" name="Straight Connector 76">
              <a:extLst>
                <a:ext uri="{FF2B5EF4-FFF2-40B4-BE49-F238E27FC236}">
                  <a16:creationId xmlns:a16="http://schemas.microsoft.com/office/drawing/2014/main" id="{2017C593-7166-4110-8447-086A8A2DB9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0792CE38-231D-4EFB-BD1C-B0DFC4714A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37902244-3120-4F1E-BCA7-C414F8CA577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6C2A9BEC-6FBD-4C4E-9D8F-6797108601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CD05CAB2-3C3D-4649-A904-7115E0A40D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479ECC96-BB36-4A8A-ACFC-0CDAC9A327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D6C3BBC2-CEC2-44E9-B82B-34488E7E33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373074D9-0CF2-46DC-8D7A-871B6FE419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D573F54A-11A1-4A06-8130-294B4D5CEE5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72F69BFB-91DF-4F4E-BE91-2D6805CD68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4BA93DEE-828E-4AC5-A89A-B3FCC1689AF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2043F28B-A5B8-4573-89CC-A68E27A72EC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A41EDE26-6F99-4FF5-A50B-255FEF1CAC1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DC69229A-861A-4B33-A690-B89F20F21A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A1FF5E2F-2AD1-485A-8981-8905C2357C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82E9781F-DF28-41A8-8A6B-7DC5409F9E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ECDF5C52-5A30-4182-9FF7-118DB1BB648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FC8008CF-A1BC-4A0E-B9A2-05FB501EBD4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2DF1A43F-5E26-4631-8775-BC3BACEB16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08A5A284-AA4F-43C1-84B9-947642136BD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5B3BE54E-1FBA-4E64-982C-9CA2C0C4847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7E7BA94A-1A8A-45C6-9B8F-AFEC955F1F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55C6D3A0-6B84-4021-87FB-3179A711BBF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DA87903E-EEC8-47F4-8730-06C5FD14BC6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A8A92A2B-3460-4608-B3EA-4FFEAF83B1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2B0E1020-452C-4B7F-A1D2-BA8F1B83FA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6903CF7B-6947-4932-AD73-020495EDC0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8453FA51-CE2D-4B84-9F4F-3263D1BC4DB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3327B132-AD8C-4732-93AA-C136586C22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useBgFill="1">
        <p:nvSpPr>
          <p:cNvPr id="107" name="Rectangle 106">
            <a:extLst>
              <a:ext uri="{FF2B5EF4-FFF2-40B4-BE49-F238E27FC236}">
                <a16:creationId xmlns:a16="http://schemas.microsoft.com/office/drawing/2014/main" id="{BA6285CA-6AFA-4F27-AFB5-1B32CDE09B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9" name="Rectangle 108">
            <a:extLst>
              <a:ext uri="{FF2B5EF4-FFF2-40B4-BE49-F238E27FC236}">
                <a16:creationId xmlns:a16="http://schemas.microsoft.com/office/drawing/2014/main" id="{7F7C084A-330C-4243-AD92-F98B226F06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1" name="Freeform: Shape 110">
            <a:extLst>
              <a:ext uri="{FF2B5EF4-FFF2-40B4-BE49-F238E27FC236}">
                <a16:creationId xmlns:a16="http://schemas.microsoft.com/office/drawing/2014/main" id="{7F19A9C0-8335-4ABB-91B6-3960317126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25" y="-1"/>
            <a:ext cx="1900796" cy="1487973"/>
          </a:xfrm>
          <a:custGeom>
            <a:avLst/>
            <a:gdLst>
              <a:gd name="connsiteX0" fmla="*/ 972945 w 1900796"/>
              <a:gd name="connsiteY0" fmla="*/ 0 h 1487973"/>
              <a:gd name="connsiteX1" fmla="*/ 1900796 w 1900796"/>
              <a:gd name="connsiteY1" fmla="*/ 0 h 1487973"/>
              <a:gd name="connsiteX2" fmla="*/ 1892752 w 1900796"/>
              <a:gd name="connsiteY2" fmla="*/ 21978 h 1487973"/>
              <a:gd name="connsiteX3" fmla="*/ 129456 w 1900796"/>
              <a:gd name="connsiteY3" fmla="*/ 1468215 h 1487973"/>
              <a:gd name="connsiteX4" fmla="*/ 0 w 1900796"/>
              <a:gd name="connsiteY4" fmla="*/ 1487973 h 1487973"/>
              <a:gd name="connsiteX5" fmla="*/ 0 w 1900796"/>
              <a:gd name="connsiteY5" fmla="*/ 656709 h 1487973"/>
              <a:gd name="connsiteX6" fmla="*/ 120652 w 1900796"/>
              <a:gd name="connsiteY6" fmla="*/ 625686 h 1487973"/>
              <a:gd name="connsiteX7" fmla="*/ 893935 w 1900796"/>
              <a:gd name="connsiteY7" fmla="*/ 105659 h 148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0796" h="1487973">
                <a:moveTo>
                  <a:pt x="972945" y="0"/>
                </a:moveTo>
                <a:lnTo>
                  <a:pt x="1900796" y="0"/>
                </a:lnTo>
                <a:lnTo>
                  <a:pt x="1892752" y="21978"/>
                </a:lnTo>
                <a:cubicBezTo>
                  <a:pt x="1582882" y="754592"/>
                  <a:pt x="926716" y="1305072"/>
                  <a:pt x="129456" y="1468215"/>
                </a:cubicBezTo>
                <a:lnTo>
                  <a:pt x="0" y="1487973"/>
                </a:lnTo>
                <a:lnTo>
                  <a:pt x="0" y="656709"/>
                </a:lnTo>
                <a:lnTo>
                  <a:pt x="120652" y="625686"/>
                </a:lnTo>
                <a:cubicBezTo>
                  <a:pt x="426975" y="530410"/>
                  <a:pt x="694570" y="347233"/>
                  <a:pt x="893935" y="105659"/>
                </a:cubicBezTo>
                <a:close/>
              </a:path>
            </a:pathLst>
          </a:custGeom>
          <a:solidFill>
            <a:schemeClr val="accent1">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3" name="Right Triangle 112">
            <a:extLst>
              <a:ext uri="{FF2B5EF4-FFF2-40B4-BE49-F238E27FC236}">
                <a16:creationId xmlns:a16="http://schemas.microsoft.com/office/drawing/2014/main" id="{7BCC6446-8462-4A63-9B6F-8F57EC40F6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65271" y="2673521"/>
            <a:ext cx="568289" cy="568289"/>
          </a:xfrm>
          <a:prstGeom prst="rtTriangle">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Freeform: Shape 114">
            <a:extLst>
              <a:ext uri="{FF2B5EF4-FFF2-40B4-BE49-F238E27FC236}">
                <a16:creationId xmlns:a16="http://schemas.microsoft.com/office/drawing/2014/main" id="{3BA1208A-FAFD-4827-BF3E-A6B16CA01D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178446" y="4912946"/>
            <a:ext cx="2010507" cy="1945055"/>
          </a:xfrm>
          <a:custGeom>
            <a:avLst/>
            <a:gdLst>
              <a:gd name="connsiteX0" fmla="*/ 2010507 w 2010507"/>
              <a:gd name="connsiteY0" fmla="*/ 0 h 1945055"/>
              <a:gd name="connsiteX1" fmla="*/ 2010507 w 2010507"/>
              <a:gd name="connsiteY1" fmla="*/ 834250 h 1945055"/>
              <a:gd name="connsiteX2" fmla="*/ 1918431 w 2010507"/>
              <a:gd name="connsiteY2" fmla="*/ 857925 h 1945055"/>
              <a:gd name="connsiteX3" fmla="*/ 846136 w 2010507"/>
              <a:gd name="connsiteY3" fmla="*/ 1930220 h 1945055"/>
              <a:gd name="connsiteX4" fmla="*/ 842322 w 2010507"/>
              <a:gd name="connsiteY4" fmla="*/ 1945055 h 1945055"/>
              <a:gd name="connsiteX5" fmla="*/ 0 w 2010507"/>
              <a:gd name="connsiteY5" fmla="*/ 1945055 h 1945055"/>
              <a:gd name="connsiteX6" fmla="*/ 3608 w 2010507"/>
              <a:gd name="connsiteY6" fmla="*/ 1921417 h 1945055"/>
              <a:gd name="connsiteX7" fmla="*/ 1909628 w 2010507"/>
              <a:gd name="connsiteY7" fmla="*/ 15396 h 194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10507" h="1945055">
                <a:moveTo>
                  <a:pt x="2010507" y="0"/>
                </a:moveTo>
                <a:lnTo>
                  <a:pt x="2010507" y="834250"/>
                </a:lnTo>
                <a:lnTo>
                  <a:pt x="1918431" y="857925"/>
                </a:lnTo>
                <a:cubicBezTo>
                  <a:pt x="1407892" y="1016719"/>
                  <a:pt x="1004930" y="1419681"/>
                  <a:pt x="846136" y="1930220"/>
                </a:cubicBezTo>
                <a:lnTo>
                  <a:pt x="842322" y="1945055"/>
                </a:lnTo>
                <a:lnTo>
                  <a:pt x="0" y="1945055"/>
                </a:lnTo>
                <a:lnTo>
                  <a:pt x="3608" y="1921417"/>
                </a:lnTo>
                <a:cubicBezTo>
                  <a:pt x="199379" y="964705"/>
                  <a:pt x="952916" y="211168"/>
                  <a:pt x="1909628" y="15396"/>
                </a:cubicBezTo>
                <a:close/>
              </a:path>
            </a:pathLst>
          </a:custGeom>
          <a:solidFill>
            <a:schemeClr val="accent6">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17" name="Group 116">
            <a:extLst>
              <a:ext uri="{FF2B5EF4-FFF2-40B4-BE49-F238E27FC236}">
                <a16:creationId xmlns:a16="http://schemas.microsoft.com/office/drawing/2014/main" id="{8118ECEF-CA6A-4CB6-BCA5-59B2DB40C4A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18" name="Straight Connector 117">
              <a:extLst>
                <a:ext uri="{FF2B5EF4-FFF2-40B4-BE49-F238E27FC236}">
                  <a16:creationId xmlns:a16="http://schemas.microsoft.com/office/drawing/2014/main" id="{CDC2A251-C28C-4A72-BAFF-511640FB2E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DDDB2429-3E01-4CD5-998D-8F5716A0987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1E26953B-4BE7-4AD0-B471-088DBB23D7D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E9D9ED6D-9817-4272-9FEF-E674FBCCCC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8718C0DE-4596-4A70-AA4F-E678AC7FBC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D8B48095-74C2-4053-872D-D3F70910C3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6224D0B6-A4CB-4D98-A1DC-2770B95F9E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CB39DE9C-23C1-4ABA-BD0D-B76BDC9630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19DDAAE0-966C-4350-8819-857CF524F3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BEE6C021-FBD3-42F3-9A9C-69C4E71989C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F02961B9-65E1-4B12-AD98-9845BC3F43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B22ABFE0-D700-4FD9-9CC8-D138B29ABFD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46FFF1A3-B8BF-470C-9436-D5B7818535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198B6551-FF5D-49F5-8D3E-757AEC357AF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50F3BFE5-573C-42C0-94D5-E5513CCC57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357931AB-4B07-4E0E-B3E4-84E2452E0A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CC4789DB-7083-4597-9FC7-6336EA0BE3D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9E0B4F1D-D11A-4023-BE6B-6679ABB2B4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28633D7A-F6FC-418F-AD87-0EE148C1A0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A0FC8FCC-6F69-4802-995C-903AE441629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86ABFCE7-4796-4186-8EDC-DB6CE87BC7E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E1935BF2-A804-46BA-940A-DDAD7888F3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ED012DA9-8D67-483A-8071-2903F2E3B2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109163DC-956E-44BE-B55A-E6C2C851DD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76CDE9FD-1880-483F-A039-BEB3AB0D374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38DDB23B-71E7-42A3-B055-5740EE14C5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37245B63-D771-461D-A625-4B49966D24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CF1DF9FF-1F61-4B4F-8993-6897DE09C9C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4092F139-6734-46F3-B176-11741F1F73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 name="TextBox 3">
            <a:extLst>
              <a:ext uri="{FF2B5EF4-FFF2-40B4-BE49-F238E27FC236}">
                <a16:creationId xmlns:a16="http://schemas.microsoft.com/office/drawing/2014/main" id="{B88CA4E2-413A-C791-CBE1-B196EE27EEB4}"/>
              </a:ext>
            </a:extLst>
          </p:cNvPr>
          <p:cNvSpPr txBox="1"/>
          <p:nvPr/>
        </p:nvSpPr>
        <p:spPr>
          <a:xfrm>
            <a:off x="834505" y="319968"/>
            <a:ext cx="10737917" cy="704808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5400" b="1" dirty="0">
                <a:solidFill>
                  <a:schemeClr val="accent6">
                    <a:lumMod val="49000"/>
                  </a:schemeClr>
                </a:solidFill>
                <a:latin typeface="Posterama"/>
                <a:cs typeface="Posterama"/>
              </a:rPr>
              <a:t>Attempt 4:</a:t>
            </a:r>
          </a:p>
          <a:p>
            <a:endParaRPr lang="en-US" sz="5400" b="1" dirty="0">
              <a:solidFill>
                <a:schemeClr val="accent6">
                  <a:lumMod val="49000"/>
                </a:schemeClr>
              </a:solidFill>
              <a:latin typeface="Posterama"/>
              <a:cs typeface="Posterama"/>
            </a:endParaRPr>
          </a:p>
          <a:p>
            <a:r>
              <a:rPr lang="en-US" sz="3600" dirty="0">
                <a:solidFill>
                  <a:schemeClr val="accent6">
                    <a:lumMod val="49000"/>
                  </a:schemeClr>
                </a:solidFill>
                <a:latin typeface="Posterama"/>
                <a:cs typeface="Posterama"/>
              </a:rPr>
              <a:t>Material Used:</a:t>
            </a:r>
          </a:p>
          <a:p>
            <a:r>
              <a:rPr lang="en-US" sz="3200" dirty="0">
                <a:solidFill>
                  <a:schemeClr val="accent6">
                    <a:lumMod val="49000"/>
                  </a:schemeClr>
                </a:solidFill>
                <a:latin typeface="Posterama"/>
                <a:cs typeface="Posterama"/>
              </a:rPr>
              <a:t>Buffing Dust, Polyester Resin, Citric acid, Hardener</a:t>
            </a:r>
          </a:p>
          <a:p>
            <a:endParaRPr lang="en-US" sz="3200" dirty="0">
              <a:solidFill>
                <a:schemeClr val="accent6">
                  <a:lumMod val="49000"/>
                </a:schemeClr>
              </a:solidFill>
              <a:latin typeface="Posterama"/>
              <a:cs typeface="Posterama"/>
            </a:endParaRPr>
          </a:p>
          <a:p>
            <a:r>
              <a:rPr lang="en-US" sz="4800" b="1" dirty="0">
                <a:solidFill>
                  <a:schemeClr val="accent6">
                    <a:lumMod val="49000"/>
                  </a:schemeClr>
                </a:solidFill>
                <a:latin typeface="Times New Roman"/>
                <a:cs typeface="Times New Roman"/>
              </a:rPr>
              <a:t>Process </a:t>
            </a:r>
            <a:endParaRPr lang="en-US" sz="4800" dirty="0">
              <a:solidFill>
                <a:schemeClr val="accent6">
                  <a:lumMod val="49000"/>
                </a:schemeClr>
              </a:solidFill>
            </a:endParaRPr>
          </a:p>
          <a:p>
            <a:r>
              <a:rPr lang="en-US" sz="2800" dirty="0">
                <a:solidFill>
                  <a:schemeClr val="accent6">
                    <a:lumMod val="49000"/>
                  </a:schemeClr>
                </a:solidFill>
                <a:ea typeface="+mn-lt"/>
                <a:cs typeface="+mn-lt"/>
              </a:rPr>
              <a:t>Realizing the limitations caused by polystyrene's high viscosity,  we replaced polystyrene beads with resin to facilitate foaming. We experimented with various combinations of resin, buffing dust, and citric acid to achieve an optimal mixture. To increase the hardness of the sample, we added a hardener.</a:t>
            </a:r>
            <a:endParaRPr lang="en-US" dirty="0">
              <a:solidFill>
                <a:schemeClr val="accent6">
                  <a:lumMod val="49000"/>
                </a:schemeClr>
              </a:solidFill>
              <a:ea typeface="+mn-lt"/>
              <a:cs typeface="+mn-lt"/>
            </a:endParaRPr>
          </a:p>
          <a:p>
            <a:endParaRPr lang="en-US" sz="2800" dirty="0"/>
          </a:p>
          <a:p>
            <a:endParaRPr lang="en-US" sz="2800" dirty="0">
              <a:solidFill>
                <a:schemeClr val="accent6">
                  <a:lumMod val="49000"/>
                </a:schemeClr>
              </a:solidFill>
              <a:latin typeface="Posterama"/>
              <a:cs typeface="Posterama"/>
            </a:endParaRPr>
          </a:p>
        </p:txBody>
      </p:sp>
    </p:spTree>
    <p:extLst>
      <p:ext uri="{BB962C8B-B14F-4D97-AF65-F5344CB8AC3E}">
        <p14:creationId xmlns:p14="http://schemas.microsoft.com/office/powerpoint/2010/main" val="90952173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4798C7F-C8CA-4799-BF37-3AB4642CDB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10" name="Group 9">
            <a:extLst>
              <a:ext uri="{FF2B5EF4-FFF2-40B4-BE49-F238E27FC236}">
                <a16:creationId xmlns:a16="http://schemas.microsoft.com/office/drawing/2014/main" id="{87F0794B-55D3-4D2D-BDE7-4688ED321E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1" name="Straight Connector 10">
              <a:extLst>
                <a:ext uri="{FF2B5EF4-FFF2-40B4-BE49-F238E27FC236}">
                  <a16:creationId xmlns:a16="http://schemas.microsoft.com/office/drawing/2014/main" id="{BE4C795B-1813-4CC6-B03F-8DD130BEAA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E0F4C04D-5CD8-446B-BE3D-257172E6E4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DDC802E-606F-4F39-84B6-90DF0FE544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2C5B0C75-0136-4A39-9AB6-0F02C45278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5ED2B52-3D40-46DE-8B54-99A4071578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8BCEC75-1B6B-45B2-8041-8D933FCF6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A2FC789-056A-43CC-807E-4262CDC3E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8C32FD3-76B0-40E7-89F2-E9C523210A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82E9447-8362-426C-840A-B6F2231F7B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F141DC8-83CE-4C21-A5BA-E2FFF3D866E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12A697C-ECBC-40A9-AC69-BF96A34B91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2E988AF-5EFB-43D3-B93F-6E4F41A2C9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B312C1B-AAE2-4A6D-ACC7-ABAA75D428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57B96146-61DA-44D6-A9DF-6DB41FCF2D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B33F93D-4439-46EE-97C4-9CECAAFDCF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914B275-A3D7-4BA4-B8CB-E7657100F3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D26EF3B-FBE7-4D57-8E01-553F50734A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CC1E671-BA54-4B31-9A2E-8F50BC57A2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836A704-3624-4ABF-9A67-0F52C2F3EF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FDC385D-BA34-481F-A991-A776E0B193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1EF033A-D8FB-416B-AE51-4E098A27D6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7C17B48-F458-4E9B-9331-56FCDC5B6A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7E44A4B-D453-46F0-A83D-AF0B33D5C59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46BEA9F-314B-440D-AE8D-21E1252EC5A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F15EAFD0-4869-4612-ACDE-ABC703104E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A0F26706-7F23-4FF0-9CAF-F3C4F47C11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C0195A72-345A-4E88-8D71-14DB3D1B60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0DBF51A6-A3BC-49FE-BB01-E899281177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A78DF911-744C-419B-83DC-39F270BBF4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1" name="Freeform: Shape 40">
            <a:extLst>
              <a:ext uri="{FF2B5EF4-FFF2-40B4-BE49-F238E27FC236}">
                <a16:creationId xmlns:a16="http://schemas.microsoft.com/office/drawing/2014/main" id="{216BB147-20D5-4D93-BDA5-1BC614D6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5">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43" name="Freeform: Shape 42">
            <a:extLst>
              <a:ext uri="{FF2B5EF4-FFF2-40B4-BE49-F238E27FC236}">
                <a16:creationId xmlns:a16="http://schemas.microsoft.com/office/drawing/2014/main" id="{0A253F60-DE40-4508-A37A-61331DF1D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grpSp>
        <p:nvGrpSpPr>
          <p:cNvPr id="45" name="Group 44">
            <a:extLst>
              <a:ext uri="{FF2B5EF4-FFF2-40B4-BE49-F238E27FC236}">
                <a16:creationId xmlns:a16="http://schemas.microsoft.com/office/drawing/2014/main" id="{CFB42397-759B-4110-90F9-11A099A04F18}"/>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46" name="Straight Connector 45">
              <a:extLst>
                <a:ext uri="{FF2B5EF4-FFF2-40B4-BE49-F238E27FC236}">
                  <a16:creationId xmlns:a16="http://schemas.microsoft.com/office/drawing/2014/main" id="{7CE16B93-748F-4AF3-90C6-D3EE861E78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A1F2252F-DB74-4990-8E43-3B46EB31A8F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0BBB0339-E325-46BB-A951-96F1A4651B7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121A6F6B-EBF5-41B9-BDDB-AF519B8AD44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A2CB88A6-ABF0-4981-8112-89F17060AF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5207B5CF-3BA7-46DE-A98B-C46A77F219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9DE055E6-5758-4FD1-A969-1AB1F47EE57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5B9E002-9254-431A-BEE3-BC744C6D41B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85BB4EB4-8685-4464-8EAE-D44D7770B6B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B3239F69-CDD7-49E2-9C2E-B56A6D009A3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A6C507C8-734D-457D-A4EA-3C1F17BC8CB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9139D922-20CB-41E9-B69E-FA643C51A3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5FE3C40B-0A70-4224-BC24-365327DC6C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422999B0-1AA0-4D8B-BB3E-1BEAD972B8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49737CB6-048C-4FD9-9663-0D214A0A30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2F1A2328-0FD2-449E-A066-56A7D096AB1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63212297-7D47-455C-B574-D4A450A6B9F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4F88725D-F086-42CF-A0A4-F335D03F9E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0EE97B27-B4E2-45AF-ACC9-5EC22DB7A8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8FADBC7B-7D04-4E57-9B78-3FC78B9030D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CCD44BB5-3236-443E-BDD8-7E145E32D6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385E742B-9320-4785-A94F-2CAE2855CCB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8A42F567-7F15-4D7B-8F9C-5F8F6B2832F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69DAD4DF-0FE8-401C-AE04-738B80B2589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2101394A-2A38-4F45-B5B6-A025C4B43F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79D4873B-257C-4327-907C-08294692144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D5350388-C37B-41E0-8172-2F7D79DBBA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1DA0A053-52F2-4D51-BEB7-31B0A3CA04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B23551FA-C6B2-4251-A24C-021D7B64EAE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grpSp>
        <p:nvGrpSpPr>
          <p:cNvPr id="76" name="Group 75">
            <a:extLst>
              <a:ext uri="{FF2B5EF4-FFF2-40B4-BE49-F238E27FC236}">
                <a16:creationId xmlns:a16="http://schemas.microsoft.com/office/drawing/2014/main" id="{9A50F0F9-04C8-47E4-AF66-B3CAF8C81917}"/>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77" name="Straight Connector 76">
              <a:extLst>
                <a:ext uri="{FF2B5EF4-FFF2-40B4-BE49-F238E27FC236}">
                  <a16:creationId xmlns:a16="http://schemas.microsoft.com/office/drawing/2014/main" id="{2017C593-7166-4110-8447-086A8A2DB9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0792CE38-231D-4EFB-BD1C-B0DFC4714A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37902244-3120-4F1E-BCA7-C414F8CA577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6C2A9BEC-6FBD-4C4E-9D8F-6797108601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CD05CAB2-3C3D-4649-A904-7115E0A40D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479ECC96-BB36-4A8A-ACFC-0CDAC9A327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D6C3BBC2-CEC2-44E9-B82B-34488E7E33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373074D9-0CF2-46DC-8D7A-871B6FE419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D573F54A-11A1-4A06-8130-294B4D5CEE5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72F69BFB-91DF-4F4E-BE91-2D6805CD68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4BA93DEE-828E-4AC5-A89A-B3FCC1689AF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2043F28B-A5B8-4573-89CC-A68E27A72EC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A41EDE26-6F99-4FF5-A50B-255FEF1CAC1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DC69229A-861A-4B33-A690-B89F20F21A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A1FF5E2F-2AD1-485A-8981-8905C2357C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82E9781F-DF28-41A8-8A6B-7DC5409F9E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ECDF5C52-5A30-4182-9FF7-118DB1BB648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FC8008CF-A1BC-4A0E-B9A2-05FB501EBD4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2DF1A43F-5E26-4631-8775-BC3BACEB16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08A5A284-AA4F-43C1-84B9-947642136BD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5B3BE54E-1FBA-4E64-982C-9CA2C0C4847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7E7BA94A-1A8A-45C6-9B8F-AFEC955F1F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55C6D3A0-6B84-4021-87FB-3179A711BBF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DA87903E-EEC8-47F4-8730-06C5FD14BC6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A8A92A2B-3460-4608-B3EA-4FFEAF83B1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2B0E1020-452C-4B7F-A1D2-BA8F1B83FA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6903CF7B-6947-4932-AD73-020495EDC0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8453FA51-CE2D-4B84-9F4F-3263D1BC4DB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3327B132-AD8C-4732-93AA-C136586C22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useBgFill="1">
        <p:nvSpPr>
          <p:cNvPr id="107" name="Rectangle 106">
            <a:extLst>
              <a:ext uri="{FF2B5EF4-FFF2-40B4-BE49-F238E27FC236}">
                <a16:creationId xmlns:a16="http://schemas.microsoft.com/office/drawing/2014/main" id="{BA6285CA-6AFA-4F27-AFB5-1B32CDE09B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9" name="Rectangle 108">
            <a:extLst>
              <a:ext uri="{FF2B5EF4-FFF2-40B4-BE49-F238E27FC236}">
                <a16:creationId xmlns:a16="http://schemas.microsoft.com/office/drawing/2014/main" id="{7F7C084A-330C-4243-AD92-F98B226F06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1" name="Freeform: Shape 110">
            <a:extLst>
              <a:ext uri="{FF2B5EF4-FFF2-40B4-BE49-F238E27FC236}">
                <a16:creationId xmlns:a16="http://schemas.microsoft.com/office/drawing/2014/main" id="{7F19A9C0-8335-4ABB-91B6-3960317126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25" y="-1"/>
            <a:ext cx="1900796" cy="1487973"/>
          </a:xfrm>
          <a:custGeom>
            <a:avLst/>
            <a:gdLst>
              <a:gd name="connsiteX0" fmla="*/ 972945 w 1900796"/>
              <a:gd name="connsiteY0" fmla="*/ 0 h 1487973"/>
              <a:gd name="connsiteX1" fmla="*/ 1900796 w 1900796"/>
              <a:gd name="connsiteY1" fmla="*/ 0 h 1487973"/>
              <a:gd name="connsiteX2" fmla="*/ 1892752 w 1900796"/>
              <a:gd name="connsiteY2" fmla="*/ 21978 h 1487973"/>
              <a:gd name="connsiteX3" fmla="*/ 129456 w 1900796"/>
              <a:gd name="connsiteY3" fmla="*/ 1468215 h 1487973"/>
              <a:gd name="connsiteX4" fmla="*/ 0 w 1900796"/>
              <a:gd name="connsiteY4" fmla="*/ 1487973 h 1487973"/>
              <a:gd name="connsiteX5" fmla="*/ 0 w 1900796"/>
              <a:gd name="connsiteY5" fmla="*/ 656709 h 1487973"/>
              <a:gd name="connsiteX6" fmla="*/ 120652 w 1900796"/>
              <a:gd name="connsiteY6" fmla="*/ 625686 h 1487973"/>
              <a:gd name="connsiteX7" fmla="*/ 893935 w 1900796"/>
              <a:gd name="connsiteY7" fmla="*/ 105659 h 148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0796" h="1487973">
                <a:moveTo>
                  <a:pt x="972945" y="0"/>
                </a:moveTo>
                <a:lnTo>
                  <a:pt x="1900796" y="0"/>
                </a:lnTo>
                <a:lnTo>
                  <a:pt x="1892752" y="21978"/>
                </a:lnTo>
                <a:cubicBezTo>
                  <a:pt x="1582882" y="754592"/>
                  <a:pt x="926716" y="1305072"/>
                  <a:pt x="129456" y="1468215"/>
                </a:cubicBezTo>
                <a:lnTo>
                  <a:pt x="0" y="1487973"/>
                </a:lnTo>
                <a:lnTo>
                  <a:pt x="0" y="656709"/>
                </a:lnTo>
                <a:lnTo>
                  <a:pt x="120652" y="625686"/>
                </a:lnTo>
                <a:cubicBezTo>
                  <a:pt x="426975" y="530410"/>
                  <a:pt x="694570" y="347233"/>
                  <a:pt x="893935" y="105659"/>
                </a:cubicBezTo>
                <a:close/>
              </a:path>
            </a:pathLst>
          </a:custGeom>
          <a:solidFill>
            <a:schemeClr val="accent1">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3" name="Right Triangle 112">
            <a:extLst>
              <a:ext uri="{FF2B5EF4-FFF2-40B4-BE49-F238E27FC236}">
                <a16:creationId xmlns:a16="http://schemas.microsoft.com/office/drawing/2014/main" id="{7BCC6446-8462-4A63-9B6F-8F57EC40F6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65271" y="2673521"/>
            <a:ext cx="568289" cy="568289"/>
          </a:xfrm>
          <a:prstGeom prst="rtTriangle">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Freeform: Shape 114">
            <a:extLst>
              <a:ext uri="{FF2B5EF4-FFF2-40B4-BE49-F238E27FC236}">
                <a16:creationId xmlns:a16="http://schemas.microsoft.com/office/drawing/2014/main" id="{3BA1208A-FAFD-4827-BF3E-A6B16CA01D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178446" y="4912946"/>
            <a:ext cx="2010507" cy="1945055"/>
          </a:xfrm>
          <a:custGeom>
            <a:avLst/>
            <a:gdLst>
              <a:gd name="connsiteX0" fmla="*/ 2010507 w 2010507"/>
              <a:gd name="connsiteY0" fmla="*/ 0 h 1945055"/>
              <a:gd name="connsiteX1" fmla="*/ 2010507 w 2010507"/>
              <a:gd name="connsiteY1" fmla="*/ 834250 h 1945055"/>
              <a:gd name="connsiteX2" fmla="*/ 1918431 w 2010507"/>
              <a:gd name="connsiteY2" fmla="*/ 857925 h 1945055"/>
              <a:gd name="connsiteX3" fmla="*/ 846136 w 2010507"/>
              <a:gd name="connsiteY3" fmla="*/ 1930220 h 1945055"/>
              <a:gd name="connsiteX4" fmla="*/ 842322 w 2010507"/>
              <a:gd name="connsiteY4" fmla="*/ 1945055 h 1945055"/>
              <a:gd name="connsiteX5" fmla="*/ 0 w 2010507"/>
              <a:gd name="connsiteY5" fmla="*/ 1945055 h 1945055"/>
              <a:gd name="connsiteX6" fmla="*/ 3608 w 2010507"/>
              <a:gd name="connsiteY6" fmla="*/ 1921417 h 1945055"/>
              <a:gd name="connsiteX7" fmla="*/ 1909628 w 2010507"/>
              <a:gd name="connsiteY7" fmla="*/ 15396 h 194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10507" h="1945055">
                <a:moveTo>
                  <a:pt x="2010507" y="0"/>
                </a:moveTo>
                <a:lnTo>
                  <a:pt x="2010507" y="834250"/>
                </a:lnTo>
                <a:lnTo>
                  <a:pt x="1918431" y="857925"/>
                </a:lnTo>
                <a:cubicBezTo>
                  <a:pt x="1407892" y="1016719"/>
                  <a:pt x="1004930" y="1419681"/>
                  <a:pt x="846136" y="1930220"/>
                </a:cubicBezTo>
                <a:lnTo>
                  <a:pt x="842322" y="1945055"/>
                </a:lnTo>
                <a:lnTo>
                  <a:pt x="0" y="1945055"/>
                </a:lnTo>
                <a:lnTo>
                  <a:pt x="3608" y="1921417"/>
                </a:lnTo>
                <a:cubicBezTo>
                  <a:pt x="199379" y="964705"/>
                  <a:pt x="952916" y="211168"/>
                  <a:pt x="1909628" y="15396"/>
                </a:cubicBezTo>
                <a:close/>
              </a:path>
            </a:pathLst>
          </a:custGeom>
          <a:solidFill>
            <a:schemeClr val="accent6">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17" name="Group 116">
            <a:extLst>
              <a:ext uri="{FF2B5EF4-FFF2-40B4-BE49-F238E27FC236}">
                <a16:creationId xmlns:a16="http://schemas.microsoft.com/office/drawing/2014/main" id="{8118ECEF-CA6A-4CB6-BCA5-59B2DB40C4A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18" name="Straight Connector 117">
              <a:extLst>
                <a:ext uri="{FF2B5EF4-FFF2-40B4-BE49-F238E27FC236}">
                  <a16:creationId xmlns:a16="http://schemas.microsoft.com/office/drawing/2014/main" id="{CDC2A251-C28C-4A72-BAFF-511640FB2E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DDDB2429-3E01-4CD5-998D-8F5716A0987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1E26953B-4BE7-4AD0-B471-088DBB23D7D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E9D9ED6D-9817-4272-9FEF-E674FBCCCC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8718C0DE-4596-4A70-AA4F-E678AC7FBC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D8B48095-74C2-4053-872D-D3F70910C3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6224D0B6-A4CB-4D98-A1DC-2770B95F9E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CB39DE9C-23C1-4ABA-BD0D-B76BDC9630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19DDAAE0-966C-4350-8819-857CF524F3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BEE6C021-FBD3-42F3-9A9C-69C4E71989C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F02961B9-65E1-4B12-AD98-9845BC3F43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B22ABFE0-D700-4FD9-9CC8-D138B29ABFD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46FFF1A3-B8BF-470C-9436-D5B7818535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198B6551-FF5D-49F5-8D3E-757AEC357AF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50F3BFE5-573C-42C0-94D5-E5513CCC57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357931AB-4B07-4E0E-B3E4-84E2452E0A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CC4789DB-7083-4597-9FC7-6336EA0BE3D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9E0B4F1D-D11A-4023-BE6B-6679ABB2B4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28633D7A-F6FC-418F-AD87-0EE148C1A0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A0FC8FCC-6F69-4802-995C-903AE441629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86ABFCE7-4796-4186-8EDC-DB6CE87BC7E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E1935BF2-A804-46BA-940A-DDAD7888F3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ED012DA9-8D67-483A-8071-2903F2E3B2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109163DC-956E-44BE-B55A-E6C2C851DD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76CDE9FD-1880-483F-A039-BEB3AB0D374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38DDB23B-71E7-42A3-B055-5740EE14C5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37245B63-D771-461D-A625-4B49966D24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CF1DF9FF-1F61-4B4F-8993-6897DE09C9C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4092F139-6734-46F3-B176-11741F1F73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 name="TextBox 3">
            <a:extLst>
              <a:ext uri="{FF2B5EF4-FFF2-40B4-BE49-F238E27FC236}">
                <a16:creationId xmlns:a16="http://schemas.microsoft.com/office/drawing/2014/main" id="{B88CA4E2-413A-C791-CBE1-B196EE27EEB4}"/>
              </a:ext>
            </a:extLst>
          </p:cNvPr>
          <p:cNvSpPr txBox="1"/>
          <p:nvPr/>
        </p:nvSpPr>
        <p:spPr>
          <a:xfrm>
            <a:off x="834505" y="319968"/>
            <a:ext cx="10737917" cy="683264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5400" b="1" dirty="0">
                <a:solidFill>
                  <a:schemeClr val="accent6">
                    <a:lumMod val="49000"/>
                  </a:schemeClr>
                </a:solidFill>
                <a:latin typeface="Posterama"/>
                <a:cs typeface="Posterama"/>
              </a:rPr>
              <a:t>Attempt 5:</a:t>
            </a:r>
          </a:p>
          <a:p>
            <a:endParaRPr lang="en-US" sz="3600" dirty="0">
              <a:solidFill>
                <a:schemeClr val="accent6">
                  <a:lumMod val="49000"/>
                </a:schemeClr>
              </a:solidFill>
              <a:latin typeface="Posterama"/>
              <a:cs typeface="Posterama"/>
            </a:endParaRPr>
          </a:p>
          <a:p>
            <a:r>
              <a:rPr lang="en-US" sz="3600" dirty="0">
                <a:solidFill>
                  <a:schemeClr val="accent6">
                    <a:lumMod val="49000"/>
                  </a:schemeClr>
                </a:solidFill>
                <a:latin typeface="Posterama"/>
                <a:cs typeface="Posterama"/>
              </a:rPr>
              <a:t>Material Used:</a:t>
            </a:r>
            <a:endParaRPr lang="en-US" sz="5400" b="1" dirty="0">
              <a:solidFill>
                <a:schemeClr val="accent6">
                  <a:lumMod val="49000"/>
                </a:schemeClr>
              </a:solidFill>
              <a:latin typeface="Posterama"/>
              <a:cs typeface="Posterama"/>
            </a:endParaRPr>
          </a:p>
          <a:p>
            <a:r>
              <a:rPr lang="en-US" sz="3200" dirty="0">
                <a:solidFill>
                  <a:schemeClr val="accent6">
                    <a:lumMod val="49000"/>
                  </a:schemeClr>
                </a:solidFill>
                <a:latin typeface="Posterama"/>
                <a:cs typeface="Posterama"/>
              </a:rPr>
              <a:t>Buffing Dust, Polyester Resin, Citric acid, Hardener</a:t>
            </a:r>
          </a:p>
          <a:p>
            <a:endParaRPr lang="en-US" sz="3200" dirty="0">
              <a:solidFill>
                <a:schemeClr val="accent6">
                  <a:lumMod val="49000"/>
                </a:schemeClr>
              </a:solidFill>
              <a:latin typeface="Posterama"/>
              <a:cs typeface="Posterama"/>
            </a:endParaRPr>
          </a:p>
          <a:p>
            <a:r>
              <a:rPr lang="en-US" sz="4800" b="1" dirty="0">
                <a:solidFill>
                  <a:schemeClr val="accent6">
                    <a:lumMod val="49000"/>
                  </a:schemeClr>
                </a:solidFill>
                <a:latin typeface="Times New Roman"/>
                <a:cs typeface="Times New Roman"/>
              </a:rPr>
              <a:t>Process </a:t>
            </a:r>
            <a:endParaRPr lang="en-US" sz="4800" dirty="0">
              <a:solidFill>
                <a:schemeClr val="accent6">
                  <a:lumMod val="49000"/>
                </a:schemeClr>
              </a:solidFill>
            </a:endParaRPr>
          </a:p>
          <a:p>
            <a:r>
              <a:rPr lang="en-US" sz="2400" dirty="0">
                <a:solidFill>
                  <a:schemeClr val="accent6">
                    <a:lumMod val="49000"/>
                  </a:schemeClr>
                </a:solidFill>
                <a:ea typeface="+mn-lt"/>
                <a:cs typeface="+mn-lt"/>
              </a:rPr>
              <a:t>We prepared a cylindrical sample by mixing resin, buffing dust, and citric acid, heating it in a silicone-coated mold, and adding hardener for improved surface hardness before measuring thermal conductivity.</a:t>
            </a:r>
          </a:p>
          <a:p>
            <a:endParaRPr lang="en-US" sz="2400" dirty="0">
              <a:solidFill>
                <a:schemeClr val="accent6">
                  <a:lumMod val="49000"/>
                </a:schemeClr>
              </a:solidFill>
            </a:endParaRPr>
          </a:p>
          <a:p>
            <a:r>
              <a:rPr lang="en-US" sz="2400" dirty="0">
                <a:solidFill>
                  <a:schemeClr val="accent6">
                    <a:lumMod val="49000"/>
                  </a:schemeClr>
                </a:solidFill>
              </a:rPr>
              <a:t>This is our latest attempt, and it showed good foaming and insulation during the thermal conductivity test.</a:t>
            </a:r>
          </a:p>
          <a:p>
            <a:endParaRPr lang="en-US" sz="2800" dirty="0">
              <a:solidFill>
                <a:srgbClr val="000000"/>
              </a:solidFill>
              <a:latin typeface="Avenir Next LT Pro"/>
              <a:cs typeface="Posterama"/>
            </a:endParaRPr>
          </a:p>
          <a:p>
            <a:endParaRPr lang="en-US" sz="2800" dirty="0">
              <a:solidFill>
                <a:schemeClr val="accent6">
                  <a:lumMod val="49000"/>
                </a:schemeClr>
              </a:solidFill>
              <a:latin typeface="Posterama"/>
              <a:cs typeface="Posterama"/>
            </a:endParaRPr>
          </a:p>
        </p:txBody>
      </p:sp>
    </p:spTree>
    <p:extLst>
      <p:ext uri="{BB962C8B-B14F-4D97-AF65-F5344CB8AC3E}">
        <p14:creationId xmlns:p14="http://schemas.microsoft.com/office/powerpoint/2010/main" val="25693500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1" name="Rectangle 150">
            <a:extLst>
              <a:ext uri="{FF2B5EF4-FFF2-40B4-BE49-F238E27FC236}">
                <a16:creationId xmlns:a16="http://schemas.microsoft.com/office/drawing/2014/main" id="{A4798C7F-C8CA-4799-BF37-3AB4642CDB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153" name="Group 152">
            <a:extLst>
              <a:ext uri="{FF2B5EF4-FFF2-40B4-BE49-F238E27FC236}">
                <a16:creationId xmlns:a16="http://schemas.microsoft.com/office/drawing/2014/main" id="{87F0794B-55D3-4D2D-BDE7-4688ED321E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54" name="Straight Connector 153">
              <a:extLst>
                <a:ext uri="{FF2B5EF4-FFF2-40B4-BE49-F238E27FC236}">
                  <a16:creationId xmlns:a16="http://schemas.microsoft.com/office/drawing/2014/main" id="{BE4C795B-1813-4CC6-B03F-8DD130BEAA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E0F4C04D-5CD8-446B-BE3D-257172E6E4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id="{FDDC802E-606F-4F39-84B6-90DF0FE544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7" name="Straight Connector 156">
              <a:extLst>
                <a:ext uri="{FF2B5EF4-FFF2-40B4-BE49-F238E27FC236}">
                  <a16:creationId xmlns:a16="http://schemas.microsoft.com/office/drawing/2014/main" id="{2C5B0C75-0136-4A39-9AB6-0F02C45278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C5ED2B52-3D40-46DE-8B54-99A4071578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9" name="Straight Connector 158">
              <a:extLst>
                <a:ext uri="{FF2B5EF4-FFF2-40B4-BE49-F238E27FC236}">
                  <a16:creationId xmlns:a16="http://schemas.microsoft.com/office/drawing/2014/main" id="{18BCEC75-1B6B-45B2-8041-8D933FCF6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0" name="Straight Connector 159">
              <a:extLst>
                <a:ext uri="{FF2B5EF4-FFF2-40B4-BE49-F238E27FC236}">
                  <a16:creationId xmlns:a16="http://schemas.microsoft.com/office/drawing/2014/main" id="{6A2FC789-056A-43CC-807E-4262CDC3E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1" name="Straight Connector 160">
              <a:extLst>
                <a:ext uri="{FF2B5EF4-FFF2-40B4-BE49-F238E27FC236}">
                  <a16:creationId xmlns:a16="http://schemas.microsoft.com/office/drawing/2014/main" id="{48C32FD3-76B0-40E7-89F2-E9C523210A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2" name="Straight Connector 161">
              <a:extLst>
                <a:ext uri="{FF2B5EF4-FFF2-40B4-BE49-F238E27FC236}">
                  <a16:creationId xmlns:a16="http://schemas.microsoft.com/office/drawing/2014/main" id="{B82E9447-8362-426C-840A-B6F2231F7B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3" name="Straight Connector 162">
              <a:extLst>
                <a:ext uri="{FF2B5EF4-FFF2-40B4-BE49-F238E27FC236}">
                  <a16:creationId xmlns:a16="http://schemas.microsoft.com/office/drawing/2014/main" id="{2F141DC8-83CE-4C21-A5BA-E2FFF3D866E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4" name="Straight Connector 163">
              <a:extLst>
                <a:ext uri="{FF2B5EF4-FFF2-40B4-BE49-F238E27FC236}">
                  <a16:creationId xmlns:a16="http://schemas.microsoft.com/office/drawing/2014/main" id="{512A697C-ECBC-40A9-AC69-BF96A34B91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5" name="Straight Connector 164">
              <a:extLst>
                <a:ext uri="{FF2B5EF4-FFF2-40B4-BE49-F238E27FC236}">
                  <a16:creationId xmlns:a16="http://schemas.microsoft.com/office/drawing/2014/main" id="{D2E988AF-5EFB-43D3-B93F-6E4F41A2C9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6" name="Straight Connector 165">
              <a:extLst>
                <a:ext uri="{FF2B5EF4-FFF2-40B4-BE49-F238E27FC236}">
                  <a16:creationId xmlns:a16="http://schemas.microsoft.com/office/drawing/2014/main" id="{6B312C1B-AAE2-4A6D-ACC7-ABAA75D428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7" name="Straight Connector 166">
              <a:extLst>
                <a:ext uri="{FF2B5EF4-FFF2-40B4-BE49-F238E27FC236}">
                  <a16:creationId xmlns:a16="http://schemas.microsoft.com/office/drawing/2014/main" id="{57B96146-61DA-44D6-A9DF-6DB41FCF2D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8" name="Straight Connector 167">
              <a:extLst>
                <a:ext uri="{FF2B5EF4-FFF2-40B4-BE49-F238E27FC236}">
                  <a16:creationId xmlns:a16="http://schemas.microsoft.com/office/drawing/2014/main" id="{6B33F93D-4439-46EE-97C4-9CECAAFDCF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9" name="Straight Connector 168">
              <a:extLst>
                <a:ext uri="{FF2B5EF4-FFF2-40B4-BE49-F238E27FC236}">
                  <a16:creationId xmlns:a16="http://schemas.microsoft.com/office/drawing/2014/main" id="{5914B275-A3D7-4BA4-B8CB-E7657100F3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BD26EF3B-FBE7-4D57-8E01-553F50734A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1" name="Straight Connector 170">
              <a:extLst>
                <a:ext uri="{FF2B5EF4-FFF2-40B4-BE49-F238E27FC236}">
                  <a16:creationId xmlns:a16="http://schemas.microsoft.com/office/drawing/2014/main" id="{6CC1E671-BA54-4B31-9A2E-8F50BC57A2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2" name="Straight Connector 171">
              <a:extLst>
                <a:ext uri="{FF2B5EF4-FFF2-40B4-BE49-F238E27FC236}">
                  <a16:creationId xmlns:a16="http://schemas.microsoft.com/office/drawing/2014/main" id="{A836A704-3624-4ABF-9A67-0F52C2F3EF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3" name="Straight Connector 172">
              <a:extLst>
                <a:ext uri="{FF2B5EF4-FFF2-40B4-BE49-F238E27FC236}">
                  <a16:creationId xmlns:a16="http://schemas.microsoft.com/office/drawing/2014/main" id="{5FDC385D-BA34-481F-A991-A776E0B193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4" name="Straight Connector 173">
              <a:extLst>
                <a:ext uri="{FF2B5EF4-FFF2-40B4-BE49-F238E27FC236}">
                  <a16:creationId xmlns:a16="http://schemas.microsoft.com/office/drawing/2014/main" id="{F1EF033A-D8FB-416B-AE51-4E098A27D6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a16="http://schemas.microsoft.com/office/drawing/2014/main" id="{17C17B48-F458-4E9B-9331-56FCDC5B6A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07E44A4B-D453-46F0-A83D-AF0B33D5C59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346BEA9F-314B-440D-AE8D-21E1252EC5A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F15EAFD0-4869-4612-ACDE-ABC703104E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A0F26706-7F23-4FF0-9CAF-F3C4F47C11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C0195A72-345A-4E88-8D71-14DB3D1B60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a16="http://schemas.microsoft.com/office/drawing/2014/main" id="{0DBF51A6-A3BC-49FE-BB01-E899281177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A78DF911-744C-419B-83DC-39F270BBF4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184" name="Freeform: Shape 183">
            <a:extLst>
              <a:ext uri="{FF2B5EF4-FFF2-40B4-BE49-F238E27FC236}">
                <a16:creationId xmlns:a16="http://schemas.microsoft.com/office/drawing/2014/main" id="{216BB147-20D5-4D93-BDA5-1BC614D6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5">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186" name="Freeform: Shape 185">
            <a:extLst>
              <a:ext uri="{FF2B5EF4-FFF2-40B4-BE49-F238E27FC236}">
                <a16:creationId xmlns:a16="http://schemas.microsoft.com/office/drawing/2014/main" id="{0A253F60-DE40-4508-A37A-61331DF1D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188" name="Freeform: Shape 187">
            <a:extLst>
              <a:ext uri="{FF2B5EF4-FFF2-40B4-BE49-F238E27FC236}">
                <a16:creationId xmlns:a16="http://schemas.microsoft.com/office/drawing/2014/main" id="{9A0D6220-3DFE-4182-9152-9135493A6B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grpSp>
        <p:nvGrpSpPr>
          <p:cNvPr id="190" name="Group 189">
            <a:extLst>
              <a:ext uri="{FF2B5EF4-FFF2-40B4-BE49-F238E27FC236}">
                <a16:creationId xmlns:a16="http://schemas.microsoft.com/office/drawing/2014/main" id="{44C729BC-90F1-4823-A305-F6F124E93A95}"/>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91" name="Straight Connector 190">
              <a:extLst>
                <a:ext uri="{FF2B5EF4-FFF2-40B4-BE49-F238E27FC236}">
                  <a16:creationId xmlns:a16="http://schemas.microsoft.com/office/drawing/2014/main" id="{640014BD-8822-4EFD-B887-1E95DBBB42A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2" name="Straight Connector 191">
              <a:extLst>
                <a:ext uri="{FF2B5EF4-FFF2-40B4-BE49-F238E27FC236}">
                  <a16:creationId xmlns:a16="http://schemas.microsoft.com/office/drawing/2014/main" id="{1E9445DF-509C-4993-834C-4A95C90E301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a16="http://schemas.microsoft.com/office/drawing/2014/main" id="{FDCB110E-203A-4D63-810B-7AB453AB9BF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F264073E-6737-44FE-BC04-BFEE371334D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6DA24A7E-F63B-4B87-ABA5-BDD8F8F65F7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9CC2C5D2-CEDF-4390-A89D-71DBD7C3771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8956D0DF-B8DD-44AB-A831-329B2973EE9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8" name="Straight Connector 197">
              <a:extLst>
                <a:ext uri="{FF2B5EF4-FFF2-40B4-BE49-F238E27FC236}">
                  <a16:creationId xmlns:a16="http://schemas.microsoft.com/office/drawing/2014/main" id="{7AB17CF4-098C-43B0-A0E0-235CEB55FB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D3CA7C27-06AF-4DB3-A3B2-F81C41D52B5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8BD2BB17-7774-4215-872F-9CF37633BB6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1" name="Straight Connector 200">
              <a:extLst>
                <a:ext uri="{FF2B5EF4-FFF2-40B4-BE49-F238E27FC236}">
                  <a16:creationId xmlns:a16="http://schemas.microsoft.com/office/drawing/2014/main" id="{22E1C172-AA18-42F1-B952-4791B50351E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2" name="Straight Connector 201">
              <a:extLst>
                <a:ext uri="{FF2B5EF4-FFF2-40B4-BE49-F238E27FC236}">
                  <a16:creationId xmlns:a16="http://schemas.microsoft.com/office/drawing/2014/main" id="{C9D5EBAC-D904-4410-A575-1A2B810D88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3" name="Straight Connector 202">
              <a:extLst>
                <a:ext uri="{FF2B5EF4-FFF2-40B4-BE49-F238E27FC236}">
                  <a16:creationId xmlns:a16="http://schemas.microsoft.com/office/drawing/2014/main" id="{8B38425E-0189-47B9-9F42-67DC5386E3B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4" name="Straight Connector 203">
              <a:extLst>
                <a:ext uri="{FF2B5EF4-FFF2-40B4-BE49-F238E27FC236}">
                  <a16:creationId xmlns:a16="http://schemas.microsoft.com/office/drawing/2014/main" id="{E6584C8E-A8AC-49AB-8E5B-337E14D4F85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5" name="Straight Connector 204">
              <a:extLst>
                <a:ext uri="{FF2B5EF4-FFF2-40B4-BE49-F238E27FC236}">
                  <a16:creationId xmlns:a16="http://schemas.microsoft.com/office/drawing/2014/main" id="{E8FCDC21-75B9-4F36-AEB4-186CDD994F2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6" name="Straight Connector 205">
              <a:extLst>
                <a:ext uri="{FF2B5EF4-FFF2-40B4-BE49-F238E27FC236}">
                  <a16:creationId xmlns:a16="http://schemas.microsoft.com/office/drawing/2014/main" id="{79AAC1FD-FBB6-4E21-A267-E4B9029BB47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7" name="Straight Connector 206">
              <a:extLst>
                <a:ext uri="{FF2B5EF4-FFF2-40B4-BE49-F238E27FC236}">
                  <a16:creationId xmlns:a16="http://schemas.microsoft.com/office/drawing/2014/main" id="{20FDEAF3-AB6A-41DF-BF11-24512081800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8" name="Straight Connector 207">
              <a:extLst>
                <a:ext uri="{FF2B5EF4-FFF2-40B4-BE49-F238E27FC236}">
                  <a16:creationId xmlns:a16="http://schemas.microsoft.com/office/drawing/2014/main" id="{29F9892F-F26B-4C6F-A949-097D3EBC773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9" name="Straight Connector 208">
              <a:extLst>
                <a:ext uri="{FF2B5EF4-FFF2-40B4-BE49-F238E27FC236}">
                  <a16:creationId xmlns:a16="http://schemas.microsoft.com/office/drawing/2014/main" id="{FCCA59EA-5156-402B-82A4-AAE14B2D9A0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0" name="Straight Connector 209">
              <a:extLst>
                <a:ext uri="{FF2B5EF4-FFF2-40B4-BE49-F238E27FC236}">
                  <a16:creationId xmlns:a16="http://schemas.microsoft.com/office/drawing/2014/main" id="{31E175D8-17F1-46B8-807F-89A75CD4D96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1" name="Straight Connector 210">
              <a:extLst>
                <a:ext uri="{FF2B5EF4-FFF2-40B4-BE49-F238E27FC236}">
                  <a16:creationId xmlns:a16="http://schemas.microsoft.com/office/drawing/2014/main" id="{5AE169C4-F6B2-44D0-A73C-88C304E8A3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2" name="Straight Connector 211">
              <a:extLst>
                <a:ext uri="{FF2B5EF4-FFF2-40B4-BE49-F238E27FC236}">
                  <a16:creationId xmlns:a16="http://schemas.microsoft.com/office/drawing/2014/main" id="{2CE19136-3F8D-4350-A424-8241923BCD5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3" name="Straight Connector 212">
              <a:extLst>
                <a:ext uri="{FF2B5EF4-FFF2-40B4-BE49-F238E27FC236}">
                  <a16:creationId xmlns:a16="http://schemas.microsoft.com/office/drawing/2014/main" id="{CF937350-E379-4C45-BC56-20808BBED35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4" name="Straight Connector 213">
              <a:extLst>
                <a:ext uri="{FF2B5EF4-FFF2-40B4-BE49-F238E27FC236}">
                  <a16:creationId xmlns:a16="http://schemas.microsoft.com/office/drawing/2014/main" id="{FE4F6988-3981-46A0-B744-EE972197D43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5" name="Straight Connector 214">
              <a:extLst>
                <a:ext uri="{FF2B5EF4-FFF2-40B4-BE49-F238E27FC236}">
                  <a16:creationId xmlns:a16="http://schemas.microsoft.com/office/drawing/2014/main" id="{EDB419A9-FCB9-4B39-8D9E-91CC0B8E77A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6" name="Straight Connector 215">
              <a:extLst>
                <a:ext uri="{FF2B5EF4-FFF2-40B4-BE49-F238E27FC236}">
                  <a16:creationId xmlns:a16="http://schemas.microsoft.com/office/drawing/2014/main" id="{7D6861DB-43A8-4624-9ECC-5A96BE3AF1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7" name="Straight Connector 216">
              <a:extLst>
                <a:ext uri="{FF2B5EF4-FFF2-40B4-BE49-F238E27FC236}">
                  <a16:creationId xmlns:a16="http://schemas.microsoft.com/office/drawing/2014/main" id="{4AFBD701-C20E-441D-8596-4BBBF49556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8" name="Straight Connector 217">
              <a:extLst>
                <a:ext uri="{FF2B5EF4-FFF2-40B4-BE49-F238E27FC236}">
                  <a16:creationId xmlns:a16="http://schemas.microsoft.com/office/drawing/2014/main" id="{73C41C88-00F9-45AF-8D64-37BA70969B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E6420BDA-21B9-4B17-A82E-A9EB28138A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useBgFill="1">
        <p:nvSpPr>
          <p:cNvPr id="221" name="Rectangle 220">
            <a:extLst>
              <a:ext uri="{FF2B5EF4-FFF2-40B4-BE49-F238E27FC236}">
                <a16:creationId xmlns:a16="http://schemas.microsoft.com/office/drawing/2014/main" id="{BA6285CA-6AFA-4F27-AFB5-1B32CDE09B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3" name="Rectangle 222">
            <a:extLst>
              <a:ext uri="{FF2B5EF4-FFF2-40B4-BE49-F238E27FC236}">
                <a16:creationId xmlns:a16="http://schemas.microsoft.com/office/drawing/2014/main" id="{1D89589F-37B2-43AC-A5AB-3B428690BF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5" name="Right Triangle 224">
            <a:extLst>
              <a:ext uri="{FF2B5EF4-FFF2-40B4-BE49-F238E27FC236}">
                <a16:creationId xmlns:a16="http://schemas.microsoft.com/office/drawing/2014/main" id="{7BCC6446-8462-4A63-9B6F-8F57EC40F6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65271" y="2673521"/>
            <a:ext cx="568289" cy="568289"/>
          </a:xfrm>
          <a:prstGeom prst="rtTriangle">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 name="Flowchart: Document 226">
            <a:extLst>
              <a:ext uri="{FF2B5EF4-FFF2-40B4-BE49-F238E27FC236}">
                <a16:creationId xmlns:a16="http://schemas.microsoft.com/office/drawing/2014/main" id="{0AF8A919-E589-4841-8662-39A57558C0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455724" y="2105114"/>
            <a:ext cx="6858000" cy="2647778"/>
          </a:xfrm>
          <a:prstGeom prst="flowChartDocument">
            <a:avLst/>
          </a:prstGeom>
          <a:solidFill>
            <a:schemeClr val="accent6">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229" name="Group 228">
            <a:extLst>
              <a:ext uri="{FF2B5EF4-FFF2-40B4-BE49-F238E27FC236}">
                <a16:creationId xmlns:a16="http://schemas.microsoft.com/office/drawing/2014/main" id="{8118ECEF-CA6A-4CB6-BCA5-59B2DB40C4A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230" name="Straight Connector 229">
              <a:extLst>
                <a:ext uri="{FF2B5EF4-FFF2-40B4-BE49-F238E27FC236}">
                  <a16:creationId xmlns:a16="http://schemas.microsoft.com/office/drawing/2014/main" id="{CDC2A251-C28C-4A72-BAFF-511640FB2E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1" name="Straight Connector 230">
              <a:extLst>
                <a:ext uri="{FF2B5EF4-FFF2-40B4-BE49-F238E27FC236}">
                  <a16:creationId xmlns:a16="http://schemas.microsoft.com/office/drawing/2014/main" id="{DDDB2429-3E01-4CD5-998D-8F5716A0987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1E26953B-4BE7-4AD0-B471-088DBB23D7D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3" name="Straight Connector 232">
              <a:extLst>
                <a:ext uri="{FF2B5EF4-FFF2-40B4-BE49-F238E27FC236}">
                  <a16:creationId xmlns:a16="http://schemas.microsoft.com/office/drawing/2014/main" id="{E9D9ED6D-9817-4272-9FEF-E674FBCCCC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4" name="Straight Connector 233">
              <a:extLst>
                <a:ext uri="{FF2B5EF4-FFF2-40B4-BE49-F238E27FC236}">
                  <a16:creationId xmlns:a16="http://schemas.microsoft.com/office/drawing/2014/main" id="{8718C0DE-4596-4A70-AA4F-E678AC7FBC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5" name="Straight Connector 234">
              <a:extLst>
                <a:ext uri="{FF2B5EF4-FFF2-40B4-BE49-F238E27FC236}">
                  <a16:creationId xmlns:a16="http://schemas.microsoft.com/office/drawing/2014/main" id="{D8B48095-74C2-4053-872D-D3F70910C3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6" name="Straight Connector 235">
              <a:extLst>
                <a:ext uri="{FF2B5EF4-FFF2-40B4-BE49-F238E27FC236}">
                  <a16:creationId xmlns:a16="http://schemas.microsoft.com/office/drawing/2014/main" id="{6224D0B6-A4CB-4D98-A1DC-2770B95F9E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7" name="Straight Connector 236">
              <a:extLst>
                <a:ext uri="{FF2B5EF4-FFF2-40B4-BE49-F238E27FC236}">
                  <a16:creationId xmlns:a16="http://schemas.microsoft.com/office/drawing/2014/main" id="{CB39DE9C-23C1-4ABA-BD0D-B76BDC9630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8" name="Straight Connector 237">
              <a:extLst>
                <a:ext uri="{FF2B5EF4-FFF2-40B4-BE49-F238E27FC236}">
                  <a16:creationId xmlns:a16="http://schemas.microsoft.com/office/drawing/2014/main" id="{19DDAAE0-966C-4350-8819-857CF524F3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9" name="Straight Connector 238">
              <a:extLst>
                <a:ext uri="{FF2B5EF4-FFF2-40B4-BE49-F238E27FC236}">
                  <a16:creationId xmlns:a16="http://schemas.microsoft.com/office/drawing/2014/main" id="{BEE6C021-FBD3-42F3-9A9C-69C4E71989C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0" name="Straight Connector 239">
              <a:extLst>
                <a:ext uri="{FF2B5EF4-FFF2-40B4-BE49-F238E27FC236}">
                  <a16:creationId xmlns:a16="http://schemas.microsoft.com/office/drawing/2014/main" id="{F02961B9-65E1-4B12-AD98-9845BC3F43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1" name="Straight Connector 240">
              <a:extLst>
                <a:ext uri="{FF2B5EF4-FFF2-40B4-BE49-F238E27FC236}">
                  <a16:creationId xmlns:a16="http://schemas.microsoft.com/office/drawing/2014/main" id="{B22ABFE0-D700-4FD9-9CC8-D138B29ABFD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2" name="Straight Connector 241">
              <a:extLst>
                <a:ext uri="{FF2B5EF4-FFF2-40B4-BE49-F238E27FC236}">
                  <a16:creationId xmlns:a16="http://schemas.microsoft.com/office/drawing/2014/main" id="{46FFF1A3-B8BF-470C-9436-D5B7818535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3" name="Straight Connector 242">
              <a:extLst>
                <a:ext uri="{FF2B5EF4-FFF2-40B4-BE49-F238E27FC236}">
                  <a16:creationId xmlns:a16="http://schemas.microsoft.com/office/drawing/2014/main" id="{198B6551-FF5D-49F5-8D3E-757AEC357AF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4" name="Straight Connector 243">
              <a:extLst>
                <a:ext uri="{FF2B5EF4-FFF2-40B4-BE49-F238E27FC236}">
                  <a16:creationId xmlns:a16="http://schemas.microsoft.com/office/drawing/2014/main" id="{50F3BFE5-573C-42C0-94D5-E5513CCC57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357931AB-4B07-4E0E-B3E4-84E2452E0A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6" name="Straight Connector 245">
              <a:extLst>
                <a:ext uri="{FF2B5EF4-FFF2-40B4-BE49-F238E27FC236}">
                  <a16:creationId xmlns:a16="http://schemas.microsoft.com/office/drawing/2014/main" id="{CC4789DB-7083-4597-9FC7-6336EA0BE3D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7" name="Straight Connector 246">
              <a:extLst>
                <a:ext uri="{FF2B5EF4-FFF2-40B4-BE49-F238E27FC236}">
                  <a16:creationId xmlns:a16="http://schemas.microsoft.com/office/drawing/2014/main" id="{9E0B4F1D-D11A-4023-BE6B-6679ABB2B4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8" name="Straight Connector 247">
              <a:extLst>
                <a:ext uri="{FF2B5EF4-FFF2-40B4-BE49-F238E27FC236}">
                  <a16:creationId xmlns:a16="http://schemas.microsoft.com/office/drawing/2014/main" id="{28633D7A-F6FC-418F-AD87-0EE148C1A0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A0FC8FCC-6F69-4802-995C-903AE441629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0" name="Straight Connector 249">
              <a:extLst>
                <a:ext uri="{FF2B5EF4-FFF2-40B4-BE49-F238E27FC236}">
                  <a16:creationId xmlns:a16="http://schemas.microsoft.com/office/drawing/2014/main" id="{86ABFCE7-4796-4186-8EDC-DB6CE87BC7E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1" name="Straight Connector 250">
              <a:extLst>
                <a:ext uri="{FF2B5EF4-FFF2-40B4-BE49-F238E27FC236}">
                  <a16:creationId xmlns:a16="http://schemas.microsoft.com/office/drawing/2014/main" id="{E1935BF2-A804-46BA-940A-DDAD7888F3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2" name="Straight Connector 251">
              <a:extLst>
                <a:ext uri="{FF2B5EF4-FFF2-40B4-BE49-F238E27FC236}">
                  <a16:creationId xmlns:a16="http://schemas.microsoft.com/office/drawing/2014/main" id="{ED012DA9-8D67-483A-8071-2903F2E3B2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id="{109163DC-956E-44BE-B55A-E6C2C851DD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4" name="Straight Connector 253">
              <a:extLst>
                <a:ext uri="{FF2B5EF4-FFF2-40B4-BE49-F238E27FC236}">
                  <a16:creationId xmlns:a16="http://schemas.microsoft.com/office/drawing/2014/main" id="{76CDE9FD-1880-483F-A039-BEB3AB0D374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5" name="Straight Connector 254">
              <a:extLst>
                <a:ext uri="{FF2B5EF4-FFF2-40B4-BE49-F238E27FC236}">
                  <a16:creationId xmlns:a16="http://schemas.microsoft.com/office/drawing/2014/main" id="{38DDB23B-71E7-42A3-B055-5740EE14C5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6" name="Straight Connector 255">
              <a:extLst>
                <a:ext uri="{FF2B5EF4-FFF2-40B4-BE49-F238E27FC236}">
                  <a16:creationId xmlns:a16="http://schemas.microsoft.com/office/drawing/2014/main" id="{37245B63-D771-461D-A625-4B49966D24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7" name="Straight Connector 256">
              <a:extLst>
                <a:ext uri="{FF2B5EF4-FFF2-40B4-BE49-F238E27FC236}">
                  <a16:creationId xmlns:a16="http://schemas.microsoft.com/office/drawing/2014/main" id="{CF1DF9FF-1F61-4B4F-8993-6897DE09C9C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8" name="Straight Connector 257">
              <a:extLst>
                <a:ext uri="{FF2B5EF4-FFF2-40B4-BE49-F238E27FC236}">
                  <a16:creationId xmlns:a16="http://schemas.microsoft.com/office/drawing/2014/main" id="{4092F139-6734-46F3-B176-11741F1F73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 name="TextBox 3">
            <a:extLst>
              <a:ext uri="{FF2B5EF4-FFF2-40B4-BE49-F238E27FC236}">
                <a16:creationId xmlns:a16="http://schemas.microsoft.com/office/drawing/2014/main" id="{B88CA4E2-413A-C791-CBE1-B196EE27EEB4}"/>
              </a:ext>
            </a:extLst>
          </p:cNvPr>
          <p:cNvSpPr txBox="1"/>
          <p:nvPr/>
        </p:nvSpPr>
        <p:spPr>
          <a:xfrm>
            <a:off x="790599" y="3359810"/>
            <a:ext cx="5414255" cy="2784496"/>
          </a:xfrm>
          <a:prstGeom prst="rect">
            <a:avLst/>
          </a:prstGeom>
        </p:spPr>
        <p:txBody>
          <a:bodyPr rot="0" spcFirstLastPara="0" vertOverflow="overflow" horzOverflow="overflow" vert="horz" lIns="91440" tIns="45720" rIns="91440" bIns="45720" numCol="1" spcCol="0" rtlCol="0" fromWordArt="0" anchor="b" anchorCtr="0" forceAA="0" compatLnSpc="1">
            <a:prstTxWarp prst="textNoShape">
              <a:avLst/>
            </a:prstTxWarp>
            <a:normAutofit/>
          </a:bodyPr>
          <a:lstStyle/>
          <a:p>
            <a:pPr>
              <a:lnSpc>
                <a:spcPct val="90000"/>
              </a:lnSpc>
              <a:spcBef>
                <a:spcPct val="0"/>
              </a:spcBef>
              <a:spcAft>
                <a:spcPts val="600"/>
              </a:spcAft>
            </a:pPr>
            <a:r>
              <a:rPr lang="en-US" sz="5400" b="1">
                <a:solidFill>
                  <a:schemeClr val="tx2">
                    <a:alpha val="80000"/>
                  </a:schemeClr>
                </a:solidFill>
                <a:latin typeface="+mj-lt"/>
                <a:ea typeface="+mj-ea"/>
                <a:cs typeface="+mj-cs"/>
              </a:rPr>
              <a:t>Attempt 5 Result:</a:t>
            </a:r>
          </a:p>
          <a:p>
            <a:pPr>
              <a:lnSpc>
                <a:spcPct val="90000"/>
              </a:lnSpc>
              <a:spcBef>
                <a:spcPct val="0"/>
              </a:spcBef>
              <a:spcAft>
                <a:spcPts val="600"/>
              </a:spcAft>
            </a:pPr>
            <a:endParaRPr lang="en-US" sz="5400">
              <a:solidFill>
                <a:schemeClr val="tx2">
                  <a:alpha val="80000"/>
                </a:schemeClr>
              </a:solidFill>
              <a:latin typeface="+mj-lt"/>
              <a:ea typeface="+mj-ea"/>
              <a:cs typeface="+mj-cs"/>
            </a:endParaRPr>
          </a:p>
          <a:p>
            <a:pPr>
              <a:lnSpc>
                <a:spcPct val="90000"/>
              </a:lnSpc>
              <a:spcBef>
                <a:spcPct val="0"/>
              </a:spcBef>
              <a:spcAft>
                <a:spcPts val="600"/>
              </a:spcAft>
            </a:pPr>
            <a:endParaRPr lang="en-US" sz="5400">
              <a:solidFill>
                <a:schemeClr val="tx2">
                  <a:alpha val="80000"/>
                </a:schemeClr>
              </a:solidFill>
              <a:latin typeface="+mj-lt"/>
              <a:ea typeface="+mj-ea"/>
              <a:cs typeface="+mj-cs"/>
            </a:endParaRPr>
          </a:p>
          <a:p>
            <a:pPr>
              <a:lnSpc>
                <a:spcPct val="90000"/>
              </a:lnSpc>
              <a:spcBef>
                <a:spcPct val="0"/>
              </a:spcBef>
              <a:spcAft>
                <a:spcPts val="600"/>
              </a:spcAft>
            </a:pPr>
            <a:endParaRPr lang="en-US" sz="5400">
              <a:solidFill>
                <a:schemeClr val="tx2">
                  <a:alpha val="80000"/>
                </a:schemeClr>
              </a:solidFill>
              <a:latin typeface="+mj-lt"/>
              <a:ea typeface="+mj-ea"/>
              <a:cs typeface="+mj-cs"/>
            </a:endParaRPr>
          </a:p>
        </p:txBody>
      </p:sp>
      <p:pic>
        <p:nvPicPr>
          <p:cNvPr id="5" name="Picture 4" descr="A close up of a burnt burger&#10;&#10;Description automatically generated">
            <a:extLst>
              <a:ext uri="{FF2B5EF4-FFF2-40B4-BE49-F238E27FC236}">
                <a16:creationId xmlns:a16="http://schemas.microsoft.com/office/drawing/2014/main" id="{5768A3DD-08FE-BF2E-AD20-8AB477234082}"/>
              </a:ext>
            </a:extLst>
          </p:cNvPr>
          <p:cNvPicPr>
            <a:picLocks noChangeAspect="1"/>
          </p:cNvPicPr>
          <p:nvPr/>
        </p:nvPicPr>
        <p:blipFill>
          <a:blip r:embed="rId2"/>
          <a:srcRect l="14923" r="14078" b="1"/>
          <a:stretch/>
        </p:blipFill>
        <p:spPr>
          <a:xfrm>
            <a:off x="6025896" y="457200"/>
            <a:ext cx="5879592" cy="5879592"/>
          </a:xfrm>
          <a:custGeom>
            <a:avLst/>
            <a:gdLst/>
            <a:ahLst/>
            <a:cxnLst/>
            <a:rect l="l" t="t" r="r" b="b"/>
            <a:pathLst>
              <a:path w="5777910" h="5777910">
                <a:moveTo>
                  <a:pt x="2888955" y="0"/>
                </a:moveTo>
                <a:cubicBezTo>
                  <a:pt x="4484481" y="0"/>
                  <a:pt x="5777910" y="1293429"/>
                  <a:pt x="5777910" y="2888955"/>
                </a:cubicBezTo>
                <a:cubicBezTo>
                  <a:pt x="5777910" y="4484481"/>
                  <a:pt x="4484481" y="5777910"/>
                  <a:pt x="2888955" y="5777910"/>
                </a:cubicBezTo>
                <a:cubicBezTo>
                  <a:pt x="1293429" y="5777910"/>
                  <a:pt x="0" y="4484481"/>
                  <a:pt x="0" y="2888955"/>
                </a:cubicBezTo>
                <a:cubicBezTo>
                  <a:pt x="0" y="1293429"/>
                  <a:pt x="1293429" y="0"/>
                  <a:pt x="2888955" y="0"/>
                </a:cubicBezTo>
                <a:close/>
              </a:path>
            </a:pathLst>
          </a:custGeom>
        </p:spPr>
      </p:pic>
    </p:spTree>
    <p:extLst>
      <p:ext uri="{BB962C8B-B14F-4D97-AF65-F5344CB8AC3E}">
        <p14:creationId xmlns:p14="http://schemas.microsoft.com/office/powerpoint/2010/main" val="4700411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4798C7F-C8CA-4799-BF37-3AB4642CDB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10" name="Group 9">
            <a:extLst>
              <a:ext uri="{FF2B5EF4-FFF2-40B4-BE49-F238E27FC236}">
                <a16:creationId xmlns:a16="http://schemas.microsoft.com/office/drawing/2014/main" id="{87F0794B-55D3-4D2D-BDE7-4688ED321E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1" name="Straight Connector 10">
              <a:extLst>
                <a:ext uri="{FF2B5EF4-FFF2-40B4-BE49-F238E27FC236}">
                  <a16:creationId xmlns:a16="http://schemas.microsoft.com/office/drawing/2014/main" id="{BE4C795B-1813-4CC6-B03F-8DD130BEAA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E0F4C04D-5CD8-446B-BE3D-257172E6E4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DDC802E-606F-4F39-84B6-90DF0FE544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2C5B0C75-0136-4A39-9AB6-0F02C45278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5ED2B52-3D40-46DE-8B54-99A4071578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8BCEC75-1B6B-45B2-8041-8D933FCF6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A2FC789-056A-43CC-807E-4262CDC3E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8C32FD3-76B0-40E7-89F2-E9C523210A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82E9447-8362-426C-840A-B6F2231F7B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F141DC8-83CE-4C21-A5BA-E2FFF3D866E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12A697C-ECBC-40A9-AC69-BF96A34B91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2E988AF-5EFB-43D3-B93F-6E4F41A2C9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B312C1B-AAE2-4A6D-ACC7-ABAA75D428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57B96146-61DA-44D6-A9DF-6DB41FCF2D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B33F93D-4439-46EE-97C4-9CECAAFDCF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914B275-A3D7-4BA4-B8CB-E7657100F3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D26EF3B-FBE7-4D57-8E01-553F50734A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CC1E671-BA54-4B31-9A2E-8F50BC57A2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836A704-3624-4ABF-9A67-0F52C2F3EF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FDC385D-BA34-481F-A991-A776E0B193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1EF033A-D8FB-416B-AE51-4E098A27D6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7C17B48-F458-4E9B-9331-56FCDC5B6A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7E44A4B-D453-46F0-A83D-AF0B33D5C59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46BEA9F-314B-440D-AE8D-21E1252EC5A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F15EAFD0-4869-4612-ACDE-ABC703104E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A0F26706-7F23-4FF0-9CAF-F3C4F47C11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C0195A72-345A-4E88-8D71-14DB3D1B60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0DBF51A6-A3BC-49FE-BB01-E899281177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A78DF911-744C-419B-83DC-39F270BBF4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1" name="Freeform: Shape 40">
            <a:extLst>
              <a:ext uri="{FF2B5EF4-FFF2-40B4-BE49-F238E27FC236}">
                <a16:creationId xmlns:a16="http://schemas.microsoft.com/office/drawing/2014/main" id="{216BB147-20D5-4D93-BDA5-1BC614D6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5">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43" name="Freeform: Shape 42">
            <a:extLst>
              <a:ext uri="{FF2B5EF4-FFF2-40B4-BE49-F238E27FC236}">
                <a16:creationId xmlns:a16="http://schemas.microsoft.com/office/drawing/2014/main" id="{0A253F60-DE40-4508-A37A-61331DF1D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grpSp>
        <p:nvGrpSpPr>
          <p:cNvPr id="45" name="Group 44">
            <a:extLst>
              <a:ext uri="{FF2B5EF4-FFF2-40B4-BE49-F238E27FC236}">
                <a16:creationId xmlns:a16="http://schemas.microsoft.com/office/drawing/2014/main" id="{CFB42397-759B-4110-90F9-11A099A04F18}"/>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46" name="Straight Connector 45">
              <a:extLst>
                <a:ext uri="{FF2B5EF4-FFF2-40B4-BE49-F238E27FC236}">
                  <a16:creationId xmlns:a16="http://schemas.microsoft.com/office/drawing/2014/main" id="{7CE16B93-748F-4AF3-90C6-D3EE861E78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A1F2252F-DB74-4990-8E43-3B46EB31A8F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0BBB0339-E325-46BB-A951-96F1A4651B7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121A6F6B-EBF5-41B9-BDDB-AF519B8AD44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A2CB88A6-ABF0-4981-8112-89F17060AF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5207B5CF-3BA7-46DE-A98B-C46A77F219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9DE055E6-5758-4FD1-A969-1AB1F47EE57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5B9E002-9254-431A-BEE3-BC744C6D41B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85BB4EB4-8685-4464-8EAE-D44D7770B6B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B3239F69-CDD7-49E2-9C2E-B56A6D009A3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A6C507C8-734D-457D-A4EA-3C1F17BC8CB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9139D922-20CB-41E9-B69E-FA643C51A3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5FE3C40B-0A70-4224-BC24-365327DC6C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422999B0-1AA0-4D8B-BB3E-1BEAD972B8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49737CB6-048C-4FD9-9663-0D214A0A30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2F1A2328-0FD2-449E-A066-56A7D096AB1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63212297-7D47-455C-B574-D4A450A6B9F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4F88725D-F086-42CF-A0A4-F335D03F9E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0EE97B27-B4E2-45AF-ACC9-5EC22DB7A8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8FADBC7B-7D04-4E57-9B78-3FC78B9030D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CCD44BB5-3236-443E-BDD8-7E145E32D6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385E742B-9320-4785-A94F-2CAE2855CCB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8A42F567-7F15-4D7B-8F9C-5F8F6B2832F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69DAD4DF-0FE8-401C-AE04-738B80B2589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2101394A-2A38-4F45-B5B6-A025C4B43F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79D4873B-257C-4327-907C-08294692144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D5350388-C37B-41E0-8172-2F7D79DBBA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1DA0A053-52F2-4D51-BEB7-31B0A3CA04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B23551FA-C6B2-4251-A24C-021D7B64EAE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grpSp>
        <p:nvGrpSpPr>
          <p:cNvPr id="76" name="Group 75">
            <a:extLst>
              <a:ext uri="{FF2B5EF4-FFF2-40B4-BE49-F238E27FC236}">
                <a16:creationId xmlns:a16="http://schemas.microsoft.com/office/drawing/2014/main" id="{9A50F0F9-04C8-47E4-AF66-B3CAF8C81917}"/>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77" name="Straight Connector 76">
              <a:extLst>
                <a:ext uri="{FF2B5EF4-FFF2-40B4-BE49-F238E27FC236}">
                  <a16:creationId xmlns:a16="http://schemas.microsoft.com/office/drawing/2014/main" id="{2017C593-7166-4110-8447-086A8A2DB9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0792CE38-231D-4EFB-BD1C-B0DFC4714A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37902244-3120-4F1E-BCA7-C414F8CA577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6C2A9BEC-6FBD-4C4E-9D8F-6797108601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CD05CAB2-3C3D-4649-A904-7115E0A40D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479ECC96-BB36-4A8A-ACFC-0CDAC9A327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D6C3BBC2-CEC2-44E9-B82B-34488E7E33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373074D9-0CF2-46DC-8D7A-871B6FE419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D573F54A-11A1-4A06-8130-294B4D5CEE5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72F69BFB-91DF-4F4E-BE91-2D6805CD68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4BA93DEE-828E-4AC5-A89A-B3FCC1689AF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2043F28B-A5B8-4573-89CC-A68E27A72EC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A41EDE26-6F99-4FF5-A50B-255FEF1CAC1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DC69229A-861A-4B33-A690-B89F20F21A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A1FF5E2F-2AD1-485A-8981-8905C2357C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82E9781F-DF28-41A8-8A6B-7DC5409F9E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ECDF5C52-5A30-4182-9FF7-118DB1BB648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FC8008CF-A1BC-4A0E-B9A2-05FB501EBD4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2DF1A43F-5E26-4631-8775-BC3BACEB16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08A5A284-AA4F-43C1-84B9-947642136BD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5B3BE54E-1FBA-4E64-982C-9CA2C0C4847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7E7BA94A-1A8A-45C6-9B8F-AFEC955F1F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55C6D3A0-6B84-4021-87FB-3179A711BBF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DA87903E-EEC8-47F4-8730-06C5FD14BC6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A8A92A2B-3460-4608-B3EA-4FFEAF83B1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2B0E1020-452C-4B7F-A1D2-BA8F1B83FA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6903CF7B-6947-4932-AD73-020495EDC0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8453FA51-CE2D-4B84-9F4F-3263D1BC4DB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3327B132-AD8C-4732-93AA-C136586C22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useBgFill="1">
        <p:nvSpPr>
          <p:cNvPr id="107" name="Rectangle 106">
            <a:extLst>
              <a:ext uri="{FF2B5EF4-FFF2-40B4-BE49-F238E27FC236}">
                <a16:creationId xmlns:a16="http://schemas.microsoft.com/office/drawing/2014/main" id="{BA6285CA-6AFA-4F27-AFB5-1B32CDE09B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9" name="Rectangle 108">
            <a:extLst>
              <a:ext uri="{FF2B5EF4-FFF2-40B4-BE49-F238E27FC236}">
                <a16:creationId xmlns:a16="http://schemas.microsoft.com/office/drawing/2014/main" id="{7F7C084A-330C-4243-AD92-F98B226F06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1" name="Freeform: Shape 110">
            <a:extLst>
              <a:ext uri="{FF2B5EF4-FFF2-40B4-BE49-F238E27FC236}">
                <a16:creationId xmlns:a16="http://schemas.microsoft.com/office/drawing/2014/main" id="{7F19A9C0-8335-4ABB-91B6-3960317126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25" y="-1"/>
            <a:ext cx="1900796" cy="1487973"/>
          </a:xfrm>
          <a:custGeom>
            <a:avLst/>
            <a:gdLst>
              <a:gd name="connsiteX0" fmla="*/ 972945 w 1900796"/>
              <a:gd name="connsiteY0" fmla="*/ 0 h 1487973"/>
              <a:gd name="connsiteX1" fmla="*/ 1900796 w 1900796"/>
              <a:gd name="connsiteY1" fmla="*/ 0 h 1487973"/>
              <a:gd name="connsiteX2" fmla="*/ 1892752 w 1900796"/>
              <a:gd name="connsiteY2" fmla="*/ 21978 h 1487973"/>
              <a:gd name="connsiteX3" fmla="*/ 129456 w 1900796"/>
              <a:gd name="connsiteY3" fmla="*/ 1468215 h 1487973"/>
              <a:gd name="connsiteX4" fmla="*/ 0 w 1900796"/>
              <a:gd name="connsiteY4" fmla="*/ 1487973 h 1487973"/>
              <a:gd name="connsiteX5" fmla="*/ 0 w 1900796"/>
              <a:gd name="connsiteY5" fmla="*/ 656709 h 1487973"/>
              <a:gd name="connsiteX6" fmla="*/ 120652 w 1900796"/>
              <a:gd name="connsiteY6" fmla="*/ 625686 h 1487973"/>
              <a:gd name="connsiteX7" fmla="*/ 893935 w 1900796"/>
              <a:gd name="connsiteY7" fmla="*/ 105659 h 148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0796" h="1487973">
                <a:moveTo>
                  <a:pt x="972945" y="0"/>
                </a:moveTo>
                <a:lnTo>
                  <a:pt x="1900796" y="0"/>
                </a:lnTo>
                <a:lnTo>
                  <a:pt x="1892752" y="21978"/>
                </a:lnTo>
                <a:cubicBezTo>
                  <a:pt x="1582882" y="754592"/>
                  <a:pt x="926716" y="1305072"/>
                  <a:pt x="129456" y="1468215"/>
                </a:cubicBezTo>
                <a:lnTo>
                  <a:pt x="0" y="1487973"/>
                </a:lnTo>
                <a:lnTo>
                  <a:pt x="0" y="656709"/>
                </a:lnTo>
                <a:lnTo>
                  <a:pt x="120652" y="625686"/>
                </a:lnTo>
                <a:cubicBezTo>
                  <a:pt x="426975" y="530410"/>
                  <a:pt x="694570" y="347233"/>
                  <a:pt x="893935" y="105659"/>
                </a:cubicBezTo>
                <a:close/>
              </a:path>
            </a:pathLst>
          </a:custGeom>
          <a:solidFill>
            <a:schemeClr val="accent1">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3" name="Right Triangle 112">
            <a:extLst>
              <a:ext uri="{FF2B5EF4-FFF2-40B4-BE49-F238E27FC236}">
                <a16:creationId xmlns:a16="http://schemas.microsoft.com/office/drawing/2014/main" id="{7BCC6446-8462-4A63-9B6F-8F57EC40F6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65271" y="2673521"/>
            <a:ext cx="568289" cy="568289"/>
          </a:xfrm>
          <a:prstGeom prst="rtTriangle">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Freeform: Shape 114">
            <a:extLst>
              <a:ext uri="{FF2B5EF4-FFF2-40B4-BE49-F238E27FC236}">
                <a16:creationId xmlns:a16="http://schemas.microsoft.com/office/drawing/2014/main" id="{3BA1208A-FAFD-4827-BF3E-A6B16CA01D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178446" y="4912946"/>
            <a:ext cx="2010507" cy="1945055"/>
          </a:xfrm>
          <a:custGeom>
            <a:avLst/>
            <a:gdLst>
              <a:gd name="connsiteX0" fmla="*/ 2010507 w 2010507"/>
              <a:gd name="connsiteY0" fmla="*/ 0 h 1945055"/>
              <a:gd name="connsiteX1" fmla="*/ 2010507 w 2010507"/>
              <a:gd name="connsiteY1" fmla="*/ 834250 h 1945055"/>
              <a:gd name="connsiteX2" fmla="*/ 1918431 w 2010507"/>
              <a:gd name="connsiteY2" fmla="*/ 857925 h 1945055"/>
              <a:gd name="connsiteX3" fmla="*/ 846136 w 2010507"/>
              <a:gd name="connsiteY3" fmla="*/ 1930220 h 1945055"/>
              <a:gd name="connsiteX4" fmla="*/ 842322 w 2010507"/>
              <a:gd name="connsiteY4" fmla="*/ 1945055 h 1945055"/>
              <a:gd name="connsiteX5" fmla="*/ 0 w 2010507"/>
              <a:gd name="connsiteY5" fmla="*/ 1945055 h 1945055"/>
              <a:gd name="connsiteX6" fmla="*/ 3608 w 2010507"/>
              <a:gd name="connsiteY6" fmla="*/ 1921417 h 1945055"/>
              <a:gd name="connsiteX7" fmla="*/ 1909628 w 2010507"/>
              <a:gd name="connsiteY7" fmla="*/ 15396 h 194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10507" h="1945055">
                <a:moveTo>
                  <a:pt x="2010507" y="0"/>
                </a:moveTo>
                <a:lnTo>
                  <a:pt x="2010507" y="834250"/>
                </a:lnTo>
                <a:lnTo>
                  <a:pt x="1918431" y="857925"/>
                </a:lnTo>
                <a:cubicBezTo>
                  <a:pt x="1407892" y="1016719"/>
                  <a:pt x="1004930" y="1419681"/>
                  <a:pt x="846136" y="1930220"/>
                </a:cubicBezTo>
                <a:lnTo>
                  <a:pt x="842322" y="1945055"/>
                </a:lnTo>
                <a:lnTo>
                  <a:pt x="0" y="1945055"/>
                </a:lnTo>
                <a:lnTo>
                  <a:pt x="3608" y="1921417"/>
                </a:lnTo>
                <a:cubicBezTo>
                  <a:pt x="199379" y="964705"/>
                  <a:pt x="952916" y="211168"/>
                  <a:pt x="1909628" y="15396"/>
                </a:cubicBezTo>
                <a:close/>
              </a:path>
            </a:pathLst>
          </a:custGeom>
          <a:solidFill>
            <a:schemeClr val="accent6">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17" name="Group 116">
            <a:extLst>
              <a:ext uri="{FF2B5EF4-FFF2-40B4-BE49-F238E27FC236}">
                <a16:creationId xmlns:a16="http://schemas.microsoft.com/office/drawing/2014/main" id="{8118ECEF-CA6A-4CB6-BCA5-59B2DB40C4A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18" name="Straight Connector 117">
              <a:extLst>
                <a:ext uri="{FF2B5EF4-FFF2-40B4-BE49-F238E27FC236}">
                  <a16:creationId xmlns:a16="http://schemas.microsoft.com/office/drawing/2014/main" id="{CDC2A251-C28C-4A72-BAFF-511640FB2E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DDDB2429-3E01-4CD5-998D-8F5716A0987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1E26953B-4BE7-4AD0-B471-088DBB23D7D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E9D9ED6D-9817-4272-9FEF-E674FBCCCC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8718C0DE-4596-4A70-AA4F-E678AC7FBC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D8B48095-74C2-4053-872D-D3F70910C3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6224D0B6-A4CB-4D98-A1DC-2770B95F9E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CB39DE9C-23C1-4ABA-BD0D-B76BDC9630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19DDAAE0-966C-4350-8819-857CF524F3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BEE6C021-FBD3-42F3-9A9C-69C4E71989C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F02961B9-65E1-4B12-AD98-9845BC3F43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B22ABFE0-D700-4FD9-9CC8-D138B29ABFD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46FFF1A3-B8BF-470C-9436-D5B7818535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198B6551-FF5D-49F5-8D3E-757AEC357AF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50F3BFE5-573C-42C0-94D5-E5513CCC57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357931AB-4B07-4E0E-B3E4-84E2452E0A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CC4789DB-7083-4597-9FC7-6336EA0BE3D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9E0B4F1D-D11A-4023-BE6B-6679ABB2B4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28633D7A-F6FC-418F-AD87-0EE148C1A0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A0FC8FCC-6F69-4802-995C-903AE441629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86ABFCE7-4796-4186-8EDC-DB6CE87BC7E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E1935BF2-A804-46BA-940A-DDAD7888F3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ED012DA9-8D67-483A-8071-2903F2E3B2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109163DC-956E-44BE-B55A-E6C2C851DD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76CDE9FD-1880-483F-A039-BEB3AB0D374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38DDB23B-71E7-42A3-B055-5740EE14C5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37245B63-D771-461D-A625-4B49966D24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CF1DF9FF-1F61-4B4F-8993-6897DE09C9C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4092F139-6734-46F3-B176-11741F1F73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 name="TextBox 3">
            <a:extLst>
              <a:ext uri="{FF2B5EF4-FFF2-40B4-BE49-F238E27FC236}">
                <a16:creationId xmlns:a16="http://schemas.microsoft.com/office/drawing/2014/main" id="{B88CA4E2-413A-C791-CBE1-B196EE27EEB4}"/>
              </a:ext>
            </a:extLst>
          </p:cNvPr>
          <p:cNvSpPr txBox="1"/>
          <p:nvPr/>
        </p:nvSpPr>
        <p:spPr>
          <a:xfrm>
            <a:off x="834505" y="319968"/>
            <a:ext cx="10737917" cy="264687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5400" b="1" dirty="0">
                <a:solidFill>
                  <a:schemeClr val="accent6">
                    <a:lumMod val="49000"/>
                  </a:schemeClr>
                </a:solidFill>
                <a:latin typeface="Posterama"/>
                <a:cs typeface="Posterama"/>
              </a:rPr>
              <a:t>Moulds:</a:t>
            </a:r>
          </a:p>
          <a:p>
            <a:endParaRPr lang="en-US" sz="2800" dirty="0">
              <a:solidFill>
                <a:srgbClr val="3C5709"/>
              </a:solidFill>
              <a:latin typeface="Posterama"/>
              <a:cs typeface="Posterama"/>
            </a:endParaRPr>
          </a:p>
          <a:p>
            <a:r>
              <a:rPr lang="en-US" sz="2800" dirty="0">
                <a:solidFill>
                  <a:srgbClr val="3C5709"/>
                </a:solidFill>
                <a:latin typeface="Posterama"/>
                <a:cs typeface="Posterama"/>
              </a:rPr>
              <a:t>Two </a:t>
            </a:r>
            <a:r>
              <a:rPr lang="en-US" sz="2800" dirty="0" err="1">
                <a:solidFill>
                  <a:srgbClr val="3C5709"/>
                </a:solidFill>
                <a:latin typeface="Posterama"/>
                <a:cs typeface="Posterama"/>
              </a:rPr>
              <a:t>moulds</a:t>
            </a:r>
            <a:r>
              <a:rPr lang="en-US" sz="2800" dirty="0">
                <a:solidFill>
                  <a:srgbClr val="3C5709"/>
                </a:solidFill>
                <a:latin typeface="Posterama"/>
                <a:cs typeface="Posterama"/>
              </a:rPr>
              <a:t> were made using MS sheet:</a:t>
            </a:r>
            <a:endParaRPr lang="en-US" sz="5400" b="1" dirty="0">
              <a:solidFill>
                <a:srgbClr val="3C5709"/>
              </a:solidFill>
              <a:latin typeface="Posterama"/>
              <a:cs typeface="Posterama"/>
            </a:endParaRPr>
          </a:p>
          <a:p>
            <a:pPr marL="457200" indent="-457200">
              <a:buFont typeface="Arial"/>
              <a:buChar char="•"/>
            </a:pPr>
            <a:r>
              <a:rPr lang="en-US" sz="2800" dirty="0">
                <a:solidFill>
                  <a:srgbClr val="3C5709"/>
                </a:solidFill>
                <a:latin typeface="Posterama"/>
                <a:cs typeface="Posterama"/>
              </a:rPr>
              <a:t>Cylindrical - (Diameter : 3.9inch, Height: 4 ich) </a:t>
            </a:r>
          </a:p>
          <a:p>
            <a:pPr marL="457200" indent="-457200">
              <a:buFont typeface="Arial"/>
              <a:buChar char="•"/>
            </a:pPr>
            <a:r>
              <a:rPr lang="en-US" sz="2800" dirty="0">
                <a:solidFill>
                  <a:srgbClr val="3C5709"/>
                </a:solidFill>
                <a:latin typeface="Posterama"/>
                <a:cs typeface="Posterama"/>
              </a:rPr>
              <a:t>Square - ( 4*4*4 cubic inch)</a:t>
            </a:r>
          </a:p>
        </p:txBody>
      </p:sp>
      <p:pic>
        <p:nvPicPr>
          <p:cNvPr id="2" name="Picture 1" descr="A black metal cylinder on a white surface&#10;&#10;Description automatically generated">
            <a:extLst>
              <a:ext uri="{FF2B5EF4-FFF2-40B4-BE49-F238E27FC236}">
                <a16:creationId xmlns:a16="http://schemas.microsoft.com/office/drawing/2014/main" id="{2B6F71EB-1754-5907-C51C-FB0226FB0BBB}"/>
              </a:ext>
            </a:extLst>
          </p:cNvPr>
          <p:cNvPicPr>
            <a:picLocks noChangeAspect="1"/>
          </p:cNvPicPr>
          <p:nvPr/>
        </p:nvPicPr>
        <p:blipFill>
          <a:blip r:embed="rId2"/>
          <a:stretch>
            <a:fillRect/>
          </a:stretch>
        </p:blipFill>
        <p:spPr>
          <a:xfrm>
            <a:off x="2266171" y="3469277"/>
            <a:ext cx="2435641" cy="2754086"/>
          </a:xfrm>
          <a:prstGeom prst="rect">
            <a:avLst/>
          </a:prstGeom>
        </p:spPr>
      </p:pic>
      <p:pic>
        <p:nvPicPr>
          <p:cNvPr id="3" name="Picture 2" descr="A rusty metal box on a white surface&#10;&#10;Description automatically generated">
            <a:extLst>
              <a:ext uri="{FF2B5EF4-FFF2-40B4-BE49-F238E27FC236}">
                <a16:creationId xmlns:a16="http://schemas.microsoft.com/office/drawing/2014/main" id="{201A8F7D-13D0-49C4-5AC0-2ED1CA798CBF}"/>
              </a:ext>
            </a:extLst>
          </p:cNvPr>
          <p:cNvPicPr>
            <a:picLocks noChangeAspect="1"/>
          </p:cNvPicPr>
          <p:nvPr/>
        </p:nvPicPr>
        <p:blipFill>
          <a:blip r:embed="rId3"/>
          <a:stretch>
            <a:fillRect/>
          </a:stretch>
        </p:blipFill>
        <p:spPr>
          <a:xfrm>
            <a:off x="7015941" y="3531454"/>
            <a:ext cx="2346688" cy="2721428"/>
          </a:xfrm>
          <a:prstGeom prst="rect">
            <a:avLst/>
          </a:prstGeom>
        </p:spPr>
      </p:pic>
    </p:spTree>
    <p:extLst>
      <p:ext uri="{BB962C8B-B14F-4D97-AF65-F5344CB8AC3E}">
        <p14:creationId xmlns:p14="http://schemas.microsoft.com/office/powerpoint/2010/main" val="3833391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4798C7F-C8CA-4799-BF37-3AB4642CDB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10" name="Group 9">
            <a:extLst>
              <a:ext uri="{FF2B5EF4-FFF2-40B4-BE49-F238E27FC236}">
                <a16:creationId xmlns:a16="http://schemas.microsoft.com/office/drawing/2014/main" id="{87F0794B-55D3-4D2D-BDE7-4688ED321E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1" name="Straight Connector 10">
              <a:extLst>
                <a:ext uri="{FF2B5EF4-FFF2-40B4-BE49-F238E27FC236}">
                  <a16:creationId xmlns:a16="http://schemas.microsoft.com/office/drawing/2014/main" id="{BE4C795B-1813-4CC6-B03F-8DD130BEAA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E0F4C04D-5CD8-446B-BE3D-257172E6E4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DDC802E-606F-4F39-84B6-90DF0FE544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2C5B0C75-0136-4A39-9AB6-0F02C45278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5ED2B52-3D40-46DE-8B54-99A4071578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8BCEC75-1B6B-45B2-8041-8D933FCF6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A2FC789-056A-43CC-807E-4262CDC3E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8C32FD3-76B0-40E7-89F2-E9C523210A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82E9447-8362-426C-840A-B6F2231F7B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F141DC8-83CE-4C21-A5BA-E2FFF3D866E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12A697C-ECBC-40A9-AC69-BF96A34B91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2E988AF-5EFB-43D3-B93F-6E4F41A2C9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B312C1B-AAE2-4A6D-ACC7-ABAA75D428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57B96146-61DA-44D6-A9DF-6DB41FCF2D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B33F93D-4439-46EE-97C4-9CECAAFDCF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914B275-A3D7-4BA4-B8CB-E7657100F3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D26EF3B-FBE7-4D57-8E01-553F50734A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CC1E671-BA54-4B31-9A2E-8F50BC57A2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836A704-3624-4ABF-9A67-0F52C2F3EF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FDC385D-BA34-481F-A991-A776E0B193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1EF033A-D8FB-416B-AE51-4E098A27D6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7C17B48-F458-4E9B-9331-56FCDC5B6A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7E44A4B-D453-46F0-A83D-AF0B33D5C59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46BEA9F-314B-440D-AE8D-21E1252EC5A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F15EAFD0-4869-4612-ACDE-ABC703104E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A0F26706-7F23-4FF0-9CAF-F3C4F47C11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C0195A72-345A-4E88-8D71-14DB3D1B60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0DBF51A6-A3BC-49FE-BB01-E899281177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A78DF911-744C-419B-83DC-39F270BBF4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1" name="Freeform: Shape 40">
            <a:extLst>
              <a:ext uri="{FF2B5EF4-FFF2-40B4-BE49-F238E27FC236}">
                <a16:creationId xmlns:a16="http://schemas.microsoft.com/office/drawing/2014/main" id="{216BB147-20D5-4D93-BDA5-1BC614D6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5">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43" name="Freeform: Shape 42">
            <a:extLst>
              <a:ext uri="{FF2B5EF4-FFF2-40B4-BE49-F238E27FC236}">
                <a16:creationId xmlns:a16="http://schemas.microsoft.com/office/drawing/2014/main" id="{0A253F60-DE40-4508-A37A-61331DF1D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grpSp>
        <p:nvGrpSpPr>
          <p:cNvPr id="45" name="Group 44">
            <a:extLst>
              <a:ext uri="{FF2B5EF4-FFF2-40B4-BE49-F238E27FC236}">
                <a16:creationId xmlns:a16="http://schemas.microsoft.com/office/drawing/2014/main" id="{CFB42397-759B-4110-90F9-11A099A04F18}"/>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46" name="Straight Connector 45">
              <a:extLst>
                <a:ext uri="{FF2B5EF4-FFF2-40B4-BE49-F238E27FC236}">
                  <a16:creationId xmlns:a16="http://schemas.microsoft.com/office/drawing/2014/main" id="{7CE16B93-748F-4AF3-90C6-D3EE861E78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A1F2252F-DB74-4990-8E43-3B46EB31A8F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0BBB0339-E325-46BB-A951-96F1A4651B7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121A6F6B-EBF5-41B9-BDDB-AF519B8AD44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A2CB88A6-ABF0-4981-8112-89F17060AF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5207B5CF-3BA7-46DE-A98B-C46A77F219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9DE055E6-5758-4FD1-A969-1AB1F47EE57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5B9E002-9254-431A-BEE3-BC744C6D41B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85BB4EB4-8685-4464-8EAE-D44D7770B6B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B3239F69-CDD7-49E2-9C2E-B56A6D009A3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A6C507C8-734D-457D-A4EA-3C1F17BC8CB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9139D922-20CB-41E9-B69E-FA643C51A3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5FE3C40B-0A70-4224-BC24-365327DC6C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422999B0-1AA0-4D8B-BB3E-1BEAD972B8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49737CB6-048C-4FD9-9663-0D214A0A30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2F1A2328-0FD2-449E-A066-56A7D096AB1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63212297-7D47-455C-B574-D4A450A6B9F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4F88725D-F086-42CF-A0A4-F335D03F9E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0EE97B27-B4E2-45AF-ACC9-5EC22DB7A8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8FADBC7B-7D04-4E57-9B78-3FC78B9030D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CCD44BB5-3236-443E-BDD8-7E145E32D6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385E742B-9320-4785-A94F-2CAE2855CCB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8A42F567-7F15-4D7B-8F9C-5F8F6B2832F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69DAD4DF-0FE8-401C-AE04-738B80B2589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2101394A-2A38-4F45-B5B6-A025C4B43F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79D4873B-257C-4327-907C-08294692144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D5350388-C37B-41E0-8172-2F7D79DBBA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1DA0A053-52F2-4D51-BEB7-31B0A3CA04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B23551FA-C6B2-4251-A24C-021D7B64EAE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grpSp>
        <p:nvGrpSpPr>
          <p:cNvPr id="76" name="Group 75">
            <a:extLst>
              <a:ext uri="{FF2B5EF4-FFF2-40B4-BE49-F238E27FC236}">
                <a16:creationId xmlns:a16="http://schemas.microsoft.com/office/drawing/2014/main" id="{9A50F0F9-04C8-47E4-AF66-B3CAF8C81917}"/>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77" name="Straight Connector 76">
              <a:extLst>
                <a:ext uri="{FF2B5EF4-FFF2-40B4-BE49-F238E27FC236}">
                  <a16:creationId xmlns:a16="http://schemas.microsoft.com/office/drawing/2014/main" id="{2017C593-7166-4110-8447-086A8A2DB9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0792CE38-231D-4EFB-BD1C-B0DFC4714A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37902244-3120-4F1E-BCA7-C414F8CA577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6C2A9BEC-6FBD-4C4E-9D8F-6797108601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CD05CAB2-3C3D-4649-A904-7115E0A40D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479ECC96-BB36-4A8A-ACFC-0CDAC9A327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D6C3BBC2-CEC2-44E9-B82B-34488E7E33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373074D9-0CF2-46DC-8D7A-871B6FE419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D573F54A-11A1-4A06-8130-294B4D5CEE5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72F69BFB-91DF-4F4E-BE91-2D6805CD68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4BA93DEE-828E-4AC5-A89A-B3FCC1689AF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2043F28B-A5B8-4573-89CC-A68E27A72EC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A41EDE26-6F99-4FF5-A50B-255FEF1CAC1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DC69229A-861A-4B33-A690-B89F20F21A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A1FF5E2F-2AD1-485A-8981-8905C2357C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82E9781F-DF28-41A8-8A6B-7DC5409F9E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ECDF5C52-5A30-4182-9FF7-118DB1BB648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FC8008CF-A1BC-4A0E-B9A2-05FB501EBD4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2DF1A43F-5E26-4631-8775-BC3BACEB16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08A5A284-AA4F-43C1-84B9-947642136BD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5B3BE54E-1FBA-4E64-982C-9CA2C0C4847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7E7BA94A-1A8A-45C6-9B8F-AFEC955F1F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55C6D3A0-6B84-4021-87FB-3179A711BBF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DA87903E-EEC8-47F4-8730-06C5FD14BC6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A8A92A2B-3460-4608-B3EA-4FFEAF83B1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2B0E1020-452C-4B7F-A1D2-BA8F1B83FA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6903CF7B-6947-4932-AD73-020495EDC0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8453FA51-CE2D-4B84-9F4F-3263D1BC4DB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3327B132-AD8C-4732-93AA-C136586C22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useBgFill="1">
        <p:nvSpPr>
          <p:cNvPr id="107" name="Rectangle 106">
            <a:extLst>
              <a:ext uri="{FF2B5EF4-FFF2-40B4-BE49-F238E27FC236}">
                <a16:creationId xmlns:a16="http://schemas.microsoft.com/office/drawing/2014/main" id="{BA6285CA-6AFA-4F27-AFB5-1B32CDE09B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9" name="Rectangle 108">
            <a:extLst>
              <a:ext uri="{FF2B5EF4-FFF2-40B4-BE49-F238E27FC236}">
                <a16:creationId xmlns:a16="http://schemas.microsoft.com/office/drawing/2014/main" id="{7F7C084A-330C-4243-AD92-F98B226F06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1" name="Freeform: Shape 110">
            <a:extLst>
              <a:ext uri="{FF2B5EF4-FFF2-40B4-BE49-F238E27FC236}">
                <a16:creationId xmlns:a16="http://schemas.microsoft.com/office/drawing/2014/main" id="{7F19A9C0-8335-4ABB-91B6-3960317126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25" y="-1"/>
            <a:ext cx="1900796" cy="1487973"/>
          </a:xfrm>
          <a:custGeom>
            <a:avLst/>
            <a:gdLst>
              <a:gd name="connsiteX0" fmla="*/ 972945 w 1900796"/>
              <a:gd name="connsiteY0" fmla="*/ 0 h 1487973"/>
              <a:gd name="connsiteX1" fmla="*/ 1900796 w 1900796"/>
              <a:gd name="connsiteY1" fmla="*/ 0 h 1487973"/>
              <a:gd name="connsiteX2" fmla="*/ 1892752 w 1900796"/>
              <a:gd name="connsiteY2" fmla="*/ 21978 h 1487973"/>
              <a:gd name="connsiteX3" fmla="*/ 129456 w 1900796"/>
              <a:gd name="connsiteY3" fmla="*/ 1468215 h 1487973"/>
              <a:gd name="connsiteX4" fmla="*/ 0 w 1900796"/>
              <a:gd name="connsiteY4" fmla="*/ 1487973 h 1487973"/>
              <a:gd name="connsiteX5" fmla="*/ 0 w 1900796"/>
              <a:gd name="connsiteY5" fmla="*/ 656709 h 1487973"/>
              <a:gd name="connsiteX6" fmla="*/ 120652 w 1900796"/>
              <a:gd name="connsiteY6" fmla="*/ 625686 h 1487973"/>
              <a:gd name="connsiteX7" fmla="*/ 893935 w 1900796"/>
              <a:gd name="connsiteY7" fmla="*/ 105659 h 148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0796" h="1487973">
                <a:moveTo>
                  <a:pt x="972945" y="0"/>
                </a:moveTo>
                <a:lnTo>
                  <a:pt x="1900796" y="0"/>
                </a:lnTo>
                <a:lnTo>
                  <a:pt x="1892752" y="21978"/>
                </a:lnTo>
                <a:cubicBezTo>
                  <a:pt x="1582882" y="754592"/>
                  <a:pt x="926716" y="1305072"/>
                  <a:pt x="129456" y="1468215"/>
                </a:cubicBezTo>
                <a:lnTo>
                  <a:pt x="0" y="1487973"/>
                </a:lnTo>
                <a:lnTo>
                  <a:pt x="0" y="656709"/>
                </a:lnTo>
                <a:lnTo>
                  <a:pt x="120652" y="625686"/>
                </a:lnTo>
                <a:cubicBezTo>
                  <a:pt x="426975" y="530410"/>
                  <a:pt x="694570" y="347233"/>
                  <a:pt x="893935" y="105659"/>
                </a:cubicBezTo>
                <a:close/>
              </a:path>
            </a:pathLst>
          </a:custGeom>
          <a:solidFill>
            <a:schemeClr val="accent1">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3" name="Right Triangle 112">
            <a:extLst>
              <a:ext uri="{FF2B5EF4-FFF2-40B4-BE49-F238E27FC236}">
                <a16:creationId xmlns:a16="http://schemas.microsoft.com/office/drawing/2014/main" id="{7BCC6446-8462-4A63-9B6F-8F57EC40F6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65271" y="2673521"/>
            <a:ext cx="568289" cy="568289"/>
          </a:xfrm>
          <a:prstGeom prst="rtTriangle">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Freeform: Shape 114">
            <a:extLst>
              <a:ext uri="{FF2B5EF4-FFF2-40B4-BE49-F238E27FC236}">
                <a16:creationId xmlns:a16="http://schemas.microsoft.com/office/drawing/2014/main" id="{3BA1208A-FAFD-4827-BF3E-A6B16CA01D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178446" y="4912946"/>
            <a:ext cx="2010507" cy="1945055"/>
          </a:xfrm>
          <a:custGeom>
            <a:avLst/>
            <a:gdLst>
              <a:gd name="connsiteX0" fmla="*/ 2010507 w 2010507"/>
              <a:gd name="connsiteY0" fmla="*/ 0 h 1945055"/>
              <a:gd name="connsiteX1" fmla="*/ 2010507 w 2010507"/>
              <a:gd name="connsiteY1" fmla="*/ 834250 h 1945055"/>
              <a:gd name="connsiteX2" fmla="*/ 1918431 w 2010507"/>
              <a:gd name="connsiteY2" fmla="*/ 857925 h 1945055"/>
              <a:gd name="connsiteX3" fmla="*/ 846136 w 2010507"/>
              <a:gd name="connsiteY3" fmla="*/ 1930220 h 1945055"/>
              <a:gd name="connsiteX4" fmla="*/ 842322 w 2010507"/>
              <a:gd name="connsiteY4" fmla="*/ 1945055 h 1945055"/>
              <a:gd name="connsiteX5" fmla="*/ 0 w 2010507"/>
              <a:gd name="connsiteY5" fmla="*/ 1945055 h 1945055"/>
              <a:gd name="connsiteX6" fmla="*/ 3608 w 2010507"/>
              <a:gd name="connsiteY6" fmla="*/ 1921417 h 1945055"/>
              <a:gd name="connsiteX7" fmla="*/ 1909628 w 2010507"/>
              <a:gd name="connsiteY7" fmla="*/ 15396 h 194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10507" h="1945055">
                <a:moveTo>
                  <a:pt x="2010507" y="0"/>
                </a:moveTo>
                <a:lnTo>
                  <a:pt x="2010507" y="834250"/>
                </a:lnTo>
                <a:lnTo>
                  <a:pt x="1918431" y="857925"/>
                </a:lnTo>
                <a:cubicBezTo>
                  <a:pt x="1407892" y="1016719"/>
                  <a:pt x="1004930" y="1419681"/>
                  <a:pt x="846136" y="1930220"/>
                </a:cubicBezTo>
                <a:lnTo>
                  <a:pt x="842322" y="1945055"/>
                </a:lnTo>
                <a:lnTo>
                  <a:pt x="0" y="1945055"/>
                </a:lnTo>
                <a:lnTo>
                  <a:pt x="3608" y="1921417"/>
                </a:lnTo>
                <a:cubicBezTo>
                  <a:pt x="199379" y="964705"/>
                  <a:pt x="952916" y="211168"/>
                  <a:pt x="1909628" y="15396"/>
                </a:cubicBezTo>
                <a:close/>
              </a:path>
            </a:pathLst>
          </a:custGeom>
          <a:solidFill>
            <a:schemeClr val="accent6">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17" name="Group 116">
            <a:extLst>
              <a:ext uri="{FF2B5EF4-FFF2-40B4-BE49-F238E27FC236}">
                <a16:creationId xmlns:a16="http://schemas.microsoft.com/office/drawing/2014/main" id="{8118ECEF-CA6A-4CB6-BCA5-59B2DB40C4A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18" name="Straight Connector 117">
              <a:extLst>
                <a:ext uri="{FF2B5EF4-FFF2-40B4-BE49-F238E27FC236}">
                  <a16:creationId xmlns:a16="http://schemas.microsoft.com/office/drawing/2014/main" id="{CDC2A251-C28C-4A72-BAFF-511640FB2E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DDDB2429-3E01-4CD5-998D-8F5716A0987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1E26953B-4BE7-4AD0-B471-088DBB23D7D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E9D9ED6D-9817-4272-9FEF-E674FBCCCC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8718C0DE-4596-4A70-AA4F-E678AC7FBC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D8B48095-74C2-4053-872D-D3F70910C3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6224D0B6-A4CB-4D98-A1DC-2770B95F9E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CB39DE9C-23C1-4ABA-BD0D-B76BDC9630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19DDAAE0-966C-4350-8819-857CF524F3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BEE6C021-FBD3-42F3-9A9C-69C4E71989C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F02961B9-65E1-4B12-AD98-9845BC3F43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B22ABFE0-D700-4FD9-9CC8-D138B29ABFD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46FFF1A3-B8BF-470C-9436-D5B7818535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198B6551-FF5D-49F5-8D3E-757AEC357AF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50F3BFE5-573C-42C0-94D5-E5513CCC57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357931AB-4B07-4E0E-B3E4-84E2452E0A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CC4789DB-7083-4597-9FC7-6336EA0BE3D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9E0B4F1D-D11A-4023-BE6B-6679ABB2B4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28633D7A-F6FC-418F-AD87-0EE148C1A0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A0FC8FCC-6F69-4802-995C-903AE441629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86ABFCE7-4796-4186-8EDC-DB6CE87BC7E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E1935BF2-A804-46BA-940A-DDAD7888F3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ED012DA9-8D67-483A-8071-2903F2E3B2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109163DC-956E-44BE-B55A-E6C2C851DD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76CDE9FD-1880-483F-A039-BEB3AB0D374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38DDB23B-71E7-42A3-B055-5740EE14C5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37245B63-D771-461D-A625-4B49966D24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CF1DF9FF-1F61-4B4F-8993-6897DE09C9C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4092F139-6734-46F3-B176-11741F1F73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 name="TextBox 3">
            <a:extLst>
              <a:ext uri="{FF2B5EF4-FFF2-40B4-BE49-F238E27FC236}">
                <a16:creationId xmlns:a16="http://schemas.microsoft.com/office/drawing/2014/main" id="{B88CA4E2-413A-C791-CBE1-B196EE27EEB4}"/>
              </a:ext>
            </a:extLst>
          </p:cNvPr>
          <p:cNvSpPr txBox="1"/>
          <p:nvPr/>
        </p:nvSpPr>
        <p:spPr>
          <a:xfrm>
            <a:off x="844802" y="742157"/>
            <a:ext cx="10737917" cy="510909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5400" b="1" dirty="0">
                <a:solidFill>
                  <a:schemeClr val="accent6">
                    <a:lumMod val="49000"/>
                  </a:schemeClr>
                </a:solidFill>
                <a:latin typeface="Posterama"/>
                <a:cs typeface="Posterama"/>
              </a:rPr>
              <a:t>Tests to be conducted:</a:t>
            </a:r>
          </a:p>
          <a:p>
            <a:endParaRPr lang="en-US" sz="2800" dirty="0">
              <a:solidFill>
                <a:srgbClr val="3C5709"/>
              </a:solidFill>
              <a:latin typeface="Posterama"/>
              <a:cs typeface="Posterama"/>
            </a:endParaRPr>
          </a:p>
          <a:p>
            <a:endParaRPr lang="en-US" sz="2800" b="1" dirty="0">
              <a:solidFill>
                <a:srgbClr val="3C5709"/>
              </a:solidFill>
              <a:latin typeface="Posterama"/>
              <a:cs typeface="Posterama"/>
            </a:endParaRPr>
          </a:p>
          <a:p>
            <a:pPr marL="457200" indent="-457200">
              <a:buFont typeface="Arial"/>
              <a:buChar char="•"/>
            </a:pPr>
            <a:r>
              <a:rPr lang="en-US" sz="2800" b="1" dirty="0">
                <a:solidFill>
                  <a:srgbClr val="3C5709"/>
                </a:solidFill>
                <a:latin typeface="Posterama"/>
                <a:cs typeface="Posterama"/>
              </a:rPr>
              <a:t>Thermal Conductivity</a:t>
            </a:r>
          </a:p>
          <a:p>
            <a:r>
              <a:rPr lang="en-US" sz="2800" dirty="0">
                <a:solidFill>
                  <a:srgbClr val="3C5709"/>
                </a:solidFill>
                <a:latin typeface="Posterama"/>
                <a:cs typeface="Posterama"/>
              </a:rPr>
              <a:t>     </a:t>
            </a:r>
            <a:r>
              <a:rPr lang="en-US" sz="2400" dirty="0">
                <a:solidFill>
                  <a:srgbClr val="3C5709"/>
                </a:solidFill>
                <a:latin typeface="Posterama"/>
                <a:cs typeface="Posterama"/>
              </a:rPr>
              <a:t>The test has already been conducted; it needs further       calculation from the data to get the conductivity.</a:t>
            </a:r>
          </a:p>
          <a:p>
            <a:pPr marL="457200" indent="-457200">
              <a:buFont typeface="Arial"/>
              <a:buChar char="•"/>
            </a:pPr>
            <a:r>
              <a:rPr lang="en-US" sz="2800" b="1" dirty="0">
                <a:solidFill>
                  <a:srgbClr val="3C5709"/>
                </a:solidFill>
                <a:latin typeface="Posterama"/>
                <a:cs typeface="Posterama"/>
              </a:rPr>
              <a:t>FTIR</a:t>
            </a:r>
          </a:p>
          <a:p>
            <a:r>
              <a:rPr lang="en-US" sz="2800" dirty="0">
                <a:solidFill>
                  <a:srgbClr val="3C5709"/>
                </a:solidFill>
                <a:latin typeface="Posterama"/>
                <a:cs typeface="Posterama"/>
              </a:rPr>
              <a:t>     </a:t>
            </a:r>
            <a:r>
              <a:rPr lang="en-US" sz="2400" dirty="0">
                <a:solidFill>
                  <a:srgbClr val="3C5709"/>
                </a:solidFill>
                <a:latin typeface="Posterama"/>
                <a:cs typeface="Posterama"/>
              </a:rPr>
              <a:t>The sample has been sent for FTIR analysis.</a:t>
            </a:r>
          </a:p>
          <a:p>
            <a:pPr marL="457200" indent="-457200">
              <a:buFont typeface="Arial"/>
              <a:buChar char="•"/>
            </a:pPr>
            <a:r>
              <a:rPr lang="en-US" sz="2800" b="1" dirty="0">
                <a:solidFill>
                  <a:srgbClr val="3C5709"/>
                </a:solidFill>
                <a:latin typeface="Posterama"/>
                <a:cs typeface="Posterama"/>
              </a:rPr>
              <a:t>DSC</a:t>
            </a:r>
          </a:p>
          <a:p>
            <a:r>
              <a:rPr lang="en-US" sz="2800" dirty="0">
                <a:solidFill>
                  <a:srgbClr val="3C5709"/>
                </a:solidFill>
                <a:latin typeface="Posterama"/>
                <a:cs typeface="Posterama"/>
              </a:rPr>
              <a:t>     </a:t>
            </a:r>
            <a:r>
              <a:rPr lang="en-US" sz="2400" dirty="0">
                <a:solidFill>
                  <a:srgbClr val="3C5709"/>
                </a:solidFill>
                <a:latin typeface="Posterama"/>
                <a:cs typeface="Posterama"/>
              </a:rPr>
              <a:t>Due to the machine being out of order, currently we are unable to conduct the test; alternate options are being looked for.</a:t>
            </a:r>
          </a:p>
        </p:txBody>
      </p:sp>
    </p:spTree>
    <p:extLst>
      <p:ext uri="{BB962C8B-B14F-4D97-AF65-F5344CB8AC3E}">
        <p14:creationId xmlns:p14="http://schemas.microsoft.com/office/powerpoint/2010/main" val="30480527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4798C7F-C8CA-4799-BF37-3AB4642CDB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10" name="Group 9">
            <a:extLst>
              <a:ext uri="{FF2B5EF4-FFF2-40B4-BE49-F238E27FC236}">
                <a16:creationId xmlns:a16="http://schemas.microsoft.com/office/drawing/2014/main" id="{87F0794B-55D3-4D2D-BDE7-4688ED321E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1" name="Straight Connector 10">
              <a:extLst>
                <a:ext uri="{FF2B5EF4-FFF2-40B4-BE49-F238E27FC236}">
                  <a16:creationId xmlns:a16="http://schemas.microsoft.com/office/drawing/2014/main" id="{BE4C795B-1813-4CC6-B03F-8DD130BEAA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E0F4C04D-5CD8-446B-BE3D-257172E6E4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DDC802E-606F-4F39-84B6-90DF0FE544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2C5B0C75-0136-4A39-9AB6-0F02C45278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5ED2B52-3D40-46DE-8B54-99A4071578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8BCEC75-1B6B-45B2-8041-8D933FCF6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A2FC789-056A-43CC-807E-4262CDC3E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8C32FD3-76B0-40E7-89F2-E9C523210A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82E9447-8362-426C-840A-B6F2231F7B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F141DC8-83CE-4C21-A5BA-E2FFF3D866E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12A697C-ECBC-40A9-AC69-BF96A34B91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2E988AF-5EFB-43D3-B93F-6E4F41A2C9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B312C1B-AAE2-4A6D-ACC7-ABAA75D428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57B96146-61DA-44D6-A9DF-6DB41FCF2D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B33F93D-4439-46EE-97C4-9CECAAFDCF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914B275-A3D7-4BA4-B8CB-E7657100F3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D26EF3B-FBE7-4D57-8E01-553F50734A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CC1E671-BA54-4B31-9A2E-8F50BC57A2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836A704-3624-4ABF-9A67-0F52C2F3EF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FDC385D-BA34-481F-A991-A776E0B193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1EF033A-D8FB-416B-AE51-4E098A27D6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7C17B48-F458-4E9B-9331-56FCDC5B6A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7E44A4B-D453-46F0-A83D-AF0B33D5C59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46BEA9F-314B-440D-AE8D-21E1252EC5A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F15EAFD0-4869-4612-ACDE-ABC703104E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A0F26706-7F23-4FF0-9CAF-F3C4F47C11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C0195A72-345A-4E88-8D71-14DB3D1B60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0DBF51A6-A3BC-49FE-BB01-E899281177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A78DF911-744C-419B-83DC-39F270BBF4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1" name="Freeform: Shape 40">
            <a:extLst>
              <a:ext uri="{FF2B5EF4-FFF2-40B4-BE49-F238E27FC236}">
                <a16:creationId xmlns:a16="http://schemas.microsoft.com/office/drawing/2014/main" id="{216BB147-20D5-4D93-BDA5-1BC614D6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5">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43" name="Freeform: Shape 42">
            <a:extLst>
              <a:ext uri="{FF2B5EF4-FFF2-40B4-BE49-F238E27FC236}">
                <a16:creationId xmlns:a16="http://schemas.microsoft.com/office/drawing/2014/main" id="{0A253F60-DE40-4508-A37A-61331DF1D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grpSp>
        <p:nvGrpSpPr>
          <p:cNvPr id="45" name="Group 44">
            <a:extLst>
              <a:ext uri="{FF2B5EF4-FFF2-40B4-BE49-F238E27FC236}">
                <a16:creationId xmlns:a16="http://schemas.microsoft.com/office/drawing/2014/main" id="{CFB42397-759B-4110-90F9-11A099A04F18}"/>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46" name="Straight Connector 45">
              <a:extLst>
                <a:ext uri="{FF2B5EF4-FFF2-40B4-BE49-F238E27FC236}">
                  <a16:creationId xmlns:a16="http://schemas.microsoft.com/office/drawing/2014/main" id="{7CE16B93-748F-4AF3-90C6-D3EE861E78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A1F2252F-DB74-4990-8E43-3B46EB31A8F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0BBB0339-E325-46BB-A951-96F1A4651B7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121A6F6B-EBF5-41B9-BDDB-AF519B8AD44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A2CB88A6-ABF0-4981-8112-89F17060AF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5207B5CF-3BA7-46DE-A98B-C46A77F219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9DE055E6-5758-4FD1-A969-1AB1F47EE57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5B9E002-9254-431A-BEE3-BC744C6D41B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85BB4EB4-8685-4464-8EAE-D44D7770B6B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B3239F69-CDD7-49E2-9C2E-B56A6D009A3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A6C507C8-734D-457D-A4EA-3C1F17BC8CB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9139D922-20CB-41E9-B69E-FA643C51A3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5FE3C40B-0A70-4224-BC24-365327DC6C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422999B0-1AA0-4D8B-BB3E-1BEAD972B8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49737CB6-048C-4FD9-9663-0D214A0A30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2F1A2328-0FD2-449E-A066-56A7D096AB1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63212297-7D47-455C-B574-D4A450A6B9F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4F88725D-F086-42CF-A0A4-F335D03F9E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0EE97B27-B4E2-45AF-ACC9-5EC22DB7A8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8FADBC7B-7D04-4E57-9B78-3FC78B9030D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CCD44BB5-3236-443E-BDD8-7E145E32D6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385E742B-9320-4785-A94F-2CAE2855CCB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8A42F567-7F15-4D7B-8F9C-5F8F6B2832F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69DAD4DF-0FE8-401C-AE04-738B80B2589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2101394A-2A38-4F45-B5B6-A025C4B43F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79D4873B-257C-4327-907C-08294692144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D5350388-C37B-41E0-8172-2F7D79DBBA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1DA0A053-52F2-4D51-BEB7-31B0A3CA04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B23551FA-C6B2-4251-A24C-021D7B64EAE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grpSp>
        <p:nvGrpSpPr>
          <p:cNvPr id="76" name="Group 75">
            <a:extLst>
              <a:ext uri="{FF2B5EF4-FFF2-40B4-BE49-F238E27FC236}">
                <a16:creationId xmlns:a16="http://schemas.microsoft.com/office/drawing/2014/main" id="{9A50F0F9-04C8-47E4-AF66-B3CAF8C81917}"/>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77" name="Straight Connector 76">
              <a:extLst>
                <a:ext uri="{FF2B5EF4-FFF2-40B4-BE49-F238E27FC236}">
                  <a16:creationId xmlns:a16="http://schemas.microsoft.com/office/drawing/2014/main" id="{2017C593-7166-4110-8447-086A8A2DB9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0792CE38-231D-4EFB-BD1C-B0DFC4714A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37902244-3120-4F1E-BCA7-C414F8CA577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6C2A9BEC-6FBD-4C4E-9D8F-6797108601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CD05CAB2-3C3D-4649-A904-7115E0A40D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479ECC96-BB36-4A8A-ACFC-0CDAC9A327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D6C3BBC2-CEC2-44E9-B82B-34488E7E33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373074D9-0CF2-46DC-8D7A-871B6FE419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D573F54A-11A1-4A06-8130-294B4D5CEE5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72F69BFB-91DF-4F4E-BE91-2D6805CD68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4BA93DEE-828E-4AC5-A89A-B3FCC1689AF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2043F28B-A5B8-4573-89CC-A68E27A72EC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A41EDE26-6F99-4FF5-A50B-255FEF1CAC1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DC69229A-861A-4B33-A690-B89F20F21A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A1FF5E2F-2AD1-485A-8981-8905C2357C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82E9781F-DF28-41A8-8A6B-7DC5409F9E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ECDF5C52-5A30-4182-9FF7-118DB1BB648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FC8008CF-A1BC-4A0E-B9A2-05FB501EBD4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2DF1A43F-5E26-4631-8775-BC3BACEB16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08A5A284-AA4F-43C1-84B9-947642136BD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5B3BE54E-1FBA-4E64-982C-9CA2C0C4847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7E7BA94A-1A8A-45C6-9B8F-AFEC955F1F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55C6D3A0-6B84-4021-87FB-3179A711BBF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DA87903E-EEC8-47F4-8730-06C5FD14BC6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A8A92A2B-3460-4608-B3EA-4FFEAF83B1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2B0E1020-452C-4B7F-A1D2-BA8F1B83FA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6903CF7B-6947-4932-AD73-020495EDC0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8453FA51-CE2D-4B84-9F4F-3263D1BC4DB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3327B132-AD8C-4732-93AA-C136586C22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useBgFill="1">
        <p:nvSpPr>
          <p:cNvPr id="107" name="Rectangle 106">
            <a:extLst>
              <a:ext uri="{FF2B5EF4-FFF2-40B4-BE49-F238E27FC236}">
                <a16:creationId xmlns:a16="http://schemas.microsoft.com/office/drawing/2014/main" id="{BA6285CA-6AFA-4F27-AFB5-1B32CDE09B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9" name="Rectangle 108">
            <a:extLst>
              <a:ext uri="{FF2B5EF4-FFF2-40B4-BE49-F238E27FC236}">
                <a16:creationId xmlns:a16="http://schemas.microsoft.com/office/drawing/2014/main" id="{7F7C084A-330C-4243-AD92-F98B226F06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1" name="Freeform: Shape 110">
            <a:extLst>
              <a:ext uri="{FF2B5EF4-FFF2-40B4-BE49-F238E27FC236}">
                <a16:creationId xmlns:a16="http://schemas.microsoft.com/office/drawing/2014/main" id="{7F19A9C0-8335-4ABB-91B6-3960317126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25" y="-1"/>
            <a:ext cx="1900796" cy="1487973"/>
          </a:xfrm>
          <a:custGeom>
            <a:avLst/>
            <a:gdLst>
              <a:gd name="connsiteX0" fmla="*/ 972945 w 1900796"/>
              <a:gd name="connsiteY0" fmla="*/ 0 h 1487973"/>
              <a:gd name="connsiteX1" fmla="*/ 1900796 w 1900796"/>
              <a:gd name="connsiteY1" fmla="*/ 0 h 1487973"/>
              <a:gd name="connsiteX2" fmla="*/ 1892752 w 1900796"/>
              <a:gd name="connsiteY2" fmla="*/ 21978 h 1487973"/>
              <a:gd name="connsiteX3" fmla="*/ 129456 w 1900796"/>
              <a:gd name="connsiteY3" fmla="*/ 1468215 h 1487973"/>
              <a:gd name="connsiteX4" fmla="*/ 0 w 1900796"/>
              <a:gd name="connsiteY4" fmla="*/ 1487973 h 1487973"/>
              <a:gd name="connsiteX5" fmla="*/ 0 w 1900796"/>
              <a:gd name="connsiteY5" fmla="*/ 656709 h 1487973"/>
              <a:gd name="connsiteX6" fmla="*/ 120652 w 1900796"/>
              <a:gd name="connsiteY6" fmla="*/ 625686 h 1487973"/>
              <a:gd name="connsiteX7" fmla="*/ 893935 w 1900796"/>
              <a:gd name="connsiteY7" fmla="*/ 105659 h 148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0796" h="1487973">
                <a:moveTo>
                  <a:pt x="972945" y="0"/>
                </a:moveTo>
                <a:lnTo>
                  <a:pt x="1900796" y="0"/>
                </a:lnTo>
                <a:lnTo>
                  <a:pt x="1892752" y="21978"/>
                </a:lnTo>
                <a:cubicBezTo>
                  <a:pt x="1582882" y="754592"/>
                  <a:pt x="926716" y="1305072"/>
                  <a:pt x="129456" y="1468215"/>
                </a:cubicBezTo>
                <a:lnTo>
                  <a:pt x="0" y="1487973"/>
                </a:lnTo>
                <a:lnTo>
                  <a:pt x="0" y="656709"/>
                </a:lnTo>
                <a:lnTo>
                  <a:pt x="120652" y="625686"/>
                </a:lnTo>
                <a:cubicBezTo>
                  <a:pt x="426975" y="530410"/>
                  <a:pt x="694570" y="347233"/>
                  <a:pt x="893935" y="105659"/>
                </a:cubicBezTo>
                <a:close/>
              </a:path>
            </a:pathLst>
          </a:custGeom>
          <a:solidFill>
            <a:schemeClr val="accent1">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3" name="Right Triangle 112">
            <a:extLst>
              <a:ext uri="{FF2B5EF4-FFF2-40B4-BE49-F238E27FC236}">
                <a16:creationId xmlns:a16="http://schemas.microsoft.com/office/drawing/2014/main" id="{7BCC6446-8462-4A63-9B6F-8F57EC40F6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65271" y="2673521"/>
            <a:ext cx="568289" cy="568289"/>
          </a:xfrm>
          <a:prstGeom prst="rtTriangle">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Freeform: Shape 114">
            <a:extLst>
              <a:ext uri="{FF2B5EF4-FFF2-40B4-BE49-F238E27FC236}">
                <a16:creationId xmlns:a16="http://schemas.microsoft.com/office/drawing/2014/main" id="{3BA1208A-FAFD-4827-BF3E-A6B16CA01D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178446" y="4912946"/>
            <a:ext cx="2010507" cy="1945055"/>
          </a:xfrm>
          <a:custGeom>
            <a:avLst/>
            <a:gdLst>
              <a:gd name="connsiteX0" fmla="*/ 2010507 w 2010507"/>
              <a:gd name="connsiteY0" fmla="*/ 0 h 1945055"/>
              <a:gd name="connsiteX1" fmla="*/ 2010507 w 2010507"/>
              <a:gd name="connsiteY1" fmla="*/ 834250 h 1945055"/>
              <a:gd name="connsiteX2" fmla="*/ 1918431 w 2010507"/>
              <a:gd name="connsiteY2" fmla="*/ 857925 h 1945055"/>
              <a:gd name="connsiteX3" fmla="*/ 846136 w 2010507"/>
              <a:gd name="connsiteY3" fmla="*/ 1930220 h 1945055"/>
              <a:gd name="connsiteX4" fmla="*/ 842322 w 2010507"/>
              <a:gd name="connsiteY4" fmla="*/ 1945055 h 1945055"/>
              <a:gd name="connsiteX5" fmla="*/ 0 w 2010507"/>
              <a:gd name="connsiteY5" fmla="*/ 1945055 h 1945055"/>
              <a:gd name="connsiteX6" fmla="*/ 3608 w 2010507"/>
              <a:gd name="connsiteY6" fmla="*/ 1921417 h 1945055"/>
              <a:gd name="connsiteX7" fmla="*/ 1909628 w 2010507"/>
              <a:gd name="connsiteY7" fmla="*/ 15396 h 194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10507" h="1945055">
                <a:moveTo>
                  <a:pt x="2010507" y="0"/>
                </a:moveTo>
                <a:lnTo>
                  <a:pt x="2010507" y="834250"/>
                </a:lnTo>
                <a:lnTo>
                  <a:pt x="1918431" y="857925"/>
                </a:lnTo>
                <a:cubicBezTo>
                  <a:pt x="1407892" y="1016719"/>
                  <a:pt x="1004930" y="1419681"/>
                  <a:pt x="846136" y="1930220"/>
                </a:cubicBezTo>
                <a:lnTo>
                  <a:pt x="842322" y="1945055"/>
                </a:lnTo>
                <a:lnTo>
                  <a:pt x="0" y="1945055"/>
                </a:lnTo>
                <a:lnTo>
                  <a:pt x="3608" y="1921417"/>
                </a:lnTo>
                <a:cubicBezTo>
                  <a:pt x="199379" y="964705"/>
                  <a:pt x="952916" y="211168"/>
                  <a:pt x="1909628" y="15396"/>
                </a:cubicBezTo>
                <a:close/>
              </a:path>
            </a:pathLst>
          </a:custGeom>
          <a:solidFill>
            <a:schemeClr val="accent6">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17" name="Group 116">
            <a:extLst>
              <a:ext uri="{FF2B5EF4-FFF2-40B4-BE49-F238E27FC236}">
                <a16:creationId xmlns:a16="http://schemas.microsoft.com/office/drawing/2014/main" id="{8118ECEF-CA6A-4CB6-BCA5-59B2DB40C4A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18" name="Straight Connector 117">
              <a:extLst>
                <a:ext uri="{FF2B5EF4-FFF2-40B4-BE49-F238E27FC236}">
                  <a16:creationId xmlns:a16="http://schemas.microsoft.com/office/drawing/2014/main" id="{CDC2A251-C28C-4A72-BAFF-511640FB2E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DDDB2429-3E01-4CD5-998D-8F5716A0987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1E26953B-4BE7-4AD0-B471-088DBB23D7D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E9D9ED6D-9817-4272-9FEF-E674FBCCCC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8718C0DE-4596-4A70-AA4F-E678AC7FBC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D8B48095-74C2-4053-872D-D3F70910C3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6224D0B6-A4CB-4D98-A1DC-2770B95F9E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CB39DE9C-23C1-4ABA-BD0D-B76BDC9630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19DDAAE0-966C-4350-8819-857CF524F3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BEE6C021-FBD3-42F3-9A9C-69C4E71989C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F02961B9-65E1-4B12-AD98-9845BC3F43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B22ABFE0-D700-4FD9-9CC8-D138B29ABFD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46FFF1A3-B8BF-470C-9436-D5B7818535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198B6551-FF5D-49F5-8D3E-757AEC357AF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50F3BFE5-573C-42C0-94D5-E5513CCC57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357931AB-4B07-4E0E-B3E4-84E2452E0A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CC4789DB-7083-4597-9FC7-6336EA0BE3D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9E0B4F1D-D11A-4023-BE6B-6679ABB2B4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28633D7A-F6FC-418F-AD87-0EE148C1A0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A0FC8FCC-6F69-4802-995C-903AE441629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86ABFCE7-4796-4186-8EDC-DB6CE87BC7E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E1935BF2-A804-46BA-940A-DDAD7888F3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ED012DA9-8D67-483A-8071-2903F2E3B2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109163DC-956E-44BE-B55A-E6C2C851DD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76CDE9FD-1880-483F-A039-BEB3AB0D374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38DDB23B-71E7-42A3-B055-5740EE14C5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37245B63-D771-461D-A625-4B49966D24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CF1DF9FF-1F61-4B4F-8993-6897DE09C9C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4092F139-6734-46F3-B176-11741F1F73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 name="TextBox 3">
            <a:extLst>
              <a:ext uri="{FF2B5EF4-FFF2-40B4-BE49-F238E27FC236}">
                <a16:creationId xmlns:a16="http://schemas.microsoft.com/office/drawing/2014/main" id="{B88CA4E2-413A-C791-CBE1-B196EE27EEB4}"/>
              </a:ext>
            </a:extLst>
          </p:cNvPr>
          <p:cNvSpPr txBox="1"/>
          <p:nvPr/>
        </p:nvSpPr>
        <p:spPr>
          <a:xfrm>
            <a:off x="2842478" y="2667751"/>
            <a:ext cx="6516025" cy="21852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8800" b="1" dirty="0">
                <a:solidFill>
                  <a:schemeClr val="accent6">
                    <a:lumMod val="49000"/>
                  </a:schemeClr>
                </a:solidFill>
                <a:latin typeface="Posterama"/>
                <a:cs typeface="Posterama"/>
              </a:rPr>
              <a:t>Thank You</a:t>
            </a:r>
          </a:p>
          <a:p>
            <a:endParaRPr lang="en-US" sz="4800" dirty="0">
              <a:solidFill>
                <a:srgbClr val="3C5709"/>
              </a:solidFill>
              <a:latin typeface="Posterama"/>
              <a:cs typeface="Posterama"/>
            </a:endParaRPr>
          </a:p>
        </p:txBody>
      </p:sp>
    </p:spTree>
    <p:extLst>
      <p:ext uri="{BB962C8B-B14F-4D97-AF65-F5344CB8AC3E}">
        <p14:creationId xmlns:p14="http://schemas.microsoft.com/office/powerpoint/2010/main" val="3344717467"/>
      </p:ext>
    </p:extLst>
  </p:cSld>
  <p:clrMapOvr>
    <a:masterClrMapping/>
  </p:clrMapOvr>
  <p:transition spd="slow">
    <p:wipe/>
  </p:transition>
</p:sld>
</file>

<file path=ppt/theme/theme1.xml><?xml version="1.0" encoding="utf-8"?>
<a:theme xmlns:a="http://schemas.openxmlformats.org/drawingml/2006/main" name="SineVTI">
  <a:themeElements>
    <a:clrScheme name="AnalogousFromRegularSeedLeftStep">
      <a:dk1>
        <a:srgbClr val="000000"/>
      </a:dk1>
      <a:lt1>
        <a:srgbClr val="FFFFFF"/>
      </a:lt1>
      <a:dk2>
        <a:srgbClr val="273B21"/>
      </a:dk2>
      <a:lt2>
        <a:srgbClr val="E8E5E2"/>
      </a:lt2>
      <a:accent1>
        <a:srgbClr val="2995E7"/>
      </a:accent1>
      <a:accent2>
        <a:srgbClr val="14B2B5"/>
      </a:accent2>
      <a:accent3>
        <a:srgbClr val="21B87B"/>
      </a:accent3>
      <a:accent4>
        <a:srgbClr val="14BC33"/>
      </a:accent4>
      <a:accent5>
        <a:srgbClr val="45BA21"/>
      </a:accent5>
      <a:accent6>
        <a:srgbClr val="7BB213"/>
      </a:accent6>
      <a:hlink>
        <a:srgbClr val="B7723D"/>
      </a:hlink>
      <a:folHlink>
        <a:srgbClr val="7F7F7F"/>
      </a:folHlink>
    </a:clrScheme>
    <a:fontScheme name="Custom 49">
      <a:majorFont>
        <a:latin typeface="Posterama"/>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ineVTI" id="{8435B2A2-1BD5-4C05-93E5-3C5388B709E3}" vid="{0D704B13-63FE-4848-A298-6B7359B95653}"/>
    </a:ext>
  </a:extLst>
</a:theme>
</file>

<file path=docProps/app.xml><?xml version="1.0" encoding="utf-8"?>
<Properties xmlns="http://schemas.openxmlformats.org/officeDocument/2006/extended-properties" xmlns:vt="http://schemas.openxmlformats.org/officeDocument/2006/docPropsVTypes">
  <Template>office theme</Template>
  <TotalTime>0</TotalTime>
  <Words>453</Words>
  <Application>Microsoft Office PowerPoint</Application>
  <PresentationFormat>Widescreen</PresentationFormat>
  <Paragraphs>74</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Avenir Next LT Pro</vt:lpstr>
      <vt:lpstr>Posterama</vt:lpstr>
      <vt:lpstr>Times New Roman</vt:lpstr>
      <vt:lpstr>SineVTI</vt:lpstr>
      <vt:lpstr>Capstone Project </vt:lpstr>
      <vt:lpstr>Thermal Insulator from Buffing Dust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2010104 - Md. Amanullah Asif</cp:lastModifiedBy>
  <cp:revision>284</cp:revision>
  <dcterms:created xsi:type="dcterms:W3CDTF">2024-10-30T15:16:09Z</dcterms:created>
  <dcterms:modified xsi:type="dcterms:W3CDTF">2025-11-12T04:13:45Z</dcterms:modified>
</cp:coreProperties>
</file>