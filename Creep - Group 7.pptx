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7"/>
  </p:notesMasterIdLst>
  <p:sldIdLst>
    <p:sldId id="256" r:id="rId2"/>
    <p:sldId id="257" r:id="rId3"/>
    <p:sldId id="280" r:id="rId4"/>
    <p:sldId id="279" r:id="rId5"/>
    <p:sldId id="258" r:id="rId6"/>
    <p:sldId id="259" r:id="rId7"/>
    <p:sldId id="260" r:id="rId8"/>
    <p:sldId id="27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52AF53-F3FC-4E3D-B3D7-4E38D1547E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377FA07B-0F5A-43FC-B742-AF50E4BA67F0}">
      <dgm:prSet/>
      <dgm:spPr/>
      <dgm:t>
        <a:bodyPr/>
        <a:lstStyle/>
        <a:p>
          <a:r>
            <a:rPr lang="en-US" dirty="0"/>
            <a:t>The melting temperature </a:t>
          </a:r>
          <a:r>
            <a:rPr lang="en-US" b="1" dirty="0"/>
            <a:t>of Ti-6Al-4V alloy </a:t>
          </a:r>
          <a:r>
            <a:rPr lang="en-US" dirty="0"/>
            <a:t>is : 3000-3272 </a:t>
          </a:r>
          <a:r>
            <a:rPr lang="en-US" b="1" i="0" dirty="0"/>
            <a:t>°F</a:t>
          </a:r>
          <a:endParaRPr lang="en-US" dirty="0"/>
        </a:p>
      </dgm:t>
    </dgm:pt>
    <dgm:pt modelId="{55903591-272E-4190-9B1A-58925A96554C}" type="parTrans" cxnId="{EE9BF89C-08E8-491B-889C-5C50A8218956}">
      <dgm:prSet/>
      <dgm:spPr/>
      <dgm:t>
        <a:bodyPr/>
        <a:lstStyle/>
        <a:p>
          <a:endParaRPr lang="en-US"/>
        </a:p>
      </dgm:t>
    </dgm:pt>
    <dgm:pt modelId="{79138D48-10C7-4DA8-AEE3-E11F6624C650}" type="sibTrans" cxnId="{EE9BF89C-08E8-491B-889C-5C50A8218956}">
      <dgm:prSet/>
      <dgm:spPr/>
      <dgm:t>
        <a:bodyPr/>
        <a:lstStyle/>
        <a:p>
          <a:endParaRPr lang="en-US"/>
        </a:p>
      </dgm:t>
    </dgm:pt>
    <dgm:pt modelId="{51DA6BF1-8476-4F2A-A333-8804F07B2E7A}">
      <dgm:prSet/>
      <dgm:spPr/>
      <dgm:t>
        <a:bodyPr/>
        <a:lstStyle/>
        <a:p>
          <a:r>
            <a:rPr lang="en-US"/>
            <a:t>For creep to occur temperature required : 0.5Tm( Melting temperature of the alloy)</a:t>
          </a:r>
        </a:p>
      </dgm:t>
    </dgm:pt>
    <dgm:pt modelId="{52FFD207-045C-4964-94E6-46C77A553150}" type="parTrans" cxnId="{4918ACF3-A26C-491F-937B-589C1186E221}">
      <dgm:prSet/>
      <dgm:spPr/>
      <dgm:t>
        <a:bodyPr/>
        <a:lstStyle/>
        <a:p>
          <a:endParaRPr lang="en-US"/>
        </a:p>
      </dgm:t>
    </dgm:pt>
    <dgm:pt modelId="{B2F12E85-C976-4CF8-9C0B-00A4722E1F09}" type="sibTrans" cxnId="{4918ACF3-A26C-491F-937B-589C1186E221}">
      <dgm:prSet/>
      <dgm:spPr/>
      <dgm:t>
        <a:bodyPr/>
        <a:lstStyle/>
        <a:p>
          <a:endParaRPr lang="en-US"/>
        </a:p>
      </dgm:t>
    </dgm:pt>
    <dgm:pt modelId="{A93839A7-5DA3-4F6D-917E-8FE074D19F35}">
      <dgm:prSet/>
      <dgm:spPr/>
      <dgm:t>
        <a:bodyPr/>
        <a:lstStyle/>
        <a:p>
          <a:r>
            <a:rPr lang="en-US" dirty="0"/>
            <a:t>For this  case temperature : 1500-1600 </a:t>
          </a:r>
          <a:r>
            <a:rPr lang="en-US" b="1" i="0" dirty="0"/>
            <a:t>°F</a:t>
          </a:r>
          <a:endParaRPr lang="en-US" dirty="0"/>
        </a:p>
      </dgm:t>
    </dgm:pt>
    <dgm:pt modelId="{D9B6822B-C9AB-4D72-86A2-6159CABB586C}" type="parTrans" cxnId="{19348935-EF2E-488F-BC1F-7ED8B9BBE9BC}">
      <dgm:prSet/>
      <dgm:spPr/>
      <dgm:t>
        <a:bodyPr/>
        <a:lstStyle/>
        <a:p>
          <a:endParaRPr lang="en-US"/>
        </a:p>
      </dgm:t>
    </dgm:pt>
    <dgm:pt modelId="{5855000B-12D2-4200-9767-4B16F347C321}" type="sibTrans" cxnId="{19348935-EF2E-488F-BC1F-7ED8B9BBE9BC}">
      <dgm:prSet/>
      <dgm:spPr/>
      <dgm:t>
        <a:bodyPr/>
        <a:lstStyle/>
        <a:p>
          <a:endParaRPr lang="en-US"/>
        </a:p>
      </dgm:t>
    </dgm:pt>
    <dgm:pt modelId="{744831E5-F8C7-48E4-BC22-8D3643E39E13}">
      <dgm:prSet/>
      <dgm:spPr/>
      <dgm:t>
        <a:bodyPr/>
        <a:lstStyle/>
        <a:p>
          <a:r>
            <a:rPr lang="en-US" dirty="0"/>
            <a:t>Temperature near the landing gear during high-stress conditions or heavy breaking  : 932</a:t>
          </a:r>
          <a:r>
            <a:rPr lang="en-US" b="1" i="0" dirty="0"/>
            <a:t>°F</a:t>
          </a:r>
          <a:endParaRPr lang="en-US" dirty="0"/>
        </a:p>
      </dgm:t>
    </dgm:pt>
    <dgm:pt modelId="{DD1A9574-A49E-458D-9541-BBCEBC857F78}" type="parTrans" cxnId="{54CC972E-A356-4E1C-86E7-6FC4C4EE85E4}">
      <dgm:prSet/>
      <dgm:spPr/>
      <dgm:t>
        <a:bodyPr/>
        <a:lstStyle/>
        <a:p>
          <a:endParaRPr lang="en-US"/>
        </a:p>
      </dgm:t>
    </dgm:pt>
    <dgm:pt modelId="{D8E1D0AD-4B16-4F9F-82B6-21F93FA0DD0B}" type="sibTrans" cxnId="{54CC972E-A356-4E1C-86E7-6FC4C4EE85E4}">
      <dgm:prSet/>
      <dgm:spPr/>
      <dgm:t>
        <a:bodyPr/>
        <a:lstStyle/>
        <a:p>
          <a:endParaRPr lang="en-US"/>
        </a:p>
      </dgm:t>
    </dgm:pt>
    <dgm:pt modelId="{ED49EB3B-4E96-4627-80B5-A476C2CFE0B5}">
      <dgm:prSet/>
      <dgm:spPr/>
      <dgm:t>
        <a:bodyPr/>
        <a:lstStyle/>
        <a:p>
          <a:r>
            <a:rPr lang="en-US" dirty="0"/>
            <a:t>Temperature of landing gear during flight : 212-392</a:t>
          </a:r>
          <a:r>
            <a:rPr lang="en-US" b="1" i="0" dirty="0"/>
            <a:t>°F</a:t>
          </a:r>
          <a:endParaRPr lang="en-US" dirty="0"/>
        </a:p>
      </dgm:t>
    </dgm:pt>
    <dgm:pt modelId="{464427B6-EE16-4B39-A6D8-807971C1B525}" type="parTrans" cxnId="{D6A59F47-3919-40F3-9353-89373CA31522}">
      <dgm:prSet/>
      <dgm:spPr/>
      <dgm:t>
        <a:bodyPr/>
        <a:lstStyle/>
        <a:p>
          <a:endParaRPr lang="en-US"/>
        </a:p>
      </dgm:t>
    </dgm:pt>
    <dgm:pt modelId="{250AAFA9-A7B0-48A9-81A8-4174AC97F235}" type="sibTrans" cxnId="{D6A59F47-3919-40F3-9353-89373CA31522}">
      <dgm:prSet/>
      <dgm:spPr/>
      <dgm:t>
        <a:bodyPr/>
        <a:lstStyle/>
        <a:p>
          <a:endParaRPr lang="en-US"/>
        </a:p>
      </dgm:t>
    </dgm:pt>
    <dgm:pt modelId="{45C8C1B1-C4D2-4014-BDEF-22FB9922BAA6}" type="pres">
      <dgm:prSet presAssocID="{8252AF53-F3FC-4E3D-B3D7-4E38D1547E96}" presName="root" presStyleCnt="0">
        <dgm:presLayoutVars>
          <dgm:dir/>
          <dgm:resizeHandles val="exact"/>
        </dgm:presLayoutVars>
      </dgm:prSet>
      <dgm:spPr/>
    </dgm:pt>
    <dgm:pt modelId="{996FDD84-C4DB-4D4F-8193-60026434BE90}" type="pres">
      <dgm:prSet presAssocID="{377FA07B-0F5A-43FC-B742-AF50E4BA67F0}" presName="compNode" presStyleCnt="0"/>
      <dgm:spPr/>
    </dgm:pt>
    <dgm:pt modelId="{BC436528-A5F0-43E0-B351-D4D2CBCA0693}" type="pres">
      <dgm:prSet presAssocID="{377FA07B-0F5A-43FC-B742-AF50E4BA67F0}" presName="bgRect" presStyleLbl="bgShp" presStyleIdx="0" presStyleCnt="5"/>
      <dgm:spPr/>
    </dgm:pt>
    <dgm:pt modelId="{08166EDD-D9C4-4E83-9C3D-CEE1A4905A2D}" type="pres">
      <dgm:prSet presAssocID="{377FA07B-0F5A-43FC-B742-AF50E4BA67F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AEE5484C-FF1E-4772-9458-D149BC72682D}" type="pres">
      <dgm:prSet presAssocID="{377FA07B-0F5A-43FC-B742-AF50E4BA67F0}" presName="spaceRect" presStyleCnt="0"/>
      <dgm:spPr/>
    </dgm:pt>
    <dgm:pt modelId="{E78F8BC1-6115-4E2C-8009-51EA4A78F9E4}" type="pres">
      <dgm:prSet presAssocID="{377FA07B-0F5A-43FC-B742-AF50E4BA67F0}" presName="parTx" presStyleLbl="revTx" presStyleIdx="0" presStyleCnt="5">
        <dgm:presLayoutVars>
          <dgm:chMax val="0"/>
          <dgm:chPref val="0"/>
        </dgm:presLayoutVars>
      </dgm:prSet>
      <dgm:spPr/>
    </dgm:pt>
    <dgm:pt modelId="{DA487D97-E297-4E14-8000-7C1617438411}" type="pres">
      <dgm:prSet presAssocID="{79138D48-10C7-4DA8-AEE3-E11F6624C650}" presName="sibTrans" presStyleCnt="0"/>
      <dgm:spPr/>
    </dgm:pt>
    <dgm:pt modelId="{BCABAA37-F1E6-4F45-BFC0-7B96D1E559F6}" type="pres">
      <dgm:prSet presAssocID="{51DA6BF1-8476-4F2A-A333-8804F07B2E7A}" presName="compNode" presStyleCnt="0"/>
      <dgm:spPr/>
    </dgm:pt>
    <dgm:pt modelId="{EF8BC0AD-4164-45AD-BFB3-8BAC15C9D59F}" type="pres">
      <dgm:prSet presAssocID="{51DA6BF1-8476-4F2A-A333-8804F07B2E7A}" presName="bgRect" presStyleLbl="bgShp" presStyleIdx="1" presStyleCnt="5"/>
      <dgm:spPr/>
    </dgm:pt>
    <dgm:pt modelId="{0D62D4BC-630F-47B2-93AE-0195DCFCD015}" type="pres">
      <dgm:prSet presAssocID="{51DA6BF1-8476-4F2A-A333-8804F07B2E7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C57C145-3CB8-4A65-A9B4-71BB08547AF7}" type="pres">
      <dgm:prSet presAssocID="{51DA6BF1-8476-4F2A-A333-8804F07B2E7A}" presName="spaceRect" presStyleCnt="0"/>
      <dgm:spPr/>
    </dgm:pt>
    <dgm:pt modelId="{F6AD3A65-1436-4AA1-8E65-8D1D47D68DD0}" type="pres">
      <dgm:prSet presAssocID="{51DA6BF1-8476-4F2A-A333-8804F07B2E7A}" presName="parTx" presStyleLbl="revTx" presStyleIdx="1" presStyleCnt="5">
        <dgm:presLayoutVars>
          <dgm:chMax val="0"/>
          <dgm:chPref val="0"/>
        </dgm:presLayoutVars>
      </dgm:prSet>
      <dgm:spPr/>
    </dgm:pt>
    <dgm:pt modelId="{77C0041E-A119-4DA5-888F-66D0EACD6AED}" type="pres">
      <dgm:prSet presAssocID="{B2F12E85-C976-4CF8-9C0B-00A4722E1F09}" presName="sibTrans" presStyleCnt="0"/>
      <dgm:spPr/>
    </dgm:pt>
    <dgm:pt modelId="{05F911B1-B768-4E15-BF66-2DB618200520}" type="pres">
      <dgm:prSet presAssocID="{A93839A7-5DA3-4F6D-917E-8FE074D19F35}" presName="compNode" presStyleCnt="0"/>
      <dgm:spPr/>
    </dgm:pt>
    <dgm:pt modelId="{FB43E48F-05E1-41EE-9021-23198C95761F}" type="pres">
      <dgm:prSet presAssocID="{A93839A7-5DA3-4F6D-917E-8FE074D19F35}" presName="bgRect" presStyleLbl="bgShp" presStyleIdx="2" presStyleCnt="5"/>
      <dgm:spPr/>
    </dgm:pt>
    <dgm:pt modelId="{20062012-4D7C-43B8-B025-737EE09600D7}" type="pres">
      <dgm:prSet presAssocID="{A93839A7-5DA3-4F6D-917E-8FE074D19F3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5BAA2E6B-011F-4A96-B75C-24BC4E01DC12}" type="pres">
      <dgm:prSet presAssocID="{A93839A7-5DA3-4F6D-917E-8FE074D19F35}" presName="spaceRect" presStyleCnt="0"/>
      <dgm:spPr/>
    </dgm:pt>
    <dgm:pt modelId="{43BB2503-8F12-4089-910B-67F48E559D14}" type="pres">
      <dgm:prSet presAssocID="{A93839A7-5DA3-4F6D-917E-8FE074D19F35}" presName="parTx" presStyleLbl="revTx" presStyleIdx="2" presStyleCnt="5">
        <dgm:presLayoutVars>
          <dgm:chMax val="0"/>
          <dgm:chPref val="0"/>
        </dgm:presLayoutVars>
      </dgm:prSet>
      <dgm:spPr/>
    </dgm:pt>
    <dgm:pt modelId="{9BBB86ED-D799-4542-9AAB-FFED901DD4BD}" type="pres">
      <dgm:prSet presAssocID="{5855000B-12D2-4200-9767-4B16F347C321}" presName="sibTrans" presStyleCnt="0"/>
      <dgm:spPr/>
    </dgm:pt>
    <dgm:pt modelId="{928A6482-1F06-4218-9D7B-A2CC6C680FA6}" type="pres">
      <dgm:prSet presAssocID="{744831E5-F8C7-48E4-BC22-8D3643E39E13}" presName="compNode" presStyleCnt="0"/>
      <dgm:spPr/>
    </dgm:pt>
    <dgm:pt modelId="{52E4444B-656F-423E-B52B-9D1392FA7C20}" type="pres">
      <dgm:prSet presAssocID="{744831E5-F8C7-48E4-BC22-8D3643E39E13}" presName="bgRect" presStyleLbl="bgShp" presStyleIdx="3" presStyleCnt="5"/>
      <dgm:spPr/>
    </dgm:pt>
    <dgm:pt modelId="{0D884D23-D31A-4E78-96EF-3D7E22CB2C45}" type="pres">
      <dgm:prSet presAssocID="{744831E5-F8C7-48E4-BC22-8D3643E39E1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D12A2F91-F1C5-41E5-90DE-C762EA81349D}" type="pres">
      <dgm:prSet presAssocID="{744831E5-F8C7-48E4-BC22-8D3643E39E13}" presName="spaceRect" presStyleCnt="0"/>
      <dgm:spPr/>
    </dgm:pt>
    <dgm:pt modelId="{2284A1D7-984B-45F7-B991-695BD2FDE906}" type="pres">
      <dgm:prSet presAssocID="{744831E5-F8C7-48E4-BC22-8D3643E39E13}" presName="parTx" presStyleLbl="revTx" presStyleIdx="3" presStyleCnt="5">
        <dgm:presLayoutVars>
          <dgm:chMax val="0"/>
          <dgm:chPref val="0"/>
        </dgm:presLayoutVars>
      </dgm:prSet>
      <dgm:spPr/>
    </dgm:pt>
    <dgm:pt modelId="{B6F2E4B7-0EA0-4B46-93E1-479C44337E23}" type="pres">
      <dgm:prSet presAssocID="{D8E1D0AD-4B16-4F9F-82B6-21F93FA0DD0B}" presName="sibTrans" presStyleCnt="0"/>
      <dgm:spPr/>
    </dgm:pt>
    <dgm:pt modelId="{6A807E05-8C65-4552-B7FB-47192A97993B}" type="pres">
      <dgm:prSet presAssocID="{ED49EB3B-4E96-4627-80B5-A476C2CFE0B5}" presName="compNode" presStyleCnt="0"/>
      <dgm:spPr/>
    </dgm:pt>
    <dgm:pt modelId="{8F17DB71-A8DF-417A-BAB5-03F1A47E52C2}" type="pres">
      <dgm:prSet presAssocID="{ED49EB3B-4E96-4627-80B5-A476C2CFE0B5}" presName="bgRect" presStyleLbl="bgShp" presStyleIdx="4" presStyleCnt="5"/>
      <dgm:spPr/>
    </dgm:pt>
    <dgm:pt modelId="{BB56B839-D2BF-46A9-8BB0-1A9C3AE37F3B}" type="pres">
      <dgm:prSet presAssocID="{ED49EB3B-4E96-4627-80B5-A476C2CFE0B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9E835714-9F2C-43B6-89D7-73B0EA31AD5A}" type="pres">
      <dgm:prSet presAssocID="{ED49EB3B-4E96-4627-80B5-A476C2CFE0B5}" presName="spaceRect" presStyleCnt="0"/>
      <dgm:spPr/>
    </dgm:pt>
    <dgm:pt modelId="{9CA369EE-102F-457A-B2B2-68F7838EDB24}" type="pres">
      <dgm:prSet presAssocID="{ED49EB3B-4E96-4627-80B5-A476C2CFE0B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4CC972E-A356-4E1C-86E7-6FC4C4EE85E4}" srcId="{8252AF53-F3FC-4E3D-B3D7-4E38D1547E96}" destId="{744831E5-F8C7-48E4-BC22-8D3643E39E13}" srcOrd="3" destOrd="0" parTransId="{DD1A9574-A49E-458D-9541-BBCEBC857F78}" sibTransId="{D8E1D0AD-4B16-4F9F-82B6-21F93FA0DD0B}"/>
    <dgm:cxn modelId="{19348935-EF2E-488F-BC1F-7ED8B9BBE9BC}" srcId="{8252AF53-F3FC-4E3D-B3D7-4E38D1547E96}" destId="{A93839A7-5DA3-4F6D-917E-8FE074D19F35}" srcOrd="2" destOrd="0" parTransId="{D9B6822B-C9AB-4D72-86A2-6159CABB586C}" sibTransId="{5855000B-12D2-4200-9767-4B16F347C321}"/>
    <dgm:cxn modelId="{D6A59F47-3919-40F3-9353-89373CA31522}" srcId="{8252AF53-F3FC-4E3D-B3D7-4E38D1547E96}" destId="{ED49EB3B-4E96-4627-80B5-A476C2CFE0B5}" srcOrd="4" destOrd="0" parTransId="{464427B6-EE16-4B39-A6D8-807971C1B525}" sibTransId="{250AAFA9-A7B0-48A9-81A8-4174AC97F235}"/>
    <dgm:cxn modelId="{CCA3486D-60D5-49E1-81FD-EE9C5053EC4C}" type="presOf" srcId="{51DA6BF1-8476-4F2A-A333-8804F07B2E7A}" destId="{F6AD3A65-1436-4AA1-8E65-8D1D47D68DD0}" srcOrd="0" destOrd="0" presId="urn:microsoft.com/office/officeart/2018/2/layout/IconVerticalSolidList"/>
    <dgm:cxn modelId="{B1351A82-E7AC-47AE-8D37-2E3D3A061693}" type="presOf" srcId="{A93839A7-5DA3-4F6D-917E-8FE074D19F35}" destId="{43BB2503-8F12-4089-910B-67F48E559D14}" srcOrd="0" destOrd="0" presId="urn:microsoft.com/office/officeart/2018/2/layout/IconVerticalSolidList"/>
    <dgm:cxn modelId="{74560E97-7319-416D-9357-CAB4DB6698AD}" type="presOf" srcId="{8252AF53-F3FC-4E3D-B3D7-4E38D1547E96}" destId="{45C8C1B1-C4D2-4014-BDEF-22FB9922BAA6}" srcOrd="0" destOrd="0" presId="urn:microsoft.com/office/officeart/2018/2/layout/IconVerticalSolidList"/>
    <dgm:cxn modelId="{EE9BF89C-08E8-491B-889C-5C50A8218956}" srcId="{8252AF53-F3FC-4E3D-B3D7-4E38D1547E96}" destId="{377FA07B-0F5A-43FC-B742-AF50E4BA67F0}" srcOrd="0" destOrd="0" parTransId="{55903591-272E-4190-9B1A-58925A96554C}" sibTransId="{79138D48-10C7-4DA8-AEE3-E11F6624C650}"/>
    <dgm:cxn modelId="{028F81BA-ACD2-4DB3-AD32-334B868E0D38}" type="presOf" srcId="{377FA07B-0F5A-43FC-B742-AF50E4BA67F0}" destId="{E78F8BC1-6115-4E2C-8009-51EA4A78F9E4}" srcOrd="0" destOrd="0" presId="urn:microsoft.com/office/officeart/2018/2/layout/IconVerticalSolidList"/>
    <dgm:cxn modelId="{167558D8-5EFA-4B4D-9A3A-89F59AA1973F}" type="presOf" srcId="{744831E5-F8C7-48E4-BC22-8D3643E39E13}" destId="{2284A1D7-984B-45F7-B991-695BD2FDE906}" srcOrd="0" destOrd="0" presId="urn:microsoft.com/office/officeart/2018/2/layout/IconVerticalSolidList"/>
    <dgm:cxn modelId="{4918ACF3-A26C-491F-937B-589C1186E221}" srcId="{8252AF53-F3FC-4E3D-B3D7-4E38D1547E96}" destId="{51DA6BF1-8476-4F2A-A333-8804F07B2E7A}" srcOrd="1" destOrd="0" parTransId="{52FFD207-045C-4964-94E6-46C77A553150}" sibTransId="{B2F12E85-C976-4CF8-9C0B-00A4722E1F09}"/>
    <dgm:cxn modelId="{F12398FC-C5AA-43A6-97DE-38E2D20F542D}" type="presOf" srcId="{ED49EB3B-4E96-4627-80B5-A476C2CFE0B5}" destId="{9CA369EE-102F-457A-B2B2-68F7838EDB24}" srcOrd="0" destOrd="0" presId="urn:microsoft.com/office/officeart/2018/2/layout/IconVerticalSolidList"/>
    <dgm:cxn modelId="{2E160DFF-6054-49F0-B3CE-22BABD7C6B63}" type="presParOf" srcId="{45C8C1B1-C4D2-4014-BDEF-22FB9922BAA6}" destId="{996FDD84-C4DB-4D4F-8193-60026434BE90}" srcOrd="0" destOrd="0" presId="urn:microsoft.com/office/officeart/2018/2/layout/IconVerticalSolidList"/>
    <dgm:cxn modelId="{72F67D82-9164-46AF-B4F4-D63C3CDA68D7}" type="presParOf" srcId="{996FDD84-C4DB-4D4F-8193-60026434BE90}" destId="{BC436528-A5F0-43E0-B351-D4D2CBCA0693}" srcOrd="0" destOrd="0" presId="urn:microsoft.com/office/officeart/2018/2/layout/IconVerticalSolidList"/>
    <dgm:cxn modelId="{9D996AA6-2896-42EA-8DAD-F435F3EA5FEC}" type="presParOf" srcId="{996FDD84-C4DB-4D4F-8193-60026434BE90}" destId="{08166EDD-D9C4-4E83-9C3D-CEE1A4905A2D}" srcOrd="1" destOrd="0" presId="urn:microsoft.com/office/officeart/2018/2/layout/IconVerticalSolidList"/>
    <dgm:cxn modelId="{FEC8D9FD-51D9-4B58-A555-AD2A415B5A47}" type="presParOf" srcId="{996FDD84-C4DB-4D4F-8193-60026434BE90}" destId="{AEE5484C-FF1E-4772-9458-D149BC72682D}" srcOrd="2" destOrd="0" presId="urn:microsoft.com/office/officeart/2018/2/layout/IconVerticalSolidList"/>
    <dgm:cxn modelId="{438B2EFA-B89A-4B86-899F-B1749E6A4D25}" type="presParOf" srcId="{996FDD84-C4DB-4D4F-8193-60026434BE90}" destId="{E78F8BC1-6115-4E2C-8009-51EA4A78F9E4}" srcOrd="3" destOrd="0" presId="urn:microsoft.com/office/officeart/2018/2/layout/IconVerticalSolidList"/>
    <dgm:cxn modelId="{B2880E20-F337-427A-9AC5-4B3070D76217}" type="presParOf" srcId="{45C8C1B1-C4D2-4014-BDEF-22FB9922BAA6}" destId="{DA487D97-E297-4E14-8000-7C1617438411}" srcOrd="1" destOrd="0" presId="urn:microsoft.com/office/officeart/2018/2/layout/IconVerticalSolidList"/>
    <dgm:cxn modelId="{6620D374-26D5-4516-97F2-77B4861F6E73}" type="presParOf" srcId="{45C8C1B1-C4D2-4014-BDEF-22FB9922BAA6}" destId="{BCABAA37-F1E6-4F45-BFC0-7B96D1E559F6}" srcOrd="2" destOrd="0" presId="urn:microsoft.com/office/officeart/2018/2/layout/IconVerticalSolidList"/>
    <dgm:cxn modelId="{C52E858A-4B70-4968-9C58-2411C4D18E85}" type="presParOf" srcId="{BCABAA37-F1E6-4F45-BFC0-7B96D1E559F6}" destId="{EF8BC0AD-4164-45AD-BFB3-8BAC15C9D59F}" srcOrd="0" destOrd="0" presId="urn:microsoft.com/office/officeart/2018/2/layout/IconVerticalSolidList"/>
    <dgm:cxn modelId="{88E568C4-52E3-4089-9BA8-E9FDF392F0B6}" type="presParOf" srcId="{BCABAA37-F1E6-4F45-BFC0-7B96D1E559F6}" destId="{0D62D4BC-630F-47B2-93AE-0195DCFCD015}" srcOrd="1" destOrd="0" presId="urn:microsoft.com/office/officeart/2018/2/layout/IconVerticalSolidList"/>
    <dgm:cxn modelId="{8E871FC0-3068-4FC0-8423-7FAF9D11FAC9}" type="presParOf" srcId="{BCABAA37-F1E6-4F45-BFC0-7B96D1E559F6}" destId="{DC57C145-3CB8-4A65-A9B4-71BB08547AF7}" srcOrd="2" destOrd="0" presId="urn:microsoft.com/office/officeart/2018/2/layout/IconVerticalSolidList"/>
    <dgm:cxn modelId="{54815062-414B-430B-B6A8-2A9FC0A71A64}" type="presParOf" srcId="{BCABAA37-F1E6-4F45-BFC0-7B96D1E559F6}" destId="{F6AD3A65-1436-4AA1-8E65-8D1D47D68DD0}" srcOrd="3" destOrd="0" presId="urn:microsoft.com/office/officeart/2018/2/layout/IconVerticalSolidList"/>
    <dgm:cxn modelId="{143F0AE4-F52A-4978-A9F4-80E84DB32DA9}" type="presParOf" srcId="{45C8C1B1-C4D2-4014-BDEF-22FB9922BAA6}" destId="{77C0041E-A119-4DA5-888F-66D0EACD6AED}" srcOrd="3" destOrd="0" presId="urn:microsoft.com/office/officeart/2018/2/layout/IconVerticalSolidList"/>
    <dgm:cxn modelId="{0D5F6700-8EA4-4260-B904-18C0E8BE3C15}" type="presParOf" srcId="{45C8C1B1-C4D2-4014-BDEF-22FB9922BAA6}" destId="{05F911B1-B768-4E15-BF66-2DB618200520}" srcOrd="4" destOrd="0" presId="urn:microsoft.com/office/officeart/2018/2/layout/IconVerticalSolidList"/>
    <dgm:cxn modelId="{A40D9F45-A848-4055-8954-B9917D9DAFE4}" type="presParOf" srcId="{05F911B1-B768-4E15-BF66-2DB618200520}" destId="{FB43E48F-05E1-41EE-9021-23198C95761F}" srcOrd="0" destOrd="0" presId="urn:microsoft.com/office/officeart/2018/2/layout/IconVerticalSolidList"/>
    <dgm:cxn modelId="{42ED9F85-1E60-47F6-8FE5-9C3603CA8BF1}" type="presParOf" srcId="{05F911B1-B768-4E15-BF66-2DB618200520}" destId="{20062012-4D7C-43B8-B025-737EE09600D7}" srcOrd="1" destOrd="0" presId="urn:microsoft.com/office/officeart/2018/2/layout/IconVerticalSolidList"/>
    <dgm:cxn modelId="{67A85F3C-F475-416F-97F7-A35EAB12F9AA}" type="presParOf" srcId="{05F911B1-B768-4E15-BF66-2DB618200520}" destId="{5BAA2E6B-011F-4A96-B75C-24BC4E01DC12}" srcOrd="2" destOrd="0" presId="urn:microsoft.com/office/officeart/2018/2/layout/IconVerticalSolidList"/>
    <dgm:cxn modelId="{221E66AE-4AE4-4FBB-9665-9323B2A772D8}" type="presParOf" srcId="{05F911B1-B768-4E15-BF66-2DB618200520}" destId="{43BB2503-8F12-4089-910B-67F48E559D14}" srcOrd="3" destOrd="0" presId="urn:microsoft.com/office/officeart/2018/2/layout/IconVerticalSolidList"/>
    <dgm:cxn modelId="{8E870B3D-43C0-4FE8-BD31-1394478D38B3}" type="presParOf" srcId="{45C8C1B1-C4D2-4014-BDEF-22FB9922BAA6}" destId="{9BBB86ED-D799-4542-9AAB-FFED901DD4BD}" srcOrd="5" destOrd="0" presId="urn:microsoft.com/office/officeart/2018/2/layout/IconVerticalSolidList"/>
    <dgm:cxn modelId="{E2DD1D65-E111-4626-B93E-649F7B60CDBE}" type="presParOf" srcId="{45C8C1B1-C4D2-4014-BDEF-22FB9922BAA6}" destId="{928A6482-1F06-4218-9D7B-A2CC6C680FA6}" srcOrd="6" destOrd="0" presId="urn:microsoft.com/office/officeart/2018/2/layout/IconVerticalSolidList"/>
    <dgm:cxn modelId="{D749041F-2092-4DDD-BB7E-CE65D4D3A073}" type="presParOf" srcId="{928A6482-1F06-4218-9D7B-A2CC6C680FA6}" destId="{52E4444B-656F-423E-B52B-9D1392FA7C20}" srcOrd="0" destOrd="0" presId="urn:microsoft.com/office/officeart/2018/2/layout/IconVerticalSolidList"/>
    <dgm:cxn modelId="{B314BDBB-B4D9-4CC1-9B94-41CEB7D1E0D0}" type="presParOf" srcId="{928A6482-1F06-4218-9D7B-A2CC6C680FA6}" destId="{0D884D23-D31A-4E78-96EF-3D7E22CB2C45}" srcOrd="1" destOrd="0" presId="urn:microsoft.com/office/officeart/2018/2/layout/IconVerticalSolidList"/>
    <dgm:cxn modelId="{EB20B4FE-649E-45B2-BC57-E8159882DBF0}" type="presParOf" srcId="{928A6482-1F06-4218-9D7B-A2CC6C680FA6}" destId="{D12A2F91-F1C5-41E5-90DE-C762EA81349D}" srcOrd="2" destOrd="0" presId="urn:microsoft.com/office/officeart/2018/2/layout/IconVerticalSolidList"/>
    <dgm:cxn modelId="{A59E20C9-8F53-41AD-86FB-375E09B4BD5E}" type="presParOf" srcId="{928A6482-1F06-4218-9D7B-A2CC6C680FA6}" destId="{2284A1D7-984B-45F7-B991-695BD2FDE906}" srcOrd="3" destOrd="0" presId="urn:microsoft.com/office/officeart/2018/2/layout/IconVerticalSolidList"/>
    <dgm:cxn modelId="{00DA4E5C-3746-4471-978D-D86E968D17D9}" type="presParOf" srcId="{45C8C1B1-C4D2-4014-BDEF-22FB9922BAA6}" destId="{B6F2E4B7-0EA0-4B46-93E1-479C44337E23}" srcOrd="7" destOrd="0" presId="urn:microsoft.com/office/officeart/2018/2/layout/IconVerticalSolidList"/>
    <dgm:cxn modelId="{A06239D0-08E8-4266-85AC-3DF60BF8A783}" type="presParOf" srcId="{45C8C1B1-C4D2-4014-BDEF-22FB9922BAA6}" destId="{6A807E05-8C65-4552-B7FB-47192A97993B}" srcOrd="8" destOrd="0" presId="urn:microsoft.com/office/officeart/2018/2/layout/IconVerticalSolidList"/>
    <dgm:cxn modelId="{2A3D8713-7876-4ED6-8DA0-3CA40AA58D2D}" type="presParOf" srcId="{6A807E05-8C65-4552-B7FB-47192A97993B}" destId="{8F17DB71-A8DF-417A-BAB5-03F1A47E52C2}" srcOrd="0" destOrd="0" presId="urn:microsoft.com/office/officeart/2018/2/layout/IconVerticalSolidList"/>
    <dgm:cxn modelId="{B76D91BA-250E-40BF-B84C-5CC39A592234}" type="presParOf" srcId="{6A807E05-8C65-4552-B7FB-47192A97993B}" destId="{BB56B839-D2BF-46A9-8BB0-1A9C3AE37F3B}" srcOrd="1" destOrd="0" presId="urn:microsoft.com/office/officeart/2018/2/layout/IconVerticalSolidList"/>
    <dgm:cxn modelId="{46430EE0-FA30-48FF-86FD-9B609E38D2FB}" type="presParOf" srcId="{6A807E05-8C65-4552-B7FB-47192A97993B}" destId="{9E835714-9F2C-43B6-89D7-73B0EA31AD5A}" srcOrd="2" destOrd="0" presId="urn:microsoft.com/office/officeart/2018/2/layout/IconVerticalSolidList"/>
    <dgm:cxn modelId="{A8A4FF72-1CF1-4076-A4C2-3B723226E80F}" type="presParOf" srcId="{6A807E05-8C65-4552-B7FB-47192A97993B}" destId="{9CA369EE-102F-457A-B2B2-68F7838EDB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23C2AB-8601-4AB2-A208-3710EDEBE5DD}" type="doc">
      <dgm:prSet loTypeId="urn:microsoft.com/office/officeart/2005/8/layout/vList5" loCatId="list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3B1DFC2-E7CF-441E-B95C-BC3C48F65D20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</a:t>
          </a:r>
          <a:r>
            <a:rPr lang="en-US" sz="2400" b="1" i="0" dirty="0"/>
            <a:t> </a:t>
          </a:r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Low-Temperature Conditions</a:t>
          </a:r>
          <a:endParaRPr lang="en-US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13495B-E507-4D68-90EB-A533A143B1F5}" type="parTrans" cxnId="{06232232-4DE7-4B9D-9CCA-D4122E85C163}">
      <dgm:prSet/>
      <dgm:spPr/>
      <dgm:t>
        <a:bodyPr/>
        <a:lstStyle/>
        <a:p>
          <a:endParaRPr lang="en-US"/>
        </a:p>
      </dgm:t>
    </dgm:pt>
    <dgm:pt modelId="{075163DD-BB71-4C5A-8ED6-7EA40EAB704D}" type="sibTrans" cxnId="{06232232-4DE7-4B9D-9CCA-D4122E85C163}">
      <dgm:prSet/>
      <dgm:spPr/>
      <dgm:t>
        <a:bodyPr/>
        <a:lstStyle/>
        <a:p>
          <a:endParaRPr lang="en-US"/>
        </a:p>
      </dgm:t>
    </dgm:pt>
    <dgm:pt modelId="{4DCC3654-A95C-4EB2-8502-4C0CC48B6A61}">
      <dgm:prSet phldrT="[Text]"/>
      <dgm:spPr/>
      <dgm:t>
        <a:bodyPr/>
        <a:lstStyle/>
        <a:p>
          <a:r>
            <a:rPr lang="en-US" sz="19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For this case creep can be seen at </a:t>
          </a:r>
          <a:r>
            <a:rPr lang="en-US" sz="19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relatively low temperatures </a:t>
          </a:r>
        </a:p>
      </dgm:t>
    </dgm:pt>
    <dgm:pt modelId="{B6636176-07AB-451B-B987-EBB4B100F23F}" type="parTrans" cxnId="{2B64C158-131B-45B9-A710-115A5C985FB8}">
      <dgm:prSet/>
      <dgm:spPr/>
      <dgm:t>
        <a:bodyPr/>
        <a:lstStyle/>
        <a:p>
          <a:endParaRPr lang="en-US"/>
        </a:p>
      </dgm:t>
    </dgm:pt>
    <dgm:pt modelId="{04F85DDE-5174-4DD8-B177-CFF0A0302BF3}" type="sibTrans" cxnId="{2B64C158-131B-45B9-A710-115A5C985FB8}">
      <dgm:prSet/>
      <dgm:spPr/>
      <dgm:t>
        <a:bodyPr/>
        <a:lstStyle/>
        <a:p>
          <a:endParaRPr lang="en-US"/>
        </a:p>
      </dgm:t>
    </dgm:pt>
    <dgm:pt modelId="{F99E8FA6-E73F-4A55-9CD2-B8151AFCDE53}">
      <dgm:prSet phldrT="[Text]" custT="1"/>
      <dgm:spPr/>
      <dgm:t>
        <a:bodyPr/>
        <a:lstStyle/>
        <a:p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the activation energy for </a:t>
          </a:r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lattice diffusion </a:t>
          </a:r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is high</a:t>
          </a:r>
          <a:r>
            <a:rPr lang="en-US" sz="20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9252C1-CE52-4C29-B7EF-E4D3DE53DAD7}" type="parTrans" cxnId="{B7626836-5AC7-4AFD-9F88-578298233BC5}">
      <dgm:prSet/>
      <dgm:spPr/>
      <dgm:t>
        <a:bodyPr/>
        <a:lstStyle/>
        <a:p>
          <a:endParaRPr lang="en-US"/>
        </a:p>
      </dgm:t>
    </dgm:pt>
    <dgm:pt modelId="{4E1836E8-A3C1-4ABA-BD6C-946BE9F9D326}" type="sibTrans" cxnId="{B7626836-5AC7-4AFD-9F88-578298233BC5}">
      <dgm:prSet/>
      <dgm:spPr/>
      <dgm:t>
        <a:bodyPr/>
        <a:lstStyle/>
        <a:p>
          <a:endParaRPr lang="en-US"/>
        </a:p>
      </dgm:t>
    </dgm:pt>
    <dgm:pt modelId="{18A35527-0957-4B4F-A8A9-338BBE02598C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2.</a:t>
          </a:r>
          <a:r>
            <a:rPr lang="en-US" sz="2400" b="1" i="0" dirty="0"/>
            <a:t> </a:t>
          </a:r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Diffusion along Grain Boundaries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2F99B2-E477-4C68-B4F9-6D6E2F2134BD}" type="parTrans" cxnId="{52D8FCA8-E711-492E-966D-D352C5E69439}">
      <dgm:prSet/>
      <dgm:spPr/>
      <dgm:t>
        <a:bodyPr/>
        <a:lstStyle/>
        <a:p>
          <a:endParaRPr lang="en-US"/>
        </a:p>
      </dgm:t>
    </dgm:pt>
    <dgm:pt modelId="{FB9AD57B-BC16-4801-B823-D6ADC827AB77}" type="sibTrans" cxnId="{52D8FCA8-E711-492E-966D-D352C5E69439}">
      <dgm:prSet/>
      <dgm:spPr/>
      <dgm:t>
        <a:bodyPr/>
        <a:lstStyle/>
        <a:p>
          <a:endParaRPr lang="en-US"/>
        </a:p>
      </dgm:t>
    </dgm:pt>
    <dgm:pt modelId="{859DBEF2-F388-4E3E-92A4-4DBDE9BC3C0F}">
      <dgm:prSet phldrT="[Text]" custT="1"/>
      <dgm:spPr/>
      <dgm:t>
        <a:bodyPr/>
        <a:lstStyle/>
        <a:p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Low temperature creep involves the diffusion of atoms along </a:t>
          </a:r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 boundaries</a:t>
          </a:r>
        </a:p>
      </dgm:t>
    </dgm:pt>
    <dgm:pt modelId="{069472F2-7686-40E2-86FB-FFF2EE081DD4}" type="parTrans" cxnId="{047D9148-1603-455D-B96A-4F74C9EF9886}">
      <dgm:prSet/>
      <dgm:spPr/>
      <dgm:t>
        <a:bodyPr/>
        <a:lstStyle/>
        <a:p>
          <a:endParaRPr lang="en-US"/>
        </a:p>
      </dgm:t>
    </dgm:pt>
    <dgm:pt modelId="{52AAA42D-D64B-4C15-96F8-5CA6199D2885}" type="sibTrans" cxnId="{047D9148-1603-455D-B96A-4F74C9EF9886}">
      <dgm:prSet/>
      <dgm:spPr/>
      <dgm:t>
        <a:bodyPr/>
        <a:lstStyle/>
        <a:p>
          <a:endParaRPr lang="en-US"/>
        </a:p>
      </dgm:t>
    </dgm:pt>
    <dgm:pt modelId="{C7948ADE-2AA3-4BF8-918B-53EE485BFA47}">
      <dgm:prSet phldrT="[Text]" custT="1"/>
      <dgm:spPr/>
      <dgm:t>
        <a:bodyPr/>
        <a:lstStyle/>
        <a:p>
          <a:r>
            <a:rPr lang="en-US" sz="18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Localized </a:t>
          </a:r>
          <a:r>
            <a: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deformation and </a:t>
          </a:r>
          <a:r>
            <a:rPr lang="en-US" sz="18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 boundary sliding</a:t>
          </a:r>
          <a:r>
            <a:rPr lang="en-US" sz="1800" b="0" i="0" dirty="0"/>
            <a:t>.</a:t>
          </a:r>
          <a:endParaRPr lang="en-US" sz="1800" dirty="0"/>
        </a:p>
      </dgm:t>
    </dgm:pt>
    <dgm:pt modelId="{DD02DDC5-78FE-4C52-A86E-4B187758EB44}" type="parTrans" cxnId="{E8199B78-F8E5-4779-97B1-427BC6DB5188}">
      <dgm:prSet/>
      <dgm:spPr/>
      <dgm:t>
        <a:bodyPr/>
        <a:lstStyle/>
        <a:p>
          <a:endParaRPr lang="en-US"/>
        </a:p>
      </dgm:t>
    </dgm:pt>
    <dgm:pt modelId="{71A3412F-E9EF-450F-A8BA-8693C79F1A3B}" type="sibTrans" cxnId="{E8199B78-F8E5-4779-97B1-427BC6DB5188}">
      <dgm:prSet/>
      <dgm:spPr/>
      <dgm:t>
        <a:bodyPr/>
        <a:lstStyle/>
        <a:p>
          <a:endParaRPr lang="en-US"/>
        </a:p>
      </dgm:t>
    </dgm:pt>
    <dgm:pt modelId="{FAE2330D-DC03-4BD2-B66F-E5817AAC2C30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3.Grain Boundary Sliding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2D401E2-6F35-412A-B2A3-9FC7B2D37E2B}" type="parTrans" cxnId="{4315F32B-0ECC-4472-8934-14E44C563A1E}">
      <dgm:prSet/>
      <dgm:spPr/>
      <dgm:t>
        <a:bodyPr/>
        <a:lstStyle/>
        <a:p>
          <a:endParaRPr lang="en-US"/>
        </a:p>
      </dgm:t>
    </dgm:pt>
    <dgm:pt modelId="{83357BFD-9016-41FC-9CB2-A3DC3ECC95C0}" type="sibTrans" cxnId="{4315F32B-0ECC-4472-8934-14E44C563A1E}">
      <dgm:prSet/>
      <dgm:spPr/>
      <dgm:t>
        <a:bodyPr/>
        <a:lstStyle/>
        <a:p>
          <a:endParaRPr lang="en-US"/>
        </a:p>
      </dgm:t>
    </dgm:pt>
    <dgm:pt modelId="{F74F4C97-B1B0-4D0C-8943-582A9BE8C20C}">
      <dgm:prSet phldrT="[Text]" custT="1"/>
      <dgm:spPr/>
      <dgm:t>
        <a:bodyPr/>
        <a:lstStyle/>
        <a:p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This sliding contributes to the </a:t>
          </a:r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overall deformation </a:t>
          </a:r>
        </a:p>
      </dgm:t>
    </dgm:pt>
    <dgm:pt modelId="{D88B5051-5853-4E45-87D2-23839B81F94C}" type="parTrans" cxnId="{299709A0-09D2-4BFC-8AE1-08997F1A2BF9}">
      <dgm:prSet/>
      <dgm:spPr/>
      <dgm:t>
        <a:bodyPr/>
        <a:lstStyle/>
        <a:p>
          <a:endParaRPr lang="en-US"/>
        </a:p>
      </dgm:t>
    </dgm:pt>
    <dgm:pt modelId="{F64146C0-DB84-4338-BC43-3E1C89801B33}" type="sibTrans" cxnId="{299709A0-09D2-4BFC-8AE1-08997F1A2BF9}">
      <dgm:prSet/>
      <dgm:spPr/>
      <dgm:t>
        <a:bodyPr/>
        <a:lstStyle/>
        <a:p>
          <a:endParaRPr lang="en-US"/>
        </a:p>
      </dgm:t>
    </dgm:pt>
    <dgm:pt modelId="{C098D1A1-0F7A-4A46-A242-DD50A20405F1}">
      <dgm:prSet phldrT="[Text]" custT="1"/>
      <dgm:spPr/>
      <dgm:t>
        <a:bodyPr/>
        <a:lstStyle/>
        <a:p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without significant dislocation motion within the </a:t>
          </a:r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grains</a:t>
          </a:r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173E0C69-50FC-4A72-ACF3-ACE871F28388}" type="sibTrans" cxnId="{EA6E298B-EEB1-44F2-AC3C-5CB1F8E81680}">
      <dgm:prSet/>
      <dgm:spPr/>
      <dgm:t>
        <a:bodyPr/>
        <a:lstStyle/>
        <a:p>
          <a:endParaRPr lang="en-US"/>
        </a:p>
      </dgm:t>
    </dgm:pt>
    <dgm:pt modelId="{C5F71D5B-26C9-4C9F-8771-EA18A8597D20}" type="parTrans" cxnId="{EA6E298B-EEB1-44F2-AC3C-5CB1F8E81680}">
      <dgm:prSet/>
      <dgm:spPr/>
      <dgm:t>
        <a:bodyPr/>
        <a:lstStyle/>
        <a:p>
          <a:endParaRPr lang="en-US"/>
        </a:p>
      </dgm:t>
    </dgm:pt>
    <dgm:pt modelId="{781EA2F4-2575-45E4-B42C-E5BFB94D8DFC}" type="pres">
      <dgm:prSet presAssocID="{8823C2AB-8601-4AB2-A208-3710EDEBE5DD}" presName="Name0" presStyleCnt="0">
        <dgm:presLayoutVars>
          <dgm:dir/>
          <dgm:animLvl val="lvl"/>
          <dgm:resizeHandles val="exact"/>
        </dgm:presLayoutVars>
      </dgm:prSet>
      <dgm:spPr/>
    </dgm:pt>
    <dgm:pt modelId="{485B61FC-30FE-4740-8AC8-34E09C43763B}" type="pres">
      <dgm:prSet presAssocID="{A3B1DFC2-E7CF-441E-B95C-BC3C48F65D20}" presName="linNode" presStyleCnt="0"/>
      <dgm:spPr/>
    </dgm:pt>
    <dgm:pt modelId="{1206316C-E5CB-4E72-9248-150CEF027EEB}" type="pres">
      <dgm:prSet presAssocID="{A3B1DFC2-E7CF-441E-B95C-BC3C48F65D2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4AB74E0-F17B-4ADB-9A7C-4D4628F514EF}" type="pres">
      <dgm:prSet presAssocID="{A3B1DFC2-E7CF-441E-B95C-BC3C48F65D20}" presName="descendantText" presStyleLbl="alignAccFollowNode1" presStyleIdx="0" presStyleCnt="3">
        <dgm:presLayoutVars>
          <dgm:bulletEnabled val="1"/>
        </dgm:presLayoutVars>
      </dgm:prSet>
      <dgm:spPr/>
    </dgm:pt>
    <dgm:pt modelId="{02E2AB85-02B9-4CB4-9E2A-24E93A6CC97C}" type="pres">
      <dgm:prSet presAssocID="{075163DD-BB71-4C5A-8ED6-7EA40EAB704D}" presName="sp" presStyleCnt="0"/>
      <dgm:spPr/>
    </dgm:pt>
    <dgm:pt modelId="{BBDE14F7-7AB1-4282-9836-EAB8053A6268}" type="pres">
      <dgm:prSet presAssocID="{18A35527-0957-4B4F-A8A9-338BBE02598C}" presName="linNode" presStyleCnt="0"/>
      <dgm:spPr/>
    </dgm:pt>
    <dgm:pt modelId="{D522EFB3-D311-488A-9B7C-3FBF8CAC6EF5}" type="pres">
      <dgm:prSet presAssocID="{18A35527-0957-4B4F-A8A9-338BBE02598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F2BDDC6-09A6-40E0-9E26-F3BD219C5AAB}" type="pres">
      <dgm:prSet presAssocID="{18A35527-0957-4B4F-A8A9-338BBE02598C}" presName="descendantText" presStyleLbl="alignAccFollowNode1" presStyleIdx="1" presStyleCnt="3">
        <dgm:presLayoutVars>
          <dgm:bulletEnabled val="1"/>
        </dgm:presLayoutVars>
      </dgm:prSet>
      <dgm:spPr/>
    </dgm:pt>
    <dgm:pt modelId="{990E01B6-92B9-47BF-B0A1-1E41D9D6E537}" type="pres">
      <dgm:prSet presAssocID="{FB9AD57B-BC16-4801-B823-D6ADC827AB77}" presName="sp" presStyleCnt="0"/>
      <dgm:spPr/>
    </dgm:pt>
    <dgm:pt modelId="{3196862D-E8C9-44EF-A7B1-C16060C06434}" type="pres">
      <dgm:prSet presAssocID="{FAE2330D-DC03-4BD2-B66F-E5817AAC2C30}" presName="linNode" presStyleCnt="0"/>
      <dgm:spPr/>
    </dgm:pt>
    <dgm:pt modelId="{D5634207-39B4-4B8F-80B2-8E09EB137343}" type="pres">
      <dgm:prSet presAssocID="{FAE2330D-DC03-4BD2-B66F-E5817AAC2C3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690BB11-16DC-419C-8AB8-7A08DAA9C451}" type="pres">
      <dgm:prSet presAssocID="{FAE2330D-DC03-4BD2-B66F-E5817AAC2C3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36A8F08-230F-44A2-BD20-0E6F301D6B06}" type="presOf" srcId="{C7948ADE-2AA3-4BF8-918B-53EE485BFA47}" destId="{2F2BDDC6-09A6-40E0-9E26-F3BD219C5AAB}" srcOrd="0" destOrd="1" presId="urn:microsoft.com/office/officeart/2005/8/layout/vList5"/>
    <dgm:cxn modelId="{DACBC508-0264-46D3-8E89-94B2926D01E9}" type="presOf" srcId="{C098D1A1-0F7A-4A46-A242-DD50A20405F1}" destId="{1690BB11-16DC-419C-8AB8-7A08DAA9C451}" srcOrd="0" destOrd="1" presId="urn:microsoft.com/office/officeart/2005/8/layout/vList5"/>
    <dgm:cxn modelId="{6DD8AE10-0AEF-4CEC-A16C-5085D70A77F5}" type="presOf" srcId="{F99E8FA6-E73F-4A55-9CD2-B8151AFCDE53}" destId="{B4AB74E0-F17B-4ADB-9A7C-4D4628F514EF}" srcOrd="0" destOrd="1" presId="urn:microsoft.com/office/officeart/2005/8/layout/vList5"/>
    <dgm:cxn modelId="{0CD94D1A-213F-4B7C-9DB2-578D53A849E8}" type="presOf" srcId="{F74F4C97-B1B0-4D0C-8943-582A9BE8C20C}" destId="{1690BB11-16DC-419C-8AB8-7A08DAA9C451}" srcOrd="0" destOrd="0" presId="urn:microsoft.com/office/officeart/2005/8/layout/vList5"/>
    <dgm:cxn modelId="{7048741C-6C9C-4C88-87E8-C4ED44ED15D1}" type="presOf" srcId="{8823C2AB-8601-4AB2-A208-3710EDEBE5DD}" destId="{781EA2F4-2575-45E4-B42C-E5BFB94D8DFC}" srcOrd="0" destOrd="0" presId="urn:microsoft.com/office/officeart/2005/8/layout/vList5"/>
    <dgm:cxn modelId="{4315F32B-0ECC-4472-8934-14E44C563A1E}" srcId="{8823C2AB-8601-4AB2-A208-3710EDEBE5DD}" destId="{FAE2330D-DC03-4BD2-B66F-E5817AAC2C30}" srcOrd="2" destOrd="0" parTransId="{92D401E2-6F35-412A-B2A3-9FC7B2D37E2B}" sibTransId="{83357BFD-9016-41FC-9CB2-A3DC3ECC95C0}"/>
    <dgm:cxn modelId="{06232232-4DE7-4B9D-9CCA-D4122E85C163}" srcId="{8823C2AB-8601-4AB2-A208-3710EDEBE5DD}" destId="{A3B1DFC2-E7CF-441E-B95C-BC3C48F65D20}" srcOrd="0" destOrd="0" parTransId="{0113495B-E507-4D68-90EB-A533A143B1F5}" sibTransId="{075163DD-BB71-4C5A-8ED6-7EA40EAB704D}"/>
    <dgm:cxn modelId="{B7626836-5AC7-4AFD-9F88-578298233BC5}" srcId="{A3B1DFC2-E7CF-441E-B95C-BC3C48F65D20}" destId="{F99E8FA6-E73F-4A55-9CD2-B8151AFCDE53}" srcOrd="1" destOrd="0" parTransId="{2C9252C1-CE52-4C29-B7EF-E4D3DE53DAD7}" sibTransId="{4E1836E8-A3C1-4ABA-BD6C-946BE9F9D326}"/>
    <dgm:cxn modelId="{FF0D0561-1F88-44EB-8149-BCA741D377C9}" type="presOf" srcId="{A3B1DFC2-E7CF-441E-B95C-BC3C48F65D20}" destId="{1206316C-E5CB-4E72-9248-150CEF027EEB}" srcOrd="0" destOrd="0" presId="urn:microsoft.com/office/officeart/2005/8/layout/vList5"/>
    <dgm:cxn modelId="{047D9148-1603-455D-B96A-4F74C9EF9886}" srcId="{18A35527-0957-4B4F-A8A9-338BBE02598C}" destId="{859DBEF2-F388-4E3E-92A4-4DBDE9BC3C0F}" srcOrd="0" destOrd="0" parTransId="{069472F2-7686-40E2-86FB-FFF2EE081DD4}" sibTransId="{52AAA42D-D64B-4C15-96F8-5CA6199D2885}"/>
    <dgm:cxn modelId="{E8199B78-F8E5-4779-97B1-427BC6DB5188}" srcId="{18A35527-0957-4B4F-A8A9-338BBE02598C}" destId="{C7948ADE-2AA3-4BF8-918B-53EE485BFA47}" srcOrd="1" destOrd="0" parTransId="{DD02DDC5-78FE-4C52-A86E-4B187758EB44}" sibTransId="{71A3412F-E9EF-450F-A8BA-8693C79F1A3B}"/>
    <dgm:cxn modelId="{2B64C158-131B-45B9-A710-115A5C985FB8}" srcId="{A3B1DFC2-E7CF-441E-B95C-BC3C48F65D20}" destId="{4DCC3654-A95C-4EB2-8502-4C0CC48B6A61}" srcOrd="0" destOrd="0" parTransId="{B6636176-07AB-451B-B987-EBB4B100F23F}" sibTransId="{04F85DDE-5174-4DD8-B177-CFF0A0302BF3}"/>
    <dgm:cxn modelId="{3BC3C984-FABC-4506-96F8-C93C41DE266A}" type="presOf" srcId="{4DCC3654-A95C-4EB2-8502-4C0CC48B6A61}" destId="{B4AB74E0-F17B-4ADB-9A7C-4D4628F514EF}" srcOrd="0" destOrd="0" presId="urn:microsoft.com/office/officeart/2005/8/layout/vList5"/>
    <dgm:cxn modelId="{EA6E298B-EEB1-44F2-AC3C-5CB1F8E81680}" srcId="{FAE2330D-DC03-4BD2-B66F-E5817AAC2C30}" destId="{C098D1A1-0F7A-4A46-A242-DD50A20405F1}" srcOrd="1" destOrd="0" parTransId="{C5F71D5B-26C9-4C9F-8771-EA18A8597D20}" sibTransId="{173E0C69-50FC-4A72-ACF3-ACE871F28388}"/>
    <dgm:cxn modelId="{28ACA18D-A6C8-4288-BD67-B1F6B4C7160E}" type="presOf" srcId="{859DBEF2-F388-4E3E-92A4-4DBDE9BC3C0F}" destId="{2F2BDDC6-09A6-40E0-9E26-F3BD219C5AAB}" srcOrd="0" destOrd="0" presId="urn:microsoft.com/office/officeart/2005/8/layout/vList5"/>
    <dgm:cxn modelId="{B32AA398-D892-41BF-93FA-84AD792C4BFC}" type="presOf" srcId="{FAE2330D-DC03-4BD2-B66F-E5817AAC2C30}" destId="{D5634207-39B4-4B8F-80B2-8E09EB137343}" srcOrd="0" destOrd="0" presId="urn:microsoft.com/office/officeart/2005/8/layout/vList5"/>
    <dgm:cxn modelId="{299709A0-09D2-4BFC-8AE1-08997F1A2BF9}" srcId="{FAE2330D-DC03-4BD2-B66F-E5817AAC2C30}" destId="{F74F4C97-B1B0-4D0C-8943-582A9BE8C20C}" srcOrd="0" destOrd="0" parTransId="{D88B5051-5853-4E45-87D2-23839B81F94C}" sibTransId="{F64146C0-DB84-4338-BC43-3E1C89801B33}"/>
    <dgm:cxn modelId="{52D8FCA8-E711-492E-966D-D352C5E69439}" srcId="{8823C2AB-8601-4AB2-A208-3710EDEBE5DD}" destId="{18A35527-0957-4B4F-A8A9-338BBE02598C}" srcOrd="1" destOrd="0" parTransId="{FB2F99B2-E477-4C68-B4F9-6D6E2F2134BD}" sibTransId="{FB9AD57B-BC16-4801-B823-D6ADC827AB77}"/>
    <dgm:cxn modelId="{E98A4AB9-D5C6-446D-BF2C-D9427A2D7C3D}" type="presOf" srcId="{18A35527-0957-4B4F-A8A9-338BBE02598C}" destId="{D522EFB3-D311-488A-9B7C-3FBF8CAC6EF5}" srcOrd="0" destOrd="0" presId="urn:microsoft.com/office/officeart/2005/8/layout/vList5"/>
    <dgm:cxn modelId="{1212D332-7903-4752-B875-5D127FF05154}" type="presParOf" srcId="{781EA2F4-2575-45E4-B42C-E5BFB94D8DFC}" destId="{485B61FC-30FE-4740-8AC8-34E09C43763B}" srcOrd="0" destOrd="0" presId="urn:microsoft.com/office/officeart/2005/8/layout/vList5"/>
    <dgm:cxn modelId="{763BFACD-2F66-41B7-839B-E44718806DB2}" type="presParOf" srcId="{485B61FC-30FE-4740-8AC8-34E09C43763B}" destId="{1206316C-E5CB-4E72-9248-150CEF027EEB}" srcOrd="0" destOrd="0" presId="urn:microsoft.com/office/officeart/2005/8/layout/vList5"/>
    <dgm:cxn modelId="{0CC4F3A7-4970-4CC9-855B-DEE42E3C908C}" type="presParOf" srcId="{485B61FC-30FE-4740-8AC8-34E09C43763B}" destId="{B4AB74E0-F17B-4ADB-9A7C-4D4628F514EF}" srcOrd="1" destOrd="0" presId="urn:microsoft.com/office/officeart/2005/8/layout/vList5"/>
    <dgm:cxn modelId="{2E82AC6E-AE24-4AB5-96C4-2824781D3F0F}" type="presParOf" srcId="{781EA2F4-2575-45E4-B42C-E5BFB94D8DFC}" destId="{02E2AB85-02B9-4CB4-9E2A-24E93A6CC97C}" srcOrd="1" destOrd="0" presId="urn:microsoft.com/office/officeart/2005/8/layout/vList5"/>
    <dgm:cxn modelId="{1F1C7C12-CF79-4681-B314-7F9090049209}" type="presParOf" srcId="{781EA2F4-2575-45E4-B42C-E5BFB94D8DFC}" destId="{BBDE14F7-7AB1-4282-9836-EAB8053A6268}" srcOrd="2" destOrd="0" presId="urn:microsoft.com/office/officeart/2005/8/layout/vList5"/>
    <dgm:cxn modelId="{0B38BC05-E66B-4DEC-B461-71EB3FB3704F}" type="presParOf" srcId="{BBDE14F7-7AB1-4282-9836-EAB8053A6268}" destId="{D522EFB3-D311-488A-9B7C-3FBF8CAC6EF5}" srcOrd="0" destOrd="0" presId="urn:microsoft.com/office/officeart/2005/8/layout/vList5"/>
    <dgm:cxn modelId="{0E14FAC4-EC54-4232-9D0E-F9D3B294ED4A}" type="presParOf" srcId="{BBDE14F7-7AB1-4282-9836-EAB8053A6268}" destId="{2F2BDDC6-09A6-40E0-9E26-F3BD219C5AAB}" srcOrd="1" destOrd="0" presId="urn:microsoft.com/office/officeart/2005/8/layout/vList5"/>
    <dgm:cxn modelId="{AFFD034F-4642-4B35-BC5E-BBA0217BF801}" type="presParOf" srcId="{781EA2F4-2575-45E4-B42C-E5BFB94D8DFC}" destId="{990E01B6-92B9-47BF-B0A1-1E41D9D6E537}" srcOrd="3" destOrd="0" presId="urn:microsoft.com/office/officeart/2005/8/layout/vList5"/>
    <dgm:cxn modelId="{264D7CB2-F328-4036-91F6-8FC2C3B860E1}" type="presParOf" srcId="{781EA2F4-2575-45E4-B42C-E5BFB94D8DFC}" destId="{3196862D-E8C9-44EF-A7B1-C16060C06434}" srcOrd="4" destOrd="0" presId="urn:microsoft.com/office/officeart/2005/8/layout/vList5"/>
    <dgm:cxn modelId="{6FC9B26F-84BF-4073-BAEE-FB3FF6F8174D}" type="presParOf" srcId="{3196862D-E8C9-44EF-A7B1-C16060C06434}" destId="{D5634207-39B4-4B8F-80B2-8E09EB137343}" srcOrd="0" destOrd="0" presId="urn:microsoft.com/office/officeart/2005/8/layout/vList5"/>
    <dgm:cxn modelId="{13EA0647-48FD-4C60-9A69-2F69111FF4CA}" type="presParOf" srcId="{3196862D-E8C9-44EF-A7B1-C16060C06434}" destId="{1690BB11-16DC-419C-8AB8-7A08DAA9C45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17249E-B233-4FD2-815A-5E3EFB34048A}" type="doc">
      <dgm:prSet loTypeId="urn:microsoft.com/office/officeart/2005/8/layout/vList5" loCatId="list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7EED7C8D-5DB4-4A21-9A15-B365E17520B5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4.Dislocation movement</a:t>
          </a:r>
        </a:p>
      </dgm:t>
    </dgm:pt>
    <dgm:pt modelId="{7CEB6E6F-981D-47AC-B013-7B60482A48E1}" type="parTrans" cxnId="{0738120C-6D66-4F1E-B899-FE2014A318C5}">
      <dgm:prSet/>
      <dgm:spPr/>
      <dgm:t>
        <a:bodyPr/>
        <a:lstStyle/>
        <a:p>
          <a:endParaRPr lang="en-US"/>
        </a:p>
      </dgm:t>
    </dgm:pt>
    <dgm:pt modelId="{06A1A4B1-0313-44C8-9B99-5C823C4A117C}" type="sibTrans" cxnId="{0738120C-6D66-4F1E-B899-FE2014A318C5}">
      <dgm:prSet/>
      <dgm:spPr/>
      <dgm:t>
        <a:bodyPr/>
        <a:lstStyle/>
        <a:p>
          <a:endParaRPr lang="en-US"/>
        </a:p>
      </dgm:t>
    </dgm:pt>
    <dgm:pt modelId="{5F8DDCB8-129F-4E8F-85BF-7BDCE91D5BC5}">
      <dgm:prSet phldrT="[Text]" custT="1"/>
      <dgm:spPr/>
      <dgm:t>
        <a:bodyPr/>
        <a:lstStyle/>
        <a:p>
          <a:r>
            <a:rPr lang="en-US" sz="2000" b="1" i="1" dirty="0">
              <a:solidFill>
                <a:srgbClr val="00B0F0"/>
              </a:solidFill>
            </a:rPr>
            <a:t>Dislocation</a:t>
          </a:r>
          <a:r>
            <a:rPr lang="en-US" sz="2000" b="1" i="1" dirty="0"/>
            <a:t> interact with atoms</a:t>
          </a:r>
        </a:p>
      </dgm:t>
    </dgm:pt>
    <dgm:pt modelId="{726E3332-9C79-4EC1-9B58-A10856DFEF20}" type="parTrans" cxnId="{B3081E04-48D0-4BD9-95BE-ED59C794056E}">
      <dgm:prSet/>
      <dgm:spPr/>
      <dgm:t>
        <a:bodyPr/>
        <a:lstStyle/>
        <a:p>
          <a:endParaRPr lang="en-US"/>
        </a:p>
      </dgm:t>
    </dgm:pt>
    <dgm:pt modelId="{0BEC6672-D7B3-4560-9E86-A8DC88EC42D3}" type="sibTrans" cxnId="{B3081E04-48D0-4BD9-95BE-ED59C794056E}">
      <dgm:prSet/>
      <dgm:spPr/>
      <dgm:t>
        <a:bodyPr/>
        <a:lstStyle/>
        <a:p>
          <a:endParaRPr lang="en-US"/>
        </a:p>
      </dgm:t>
    </dgm:pt>
    <dgm:pt modelId="{5681D2E7-7CC1-47AD-B74B-13855B2D7DC8}">
      <dgm:prSet phldrT="[Text]" custT="1"/>
      <dgm:spPr/>
      <dgm:t>
        <a:bodyPr/>
        <a:lstStyle/>
        <a:p>
          <a:r>
            <a:rPr lang="en-US" sz="2000" b="1" i="1" dirty="0"/>
            <a:t>Contribute further deformation</a:t>
          </a:r>
        </a:p>
      </dgm:t>
    </dgm:pt>
    <dgm:pt modelId="{4289C25C-3BE4-48B5-AAEF-B00D431A8162}" type="parTrans" cxnId="{E7C22DA9-89C1-432D-868A-F97B73390576}">
      <dgm:prSet/>
      <dgm:spPr/>
      <dgm:t>
        <a:bodyPr/>
        <a:lstStyle/>
        <a:p>
          <a:endParaRPr lang="en-US"/>
        </a:p>
      </dgm:t>
    </dgm:pt>
    <dgm:pt modelId="{12153000-80EE-4316-9314-0D142B3AED38}" type="sibTrans" cxnId="{E7C22DA9-89C1-432D-868A-F97B73390576}">
      <dgm:prSet/>
      <dgm:spPr/>
      <dgm:t>
        <a:bodyPr/>
        <a:lstStyle/>
        <a:p>
          <a:endParaRPr lang="en-US"/>
        </a:p>
      </dgm:t>
    </dgm:pt>
    <dgm:pt modelId="{5E5B683C-4916-464A-9B77-37AFB4CD93AC}">
      <dgm:prSet phldrT="[Text]"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5.Grain boundary migration</a:t>
          </a:r>
        </a:p>
      </dgm:t>
    </dgm:pt>
    <dgm:pt modelId="{E8072105-B63E-4F37-AA70-7DC04D2F8D73}" type="parTrans" cxnId="{BF24A779-7056-4DAC-9E29-13408E26BBD0}">
      <dgm:prSet/>
      <dgm:spPr/>
      <dgm:t>
        <a:bodyPr/>
        <a:lstStyle/>
        <a:p>
          <a:endParaRPr lang="en-US"/>
        </a:p>
      </dgm:t>
    </dgm:pt>
    <dgm:pt modelId="{D5A78566-28A7-4DD5-80AA-9B76E96E1284}" type="sibTrans" cxnId="{BF24A779-7056-4DAC-9E29-13408E26BBD0}">
      <dgm:prSet/>
      <dgm:spPr/>
      <dgm:t>
        <a:bodyPr/>
        <a:lstStyle/>
        <a:p>
          <a:endParaRPr lang="en-US"/>
        </a:p>
      </dgm:t>
    </dgm:pt>
    <dgm:pt modelId="{68219565-622F-4F35-8C88-5D9F98392425}">
      <dgm:prSet phldrT="[Text]" custT="1"/>
      <dgm:spPr/>
      <dgm:t>
        <a:bodyPr/>
        <a:lstStyle/>
        <a:p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Migration of grain boundary </a:t>
          </a:r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occurs</a:t>
          </a:r>
        </a:p>
      </dgm:t>
    </dgm:pt>
    <dgm:pt modelId="{8DA36B22-67F3-4A72-83F7-0B7D6A11336D}" type="parTrans" cxnId="{D54E2C9A-6E3B-4B29-89BE-B2556DD2757F}">
      <dgm:prSet/>
      <dgm:spPr/>
      <dgm:t>
        <a:bodyPr/>
        <a:lstStyle/>
        <a:p>
          <a:endParaRPr lang="en-US"/>
        </a:p>
      </dgm:t>
    </dgm:pt>
    <dgm:pt modelId="{6FFF6389-1B25-4656-8CA7-115D308C172F}" type="sibTrans" cxnId="{D54E2C9A-6E3B-4B29-89BE-B2556DD2757F}">
      <dgm:prSet/>
      <dgm:spPr/>
      <dgm:t>
        <a:bodyPr/>
        <a:lstStyle/>
        <a:p>
          <a:endParaRPr lang="en-US"/>
        </a:p>
      </dgm:t>
    </dgm:pt>
    <dgm:pt modelId="{7C2C86BD-B414-4300-9A34-EDD23F43F469}">
      <dgm:prSet phldrT="[Text]" custT="1"/>
      <dgm:spPr/>
      <dgm:t>
        <a:bodyPr/>
        <a:lstStyle/>
        <a:p>
          <a:r>
            <a:rPr lang="en-US" sz="2000" b="1" i="1">
              <a:latin typeface="Times New Roman" panose="02020603050405020304" pitchFamily="18" charset="0"/>
              <a:cs typeface="Times New Roman" panose="02020603050405020304" pitchFamily="18" charset="0"/>
            </a:rPr>
            <a:t>Results in </a:t>
          </a:r>
          <a:r>
            <a:rPr lang="en-US" sz="2000" b="1" i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rearrangement of grains</a:t>
          </a:r>
          <a:endParaRPr lang="en-US" sz="2000" b="1" i="1" dirty="0">
            <a:solidFill>
              <a:srgbClr val="00B0F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C2C69D-BF63-4182-BB6E-846AB3E398FC}" type="parTrans" cxnId="{519A86E4-5C7C-45CA-845E-6E1370B02716}">
      <dgm:prSet/>
      <dgm:spPr/>
      <dgm:t>
        <a:bodyPr/>
        <a:lstStyle/>
        <a:p>
          <a:endParaRPr lang="en-US"/>
        </a:p>
      </dgm:t>
    </dgm:pt>
    <dgm:pt modelId="{462AD263-956A-46FE-BE43-46BC28674DCF}" type="sibTrans" cxnId="{519A86E4-5C7C-45CA-845E-6E1370B02716}">
      <dgm:prSet/>
      <dgm:spPr/>
      <dgm:t>
        <a:bodyPr/>
        <a:lstStyle/>
        <a:p>
          <a:endParaRPr lang="en-US"/>
        </a:p>
      </dgm:t>
    </dgm:pt>
    <dgm:pt modelId="{8EBA7B01-6926-4788-A93C-9D9BB4A450DE}">
      <dgm:prSet phldrT="[Text]" custT="1"/>
      <dgm:spPr/>
      <dgm:t>
        <a:bodyPr/>
        <a:lstStyle/>
        <a:p>
          <a:r>
            <a:rPr lang="en-US" sz="2400" b="1" i="0" dirty="0">
              <a:latin typeface="Times New Roman" panose="02020603050405020304" pitchFamily="18" charset="0"/>
              <a:cs typeface="Times New Roman" panose="02020603050405020304" pitchFamily="18" charset="0"/>
            </a:rPr>
            <a:t>6.Potential for Cracking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F800D2-510E-4D60-92DC-F8F7FB65974D}" type="parTrans" cxnId="{5DA1C093-26BE-435A-B0A2-938BFCC95FD0}">
      <dgm:prSet/>
      <dgm:spPr/>
      <dgm:t>
        <a:bodyPr/>
        <a:lstStyle/>
        <a:p>
          <a:endParaRPr lang="en-US"/>
        </a:p>
      </dgm:t>
    </dgm:pt>
    <dgm:pt modelId="{B85E63A8-5C61-46AA-93E4-8007D739D340}" type="sibTrans" cxnId="{5DA1C093-26BE-435A-B0A2-938BFCC95FD0}">
      <dgm:prSet/>
      <dgm:spPr/>
      <dgm:t>
        <a:bodyPr/>
        <a:lstStyle/>
        <a:p>
          <a:endParaRPr lang="en-US"/>
        </a:p>
      </dgm:t>
    </dgm:pt>
    <dgm:pt modelId="{B8651E33-583A-41D3-8FCC-85FFC18CC270}">
      <dgm:prSet phldrT="[Text]" custT="1"/>
      <dgm:spPr/>
      <dgm:t>
        <a:bodyPr/>
        <a:lstStyle/>
        <a:p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initiation of cracks </a:t>
          </a:r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along grain boundaries</a:t>
          </a:r>
        </a:p>
      </dgm:t>
    </dgm:pt>
    <dgm:pt modelId="{6D1F3B75-DDD9-489C-B42C-6A9FA07C41D7}" type="parTrans" cxnId="{296089C2-3C59-4D68-8302-3C5DFC69EA6B}">
      <dgm:prSet/>
      <dgm:spPr/>
      <dgm:t>
        <a:bodyPr/>
        <a:lstStyle/>
        <a:p>
          <a:endParaRPr lang="en-US"/>
        </a:p>
      </dgm:t>
    </dgm:pt>
    <dgm:pt modelId="{CC8F5CE5-FF13-4387-8BD8-E658E76ED357}" type="sibTrans" cxnId="{296089C2-3C59-4D68-8302-3C5DFC69EA6B}">
      <dgm:prSet/>
      <dgm:spPr/>
      <dgm:t>
        <a:bodyPr/>
        <a:lstStyle/>
        <a:p>
          <a:endParaRPr lang="en-US"/>
        </a:p>
      </dgm:t>
    </dgm:pt>
    <dgm:pt modelId="{5717D3A4-A141-47D4-9EFA-2056CEDB7C12}">
      <dgm:prSet phldrT="[Text]" custT="1"/>
      <dgm:spPr/>
      <dgm:t>
        <a:bodyPr/>
        <a:lstStyle/>
        <a:p>
          <a:r>
            <a: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rPr>
            <a:t>These cracks can propagate and eventually result in </a:t>
          </a:r>
          <a:r>
            <a:rPr lang="en-US" sz="2000" b="1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material failure</a:t>
          </a:r>
          <a:r>
            <a:rPr lang="en-US" sz="2500" b="0" i="0" dirty="0">
              <a:solidFill>
                <a:srgbClr val="00B0F0"/>
              </a:solidFill>
            </a:rPr>
            <a:t>.</a:t>
          </a:r>
          <a:endParaRPr lang="en-US" sz="2500" dirty="0">
            <a:solidFill>
              <a:srgbClr val="00B0F0"/>
            </a:solidFill>
          </a:endParaRPr>
        </a:p>
      </dgm:t>
    </dgm:pt>
    <dgm:pt modelId="{2E43268C-304A-473E-AE85-C2778B92B1CE}" type="parTrans" cxnId="{A32493EA-B66A-4725-ACBA-E2BC86C3A207}">
      <dgm:prSet/>
      <dgm:spPr/>
      <dgm:t>
        <a:bodyPr/>
        <a:lstStyle/>
        <a:p>
          <a:endParaRPr lang="en-US"/>
        </a:p>
      </dgm:t>
    </dgm:pt>
    <dgm:pt modelId="{C4A86A7B-3512-4A35-B515-07C381AB4674}" type="sibTrans" cxnId="{A32493EA-B66A-4725-ACBA-E2BC86C3A207}">
      <dgm:prSet/>
      <dgm:spPr/>
      <dgm:t>
        <a:bodyPr/>
        <a:lstStyle/>
        <a:p>
          <a:endParaRPr lang="en-US"/>
        </a:p>
      </dgm:t>
    </dgm:pt>
    <dgm:pt modelId="{B0F09DF1-FB03-419F-B579-7F4317E7936E}" type="pres">
      <dgm:prSet presAssocID="{1F17249E-B233-4FD2-815A-5E3EFB34048A}" presName="Name0" presStyleCnt="0">
        <dgm:presLayoutVars>
          <dgm:dir/>
          <dgm:animLvl val="lvl"/>
          <dgm:resizeHandles val="exact"/>
        </dgm:presLayoutVars>
      </dgm:prSet>
      <dgm:spPr/>
    </dgm:pt>
    <dgm:pt modelId="{7D53A13C-EADF-4595-88B3-3A850C9A46B0}" type="pres">
      <dgm:prSet presAssocID="{7EED7C8D-5DB4-4A21-9A15-B365E17520B5}" presName="linNode" presStyleCnt="0"/>
      <dgm:spPr/>
    </dgm:pt>
    <dgm:pt modelId="{14EA42BD-2871-4288-A537-560EE4C09D1A}" type="pres">
      <dgm:prSet presAssocID="{7EED7C8D-5DB4-4A21-9A15-B365E17520B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840FB85-3597-44EA-8A66-3E0DE15C38FC}" type="pres">
      <dgm:prSet presAssocID="{7EED7C8D-5DB4-4A21-9A15-B365E17520B5}" presName="descendantText" presStyleLbl="alignAccFollowNode1" presStyleIdx="0" presStyleCnt="3">
        <dgm:presLayoutVars>
          <dgm:bulletEnabled val="1"/>
        </dgm:presLayoutVars>
      </dgm:prSet>
      <dgm:spPr/>
    </dgm:pt>
    <dgm:pt modelId="{AFDE5173-90F7-4D6B-8365-95268F350754}" type="pres">
      <dgm:prSet presAssocID="{06A1A4B1-0313-44C8-9B99-5C823C4A117C}" presName="sp" presStyleCnt="0"/>
      <dgm:spPr/>
    </dgm:pt>
    <dgm:pt modelId="{2AF8BBD8-E4B8-452E-8315-B6B923AACECC}" type="pres">
      <dgm:prSet presAssocID="{5E5B683C-4916-464A-9B77-37AFB4CD93AC}" presName="linNode" presStyleCnt="0"/>
      <dgm:spPr/>
    </dgm:pt>
    <dgm:pt modelId="{8E43F5D4-8EB0-465C-A0A7-98400340502B}" type="pres">
      <dgm:prSet presAssocID="{5E5B683C-4916-464A-9B77-37AFB4CD93A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8325EA55-B9DA-4066-823C-A172A3017F34}" type="pres">
      <dgm:prSet presAssocID="{5E5B683C-4916-464A-9B77-37AFB4CD93AC}" presName="descendantText" presStyleLbl="alignAccFollowNode1" presStyleIdx="1" presStyleCnt="3">
        <dgm:presLayoutVars>
          <dgm:bulletEnabled val="1"/>
        </dgm:presLayoutVars>
      </dgm:prSet>
      <dgm:spPr/>
    </dgm:pt>
    <dgm:pt modelId="{E80E4B32-58CB-44BC-9F25-B23F6D2096D2}" type="pres">
      <dgm:prSet presAssocID="{D5A78566-28A7-4DD5-80AA-9B76E96E1284}" presName="sp" presStyleCnt="0"/>
      <dgm:spPr/>
    </dgm:pt>
    <dgm:pt modelId="{6137EBC8-5BF9-42B7-BA83-7B83FC6496BB}" type="pres">
      <dgm:prSet presAssocID="{8EBA7B01-6926-4788-A93C-9D9BB4A450DE}" presName="linNode" presStyleCnt="0"/>
      <dgm:spPr/>
    </dgm:pt>
    <dgm:pt modelId="{E9EC43B0-5C76-481D-A539-5DAE53241EF8}" type="pres">
      <dgm:prSet presAssocID="{8EBA7B01-6926-4788-A93C-9D9BB4A450D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8A9495F7-D7B7-446B-BA60-7090DFCEACB1}" type="pres">
      <dgm:prSet presAssocID="{8EBA7B01-6926-4788-A93C-9D9BB4A450D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3081E04-48D0-4BD9-95BE-ED59C794056E}" srcId="{7EED7C8D-5DB4-4A21-9A15-B365E17520B5}" destId="{5F8DDCB8-129F-4E8F-85BF-7BDCE91D5BC5}" srcOrd="0" destOrd="0" parTransId="{726E3332-9C79-4EC1-9B58-A10856DFEF20}" sibTransId="{0BEC6672-D7B3-4560-9E86-A8DC88EC42D3}"/>
    <dgm:cxn modelId="{C7502706-23EA-41ED-80CD-7C8AEB311423}" type="presOf" srcId="{7EED7C8D-5DB4-4A21-9A15-B365E17520B5}" destId="{14EA42BD-2871-4288-A537-560EE4C09D1A}" srcOrd="0" destOrd="0" presId="urn:microsoft.com/office/officeart/2005/8/layout/vList5"/>
    <dgm:cxn modelId="{0738120C-6D66-4F1E-B899-FE2014A318C5}" srcId="{1F17249E-B233-4FD2-815A-5E3EFB34048A}" destId="{7EED7C8D-5DB4-4A21-9A15-B365E17520B5}" srcOrd="0" destOrd="0" parTransId="{7CEB6E6F-981D-47AC-B013-7B60482A48E1}" sibTransId="{06A1A4B1-0313-44C8-9B99-5C823C4A117C}"/>
    <dgm:cxn modelId="{60CAFC30-8DED-443A-944D-BF0A91407C28}" type="presOf" srcId="{5F8DDCB8-129F-4E8F-85BF-7BDCE91D5BC5}" destId="{5840FB85-3597-44EA-8A66-3E0DE15C38FC}" srcOrd="0" destOrd="0" presId="urn:microsoft.com/office/officeart/2005/8/layout/vList5"/>
    <dgm:cxn modelId="{21F3C560-D940-4236-89A8-EA7A1B5A3E51}" type="presOf" srcId="{5E5B683C-4916-464A-9B77-37AFB4CD93AC}" destId="{8E43F5D4-8EB0-465C-A0A7-98400340502B}" srcOrd="0" destOrd="0" presId="urn:microsoft.com/office/officeart/2005/8/layout/vList5"/>
    <dgm:cxn modelId="{D80FE141-C285-44E1-8C1E-4B815418A717}" type="presOf" srcId="{1F17249E-B233-4FD2-815A-5E3EFB34048A}" destId="{B0F09DF1-FB03-419F-B579-7F4317E7936E}" srcOrd="0" destOrd="0" presId="urn:microsoft.com/office/officeart/2005/8/layout/vList5"/>
    <dgm:cxn modelId="{D5172279-2F20-4E3A-B7B4-BB3B56351068}" type="presOf" srcId="{7C2C86BD-B414-4300-9A34-EDD23F43F469}" destId="{8325EA55-B9DA-4066-823C-A172A3017F34}" srcOrd="0" destOrd="1" presId="urn:microsoft.com/office/officeart/2005/8/layout/vList5"/>
    <dgm:cxn modelId="{BF24A779-7056-4DAC-9E29-13408E26BBD0}" srcId="{1F17249E-B233-4FD2-815A-5E3EFB34048A}" destId="{5E5B683C-4916-464A-9B77-37AFB4CD93AC}" srcOrd="1" destOrd="0" parTransId="{E8072105-B63E-4F37-AA70-7DC04D2F8D73}" sibTransId="{D5A78566-28A7-4DD5-80AA-9B76E96E1284}"/>
    <dgm:cxn modelId="{61DA1588-1D00-4B37-9862-BB0D7C96F9EA}" type="presOf" srcId="{5681D2E7-7CC1-47AD-B74B-13855B2D7DC8}" destId="{5840FB85-3597-44EA-8A66-3E0DE15C38FC}" srcOrd="0" destOrd="1" presId="urn:microsoft.com/office/officeart/2005/8/layout/vList5"/>
    <dgm:cxn modelId="{E594128F-3D14-42C5-8690-669E1706D203}" type="presOf" srcId="{68219565-622F-4F35-8C88-5D9F98392425}" destId="{8325EA55-B9DA-4066-823C-A172A3017F34}" srcOrd="0" destOrd="0" presId="urn:microsoft.com/office/officeart/2005/8/layout/vList5"/>
    <dgm:cxn modelId="{5DA1C093-26BE-435A-B0A2-938BFCC95FD0}" srcId="{1F17249E-B233-4FD2-815A-5E3EFB34048A}" destId="{8EBA7B01-6926-4788-A93C-9D9BB4A450DE}" srcOrd="2" destOrd="0" parTransId="{87F800D2-510E-4D60-92DC-F8F7FB65974D}" sibTransId="{B85E63A8-5C61-46AA-93E4-8007D739D340}"/>
    <dgm:cxn modelId="{D54E2C9A-6E3B-4B29-89BE-B2556DD2757F}" srcId="{5E5B683C-4916-464A-9B77-37AFB4CD93AC}" destId="{68219565-622F-4F35-8C88-5D9F98392425}" srcOrd="0" destOrd="0" parTransId="{8DA36B22-67F3-4A72-83F7-0B7D6A11336D}" sibTransId="{6FFF6389-1B25-4656-8CA7-115D308C172F}"/>
    <dgm:cxn modelId="{E7C22DA9-89C1-432D-868A-F97B73390576}" srcId="{7EED7C8D-5DB4-4A21-9A15-B365E17520B5}" destId="{5681D2E7-7CC1-47AD-B74B-13855B2D7DC8}" srcOrd="1" destOrd="0" parTransId="{4289C25C-3BE4-48B5-AAEF-B00D431A8162}" sibTransId="{12153000-80EE-4316-9314-0D142B3AED38}"/>
    <dgm:cxn modelId="{708A70AE-353F-400A-BBAB-79BB567F0407}" type="presOf" srcId="{B8651E33-583A-41D3-8FCC-85FFC18CC270}" destId="{8A9495F7-D7B7-446B-BA60-7090DFCEACB1}" srcOrd="0" destOrd="0" presId="urn:microsoft.com/office/officeart/2005/8/layout/vList5"/>
    <dgm:cxn modelId="{296089C2-3C59-4D68-8302-3C5DFC69EA6B}" srcId="{8EBA7B01-6926-4788-A93C-9D9BB4A450DE}" destId="{B8651E33-583A-41D3-8FCC-85FFC18CC270}" srcOrd="0" destOrd="0" parTransId="{6D1F3B75-DDD9-489C-B42C-6A9FA07C41D7}" sibTransId="{CC8F5CE5-FF13-4387-8BD8-E658E76ED357}"/>
    <dgm:cxn modelId="{F7FB18D1-A804-43E4-B206-1D38418BD7EB}" type="presOf" srcId="{8EBA7B01-6926-4788-A93C-9D9BB4A450DE}" destId="{E9EC43B0-5C76-481D-A539-5DAE53241EF8}" srcOrd="0" destOrd="0" presId="urn:microsoft.com/office/officeart/2005/8/layout/vList5"/>
    <dgm:cxn modelId="{519A86E4-5C7C-45CA-845E-6E1370B02716}" srcId="{5E5B683C-4916-464A-9B77-37AFB4CD93AC}" destId="{7C2C86BD-B414-4300-9A34-EDD23F43F469}" srcOrd="1" destOrd="0" parTransId="{BEC2C69D-BF63-4182-BB6E-846AB3E398FC}" sibTransId="{462AD263-956A-46FE-BE43-46BC28674DCF}"/>
    <dgm:cxn modelId="{81BA53E8-1DDE-4F8E-9938-A756ACAB7CE7}" type="presOf" srcId="{5717D3A4-A141-47D4-9EFA-2056CEDB7C12}" destId="{8A9495F7-D7B7-446B-BA60-7090DFCEACB1}" srcOrd="0" destOrd="1" presId="urn:microsoft.com/office/officeart/2005/8/layout/vList5"/>
    <dgm:cxn modelId="{A32493EA-B66A-4725-ACBA-E2BC86C3A207}" srcId="{8EBA7B01-6926-4788-A93C-9D9BB4A450DE}" destId="{5717D3A4-A141-47D4-9EFA-2056CEDB7C12}" srcOrd="1" destOrd="0" parTransId="{2E43268C-304A-473E-AE85-C2778B92B1CE}" sibTransId="{C4A86A7B-3512-4A35-B515-07C381AB4674}"/>
    <dgm:cxn modelId="{65196E31-87A1-4BA2-A494-5D720CAA9EBD}" type="presParOf" srcId="{B0F09DF1-FB03-419F-B579-7F4317E7936E}" destId="{7D53A13C-EADF-4595-88B3-3A850C9A46B0}" srcOrd="0" destOrd="0" presId="urn:microsoft.com/office/officeart/2005/8/layout/vList5"/>
    <dgm:cxn modelId="{02E3F9DD-6955-44F2-8438-3EB84151B621}" type="presParOf" srcId="{7D53A13C-EADF-4595-88B3-3A850C9A46B0}" destId="{14EA42BD-2871-4288-A537-560EE4C09D1A}" srcOrd="0" destOrd="0" presId="urn:microsoft.com/office/officeart/2005/8/layout/vList5"/>
    <dgm:cxn modelId="{FF73D29E-31EF-44EB-9839-7EB3CA694D6C}" type="presParOf" srcId="{7D53A13C-EADF-4595-88B3-3A850C9A46B0}" destId="{5840FB85-3597-44EA-8A66-3E0DE15C38FC}" srcOrd="1" destOrd="0" presId="urn:microsoft.com/office/officeart/2005/8/layout/vList5"/>
    <dgm:cxn modelId="{645886FF-0FD2-4E80-AD7A-C5D5AC2DE39A}" type="presParOf" srcId="{B0F09DF1-FB03-419F-B579-7F4317E7936E}" destId="{AFDE5173-90F7-4D6B-8365-95268F350754}" srcOrd="1" destOrd="0" presId="urn:microsoft.com/office/officeart/2005/8/layout/vList5"/>
    <dgm:cxn modelId="{8153DB51-0C79-4F95-87C8-E481836F4973}" type="presParOf" srcId="{B0F09DF1-FB03-419F-B579-7F4317E7936E}" destId="{2AF8BBD8-E4B8-452E-8315-B6B923AACECC}" srcOrd="2" destOrd="0" presId="urn:microsoft.com/office/officeart/2005/8/layout/vList5"/>
    <dgm:cxn modelId="{D5F80E2E-096A-498F-86FC-EDFC746BDB5C}" type="presParOf" srcId="{2AF8BBD8-E4B8-452E-8315-B6B923AACECC}" destId="{8E43F5D4-8EB0-465C-A0A7-98400340502B}" srcOrd="0" destOrd="0" presId="urn:microsoft.com/office/officeart/2005/8/layout/vList5"/>
    <dgm:cxn modelId="{91929104-F503-4E5D-A59F-022FCBAAA74E}" type="presParOf" srcId="{2AF8BBD8-E4B8-452E-8315-B6B923AACECC}" destId="{8325EA55-B9DA-4066-823C-A172A3017F34}" srcOrd="1" destOrd="0" presId="urn:microsoft.com/office/officeart/2005/8/layout/vList5"/>
    <dgm:cxn modelId="{1BDE7D38-B519-439B-9ABA-18DF42EEF940}" type="presParOf" srcId="{B0F09DF1-FB03-419F-B579-7F4317E7936E}" destId="{E80E4B32-58CB-44BC-9F25-B23F6D2096D2}" srcOrd="3" destOrd="0" presId="urn:microsoft.com/office/officeart/2005/8/layout/vList5"/>
    <dgm:cxn modelId="{1359A487-99BC-45DB-9E69-C7753C176BD4}" type="presParOf" srcId="{B0F09DF1-FB03-419F-B579-7F4317E7936E}" destId="{6137EBC8-5BF9-42B7-BA83-7B83FC6496BB}" srcOrd="4" destOrd="0" presId="urn:microsoft.com/office/officeart/2005/8/layout/vList5"/>
    <dgm:cxn modelId="{B9630C6D-3919-41C4-ADA6-7BDE2A028032}" type="presParOf" srcId="{6137EBC8-5BF9-42B7-BA83-7B83FC6496BB}" destId="{E9EC43B0-5C76-481D-A539-5DAE53241EF8}" srcOrd="0" destOrd="0" presId="urn:microsoft.com/office/officeart/2005/8/layout/vList5"/>
    <dgm:cxn modelId="{5A9FC93F-9451-4A8A-B199-2609DD168DA5}" type="presParOf" srcId="{6137EBC8-5BF9-42B7-BA83-7B83FC6496BB}" destId="{8A9495F7-D7B7-446B-BA60-7090DFCEACB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ADBCCD-E5A2-4AF2-B4B2-0AF6F961AFDC}" type="doc">
      <dgm:prSet loTypeId="urn:microsoft.com/office/officeart/2005/8/layout/hierarchy3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099E8FE-192A-4529-A2F9-F5D1A5B21E26}">
      <dgm:prSet phldrT="[Text]"/>
      <dgm:spPr/>
      <dgm:t>
        <a:bodyPr/>
        <a:lstStyle/>
        <a:p>
          <a:r>
            <a:rPr lang="en-US" dirty="0"/>
            <a:t>Microstructural Modifications</a:t>
          </a:r>
        </a:p>
      </dgm:t>
    </dgm:pt>
    <dgm:pt modelId="{D0B5D19D-D4AB-4919-A6CD-953CFF843093}" type="parTrans" cxnId="{887D8B02-E29E-4300-BB5F-3D476C5766DC}">
      <dgm:prSet/>
      <dgm:spPr/>
      <dgm:t>
        <a:bodyPr/>
        <a:lstStyle/>
        <a:p>
          <a:endParaRPr lang="en-US"/>
        </a:p>
      </dgm:t>
    </dgm:pt>
    <dgm:pt modelId="{BDA0BEDA-A2C9-401F-BEF4-93F86BC2E387}" type="sibTrans" cxnId="{887D8B02-E29E-4300-BB5F-3D476C5766DC}">
      <dgm:prSet/>
      <dgm:spPr/>
      <dgm:t>
        <a:bodyPr/>
        <a:lstStyle/>
        <a:p>
          <a:endParaRPr lang="en-US"/>
        </a:p>
      </dgm:t>
    </dgm:pt>
    <dgm:pt modelId="{1E987AF7-AC06-43A9-9547-41EB8A41A959}">
      <dgm:prSet phldrT="[Text]"/>
      <dgm:spPr/>
      <dgm:t>
        <a:bodyPr/>
        <a:lstStyle/>
        <a:p>
          <a:r>
            <a:rPr lang="en-US" dirty="0"/>
            <a:t>Grain Size Control</a:t>
          </a:r>
        </a:p>
      </dgm:t>
    </dgm:pt>
    <dgm:pt modelId="{AFE49D70-D89C-4A04-AA91-CE2BE2BF888D}" type="parTrans" cxnId="{BF304C48-0147-4B57-A7F2-F39C2BBA30CB}">
      <dgm:prSet/>
      <dgm:spPr/>
      <dgm:t>
        <a:bodyPr/>
        <a:lstStyle/>
        <a:p>
          <a:endParaRPr lang="en-US"/>
        </a:p>
      </dgm:t>
    </dgm:pt>
    <dgm:pt modelId="{0162A942-D13D-45ED-A326-EF7F21938151}" type="sibTrans" cxnId="{BF304C48-0147-4B57-A7F2-F39C2BBA30CB}">
      <dgm:prSet/>
      <dgm:spPr/>
      <dgm:t>
        <a:bodyPr/>
        <a:lstStyle/>
        <a:p>
          <a:endParaRPr lang="en-US"/>
        </a:p>
      </dgm:t>
    </dgm:pt>
    <dgm:pt modelId="{51794A2F-A4D4-4BBE-A7C6-C08F79D366C3}">
      <dgm:prSet phldrT="[Text]"/>
      <dgm:spPr/>
      <dgm:t>
        <a:bodyPr/>
        <a:lstStyle/>
        <a:p>
          <a:r>
            <a:rPr lang="en-US" dirty="0"/>
            <a:t>Introducing second phase particles</a:t>
          </a:r>
        </a:p>
      </dgm:t>
    </dgm:pt>
    <dgm:pt modelId="{6FE2B6DA-0BF9-4BB1-8CC6-9CEA702B2A04}" type="parTrans" cxnId="{E246A925-E84C-4777-B5C2-6EB59BA2F160}">
      <dgm:prSet/>
      <dgm:spPr/>
      <dgm:t>
        <a:bodyPr/>
        <a:lstStyle/>
        <a:p>
          <a:endParaRPr lang="en-US"/>
        </a:p>
      </dgm:t>
    </dgm:pt>
    <dgm:pt modelId="{3A36E9C4-FFFF-4257-9E93-CD8C52F70555}" type="sibTrans" cxnId="{E246A925-E84C-4777-B5C2-6EB59BA2F160}">
      <dgm:prSet/>
      <dgm:spPr/>
      <dgm:t>
        <a:bodyPr/>
        <a:lstStyle/>
        <a:p>
          <a:endParaRPr lang="en-US"/>
        </a:p>
      </dgm:t>
    </dgm:pt>
    <dgm:pt modelId="{AB222367-6160-46E2-A2EF-D6D4415235A0}">
      <dgm:prSet phldrT="[Text]"/>
      <dgm:spPr/>
      <dgm:t>
        <a:bodyPr/>
        <a:lstStyle/>
        <a:p>
          <a:r>
            <a:rPr lang="en-US" dirty="0"/>
            <a:t>Material Selection</a:t>
          </a:r>
        </a:p>
      </dgm:t>
    </dgm:pt>
    <dgm:pt modelId="{E4532EBA-BDA1-45EC-B15B-9F7E7734919E}" type="parTrans" cxnId="{ACE5B56B-6C45-4744-8D31-966C4636CC85}">
      <dgm:prSet/>
      <dgm:spPr/>
      <dgm:t>
        <a:bodyPr/>
        <a:lstStyle/>
        <a:p>
          <a:endParaRPr lang="en-US"/>
        </a:p>
      </dgm:t>
    </dgm:pt>
    <dgm:pt modelId="{F7B8C201-C31F-404D-8B25-FCB7845C321C}" type="sibTrans" cxnId="{ACE5B56B-6C45-4744-8D31-966C4636CC85}">
      <dgm:prSet/>
      <dgm:spPr/>
      <dgm:t>
        <a:bodyPr/>
        <a:lstStyle/>
        <a:p>
          <a:endParaRPr lang="en-US"/>
        </a:p>
      </dgm:t>
    </dgm:pt>
    <dgm:pt modelId="{00A3344D-211E-4854-9C8F-F1C1E8D8ACAA}">
      <dgm:prSet phldrT="[Text]"/>
      <dgm:spPr/>
      <dgm:t>
        <a:bodyPr/>
        <a:lstStyle/>
        <a:p>
          <a:r>
            <a:rPr lang="en-US" dirty="0"/>
            <a:t>Considering alternate materials</a:t>
          </a:r>
        </a:p>
      </dgm:t>
    </dgm:pt>
    <dgm:pt modelId="{8B055AE8-94A9-46E1-A073-A30DFEA2C8DA}" type="parTrans" cxnId="{F7D3265E-12DE-416B-8692-CB01C25B895D}">
      <dgm:prSet/>
      <dgm:spPr/>
      <dgm:t>
        <a:bodyPr/>
        <a:lstStyle/>
        <a:p>
          <a:endParaRPr lang="en-US"/>
        </a:p>
      </dgm:t>
    </dgm:pt>
    <dgm:pt modelId="{99359816-1C1C-4345-AB9C-30D1EC8229EA}" type="sibTrans" cxnId="{F7D3265E-12DE-416B-8692-CB01C25B895D}">
      <dgm:prSet/>
      <dgm:spPr/>
      <dgm:t>
        <a:bodyPr/>
        <a:lstStyle/>
        <a:p>
          <a:endParaRPr lang="en-US"/>
        </a:p>
      </dgm:t>
    </dgm:pt>
    <dgm:pt modelId="{D6B28008-1110-44C5-A69F-A1A56CA5B8B1}">
      <dgm:prSet phldrT="[Text]"/>
      <dgm:spPr/>
      <dgm:t>
        <a:bodyPr/>
        <a:lstStyle/>
        <a:p>
          <a:r>
            <a:rPr lang="en-US" dirty="0"/>
            <a:t>High temperature materials</a:t>
          </a:r>
        </a:p>
      </dgm:t>
    </dgm:pt>
    <dgm:pt modelId="{A93EFCC9-E082-4D85-8E3D-0CDEA6FC4D44}" type="parTrans" cxnId="{8E5B54C9-3AEE-48A9-B89A-57D28448FE78}">
      <dgm:prSet/>
      <dgm:spPr/>
      <dgm:t>
        <a:bodyPr/>
        <a:lstStyle/>
        <a:p>
          <a:endParaRPr lang="en-US"/>
        </a:p>
      </dgm:t>
    </dgm:pt>
    <dgm:pt modelId="{B197ED95-6855-4934-A341-BEF871DB634A}" type="sibTrans" cxnId="{8E5B54C9-3AEE-48A9-B89A-57D28448FE78}">
      <dgm:prSet/>
      <dgm:spPr/>
      <dgm:t>
        <a:bodyPr/>
        <a:lstStyle/>
        <a:p>
          <a:endParaRPr lang="en-US"/>
        </a:p>
      </dgm:t>
    </dgm:pt>
    <dgm:pt modelId="{E271795D-7F4A-4078-915E-65EA756CB6C8}">
      <dgm:prSet phldrT="[Text]"/>
      <dgm:spPr/>
      <dgm:t>
        <a:bodyPr/>
        <a:lstStyle/>
        <a:p>
          <a:r>
            <a:rPr lang="en-US" dirty="0"/>
            <a:t>Nanoprecipitation at Grain Boundary</a:t>
          </a:r>
        </a:p>
      </dgm:t>
    </dgm:pt>
    <dgm:pt modelId="{F99CB96E-4056-424C-A07E-30BC88F1F6CA}" type="parTrans" cxnId="{C47E60C2-1FF7-457C-9581-AF21A4E83C2E}">
      <dgm:prSet/>
      <dgm:spPr/>
      <dgm:t>
        <a:bodyPr/>
        <a:lstStyle/>
        <a:p>
          <a:endParaRPr lang="en-US"/>
        </a:p>
      </dgm:t>
    </dgm:pt>
    <dgm:pt modelId="{EB399E45-0A54-4659-A296-177286B0D3F8}" type="sibTrans" cxnId="{C47E60C2-1FF7-457C-9581-AF21A4E83C2E}">
      <dgm:prSet/>
      <dgm:spPr/>
      <dgm:t>
        <a:bodyPr/>
        <a:lstStyle/>
        <a:p>
          <a:endParaRPr lang="en-US"/>
        </a:p>
      </dgm:t>
    </dgm:pt>
    <dgm:pt modelId="{C886764F-633F-44DE-A40B-81D3642D91A1}">
      <dgm:prSet phldrT="[Text]"/>
      <dgm:spPr/>
      <dgm:t>
        <a:bodyPr/>
        <a:lstStyle/>
        <a:p>
          <a:r>
            <a:rPr lang="en-US" dirty="0"/>
            <a:t>Alloys with lower diffusion rate</a:t>
          </a:r>
        </a:p>
      </dgm:t>
    </dgm:pt>
    <dgm:pt modelId="{65616964-3627-44AF-918A-BE9740B4143C}" type="parTrans" cxnId="{2218350E-04E5-4EED-B743-3EC46A328A7B}">
      <dgm:prSet/>
      <dgm:spPr/>
      <dgm:t>
        <a:bodyPr/>
        <a:lstStyle/>
        <a:p>
          <a:endParaRPr lang="en-US"/>
        </a:p>
      </dgm:t>
    </dgm:pt>
    <dgm:pt modelId="{6F859746-51D0-4500-80A5-67F8B9BC8B26}" type="sibTrans" cxnId="{2218350E-04E5-4EED-B743-3EC46A328A7B}">
      <dgm:prSet/>
      <dgm:spPr/>
      <dgm:t>
        <a:bodyPr/>
        <a:lstStyle/>
        <a:p>
          <a:endParaRPr lang="en-US"/>
        </a:p>
      </dgm:t>
    </dgm:pt>
    <dgm:pt modelId="{4B04AEC5-EB5F-46A0-B623-6005CD60E695}">
      <dgm:prSet phldrT="[Text]"/>
      <dgm:spPr/>
      <dgm:t>
        <a:bodyPr/>
        <a:lstStyle/>
        <a:p>
          <a:r>
            <a:rPr lang="en-US" dirty="0"/>
            <a:t>Thermal analysis &amp; Design</a:t>
          </a:r>
        </a:p>
      </dgm:t>
    </dgm:pt>
    <dgm:pt modelId="{7858DF9A-1354-4487-81BC-3F174CE9CB81}" type="parTrans" cxnId="{B5590D7E-455A-454C-ABFD-346E48C64EF2}">
      <dgm:prSet/>
      <dgm:spPr/>
      <dgm:t>
        <a:bodyPr/>
        <a:lstStyle/>
        <a:p>
          <a:endParaRPr lang="en-US"/>
        </a:p>
      </dgm:t>
    </dgm:pt>
    <dgm:pt modelId="{FCFE7E30-8CAC-4F1B-A090-45FD67041778}" type="sibTrans" cxnId="{B5590D7E-455A-454C-ABFD-346E48C64EF2}">
      <dgm:prSet/>
      <dgm:spPr/>
      <dgm:t>
        <a:bodyPr/>
        <a:lstStyle/>
        <a:p>
          <a:endParaRPr lang="en-US"/>
        </a:p>
      </dgm:t>
    </dgm:pt>
    <dgm:pt modelId="{BFB6A7F4-6840-42C2-9AD0-4293804F17FE}">
      <dgm:prSet/>
      <dgm:spPr/>
      <dgm:t>
        <a:bodyPr/>
        <a:lstStyle/>
        <a:p>
          <a:r>
            <a:rPr lang="en-US" dirty="0"/>
            <a:t>Analysis</a:t>
          </a:r>
        </a:p>
      </dgm:t>
    </dgm:pt>
    <dgm:pt modelId="{38A8044A-31FB-4782-8878-D0822781AAC2}" type="parTrans" cxnId="{0D2E405E-F901-4CF7-A99C-8B1573A0631F}">
      <dgm:prSet/>
      <dgm:spPr/>
      <dgm:t>
        <a:bodyPr/>
        <a:lstStyle/>
        <a:p>
          <a:endParaRPr lang="en-US"/>
        </a:p>
      </dgm:t>
    </dgm:pt>
    <dgm:pt modelId="{6D4540DF-5B54-43F8-A47D-F2409C51539D}" type="sibTrans" cxnId="{0D2E405E-F901-4CF7-A99C-8B1573A0631F}">
      <dgm:prSet/>
      <dgm:spPr/>
      <dgm:t>
        <a:bodyPr/>
        <a:lstStyle/>
        <a:p>
          <a:endParaRPr lang="en-US"/>
        </a:p>
      </dgm:t>
    </dgm:pt>
    <dgm:pt modelId="{4A6E813F-91F1-422D-80F2-7C66A1B82EDB}">
      <dgm:prSet phldrT="[Text]"/>
      <dgm:spPr/>
      <dgm:t>
        <a:bodyPr/>
        <a:lstStyle/>
        <a:p>
          <a:r>
            <a:rPr lang="en-US" dirty="0"/>
            <a:t>Stress analysis</a:t>
          </a:r>
        </a:p>
      </dgm:t>
    </dgm:pt>
    <dgm:pt modelId="{7A78B3D4-0316-43B1-9BFD-DA7EF2D3F581}" type="parTrans" cxnId="{6E94F139-ABAD-456B-A26A-128AA292824C}">
      <dgm:prSet/>
      <dgm:spPr/>
      <dgm:t>
        <a:bodyPr/>
        <a:lstStyle/>
        <a:p>
          <a:endParaRPr lang="en-US"/>
        </a:p>
      </dgm:t>
    </dgm:pt>
    <dgm:pt modelId="{7E0853FA-99FD-4A53-993F-882AE77E6104}" type="sibTrans" cxnId="{6E94F139-ABAD-456B-A26A-128AA292824C}">
      <dgm:prSet/>
      <dgm:spPr/>
      <dgm:t>
        <a:bodyPr/>
        <a:lstStyle/>
        <a:p>
          <a:endParaRPr lang="en-US"/>
        </a:p>
      </dgm:t>
    </dgm:pt>
    <dgm:pt modelId="{1357AE7D-8DFA-48F2-9DD0-752915507975}">
      <dgm:prSet phldrT="[Text]"/>
      <dgm:spPr/>
      <dgm:t>
        <a:bodyPr/>
        <a:lstStyle/>
        <a:p>
          <a:r>
            <a:rPr lang="en-US" dirty="0"/>
            <a:t>Regular inspection &amp; maintenance</a:t>
          </a:r>
        </a:p>
      </dgm:t>
    </dgm:pt>
    <dgm:pt modelId="{9664CD1D-0263-460B-AC79-37BA630C55C5}" type="parTrans" cxnId="{8C8408D8-555A-42A5-A695-6C41432C42E3}">
      <dgm:prSet/>
      <dgm:spPr/>
      <dgm:t>
        <a:bodyPr/>
        <a:lstStyle/>
        <a:p>
          <a:endParaRPr lang="en-US"/>
        </a:p>
      </dgm:t>
    </dgm:pt>
    <dgm:pt modelId="{6510AC29-09C6-4C0D-93B2-8E05EAC25DDC}" type="sibTrans" cxnId="{8C8408D8-555A-42A5-A695-6C41432C42E3}">
      <dgm:prSet/>
      <dgm:spPr/>
      <dgm:t>
        <a:bodyPr/>
        <a:lstStyle/>
        <a:p>
          <a:endParaRPr lang="en-US"/>
        </a:p>
      </dgm:t>
    </dgm:pt>
    <dgm:pt modelId="{CF1DF5F3-719A-47D5-AD45-B9AAEC0A12CE}">
      <dgm:prSet/>
      <dgm:spPr/>
      <dgm:t>
        <a:bodyPr/>
        <a:lstStyle/>
        <a:p>
          <a:r>
            <a:rPr lang="en-US" dirty="0"/>
            <a:t>Monitoring</a:t>
          </a:r>
        </a:p>
      </dgm:t>
    </dgm:pt>
    <dgm:pt modelId="{1966CCD9-19F6-44F9-BBAE-6999FC501A14}" type="parTrans" cxnId="{73F0213E-65BF-483B-B7DF-9CE34237680E}">
      <dgm:prSet/>
      <dgm:spPr/>
      <dgm:t>
        <a:bodyPr/>
        <a:lstStyle/>
        <a:p>
          <a:endParaRPr lang="en-US"/>
        </a:p>
      </dgm:t>
    </dgm:pt>
    <dgm:pt modelId="{7EDB4A99-7C3E-4CE6-8BE9-80E8EDA3DB5A}" type="sibTrans" cxnId="{73F0213E-65BF-483B-B7DF-9CE34237680E}">
      <dgm:prSet/>
      <dgm:spPr/>
      <dgm:t>
        <a:bodyPr/>
        <a:lstStyle/>
        <a:p>
          <a:endParaRPr lang="en-US"/>
        </a:p>
      </dgm:t>
    </dgm:pt>
    <dgm:pt modelId="{4DE393EF-A506-4A4A-B424-3BDEBB53D1FA}">
      <dgm:prSet phldrT="[Text]"/>
      <dgm:spPr/>
      <dgm:t>
        <a:bodyPr/>
        <a:lstStyle/>
        <a:p>
          <a:r>
            <a:rPr lang="en-US" dirty="0"/>
            <a:t>Load monitoring</a:t>
          </a:r>
        </a:p>
      </dgm:t>
    </dgm:pt>
    <dgm:pt modelId="{9CE1A661-3E4F-49F2-944F-2C9F8445FD43}" type="parTrans" cxnId="{354484AA-0157-4109-94C0-06C4D35FD2D0}">
      <dgm:prSet/>
      <dgm:spPr/>
      <dgm:t>
        <a:bodyPr/>
        <a:lstStyle/>
        <a:p>
          <a:endParaRPr lang="en-US"/>
        </a:p>
      </dgm:t>
    </dgm:pt>
    <dgm:pt modelId="{D6A18A60-A231-4000-91A6-54A9235B63EC}" type="sibTrans" cxnId="{354484AA-0157-4109-94C0-06C4D35FD2D0}">
      <dgm:prSet/>
      <dgm:spPr/>
      <dgm:t>
        <a:bodyPr/>
        <a:lstStyle/>
        <a:p>
          <a:endParaRPr lang="en-US"/>
        </a:p>
      </dgm:t>
    </dgm:pt>
    <dgm:pt modelId="{4E2F36B7-EE66-4692-B837-4F3DBA43F4F0}" type="pres">
      <dgm:prSet presAssocID="{44ADBCCD-E5A2-4AF2-B4B2-0AF6F961AFD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2BA0F29-734C-4F34-9B3C-792CF78A7B04}" type="pres">
      <dgm:prSet presAssocID="{0099E8FE-192A-4529-A2F9-F5D1A5B21E26}" presName="root" presStyleCnt="0"/>
      <dgm:spPr/>
    </dgm:pt>
    <dgm:pt modelId="{97697E12-1A07-481E-A33B-FE44460280B9}" type="pres">
      <dgm:prSet presAssocID="{0099E8FE-192A-4529-A2F9-F5D1A5B21E26}" presName="rootComposite" presStyleCnt="0"/>
      <dgm:spPr/>
    </dgm:pt>
    <dgm:pt modelId="{B18F2F07-C827-4AFD-ADE7-316C40E8FFEE}" type="pres">
      <dgm:prSet presAssocID="{0099E8FE-192A-4529-A2F9-F5D1A5B21E26}" presName="rootText" presStyleLbl="node1" presStyleIdx="0" presStyleCnt="4"/>
      <dgm:spPr/>
    </dgm:pt>
    <dgm:pt modelId="{0CCB3EED-FE66-424D-BA55-235BDABA4219}" type="pres">
      <dgm:prSet presAssocID="{0099E8FE-192A-4529-A2F9-F5D1A5B21E26}" presName="rootConnector" presStyleLbl="node1" presStyleIdx="0" presStyleCnt="4"/>
      <dgm:spPr/>
    </dgm:pt>
    <dgm:pt modelId="{B6100CB6-62A8-40ED-A2A8-59293B860699}" type="pres">
      <dgm:prSet presAssocID="{0099E8FE-192A-4529-A2F9-F5D1A5B21E26}" presName="childShape" presStyleCnt="0"/>
      <dgm:spPr/>
    </dgm:pt>
    <dgm:pt modelId="{1C847B1B-407D-44BF-8451-14A6C67BAF27}" type="pres">
      <dgm:prSet presAssocID="{AFE49D70-D89C-4A04-AA91-CE2BE2BF888D}" presName="Name13" presStyleLbl="parChTrans1D2" presStyleIdx="0" presStyleCnt="10"/>
      <dgm:spPr/>
    </dgm:pt>
    <dgm:pt modelId="{C4A73105-94FE-4D6D-BA2E-56B578DA1A75}" type="pres">
      <dgm:prSet presAssocID="{1E987AF7-AC06-43A9-9547-41EB8A41A959}" presName="childText" presStyleLbl="bgAcc1" presStyleIdx="0" presStyleCnt="10">
        <dgm:presLayoutVars>
          <dgm:bulletEnabled val="1"/>
        </dgm:presLayoutVars>
      </dgm:prSet>
      <dgm:spPr/>
    </dgm:pt>
    <dgm:pt modelId="{C07EAD97-20A8-4B76-BE8D-22A3DB3A5B7D}" type="pres">
      <dgm:prSet presAssocID="{6FE2B6DA-0BF9-4BB1-8CC6-9CEA702B2A04}" presName="Name13" presStyleLbl="parChTrans1D2" presStyleIdx="1" presStyleCnt="10"/>
      <dgm:spPr/>
    </dgm:pt>
    <dgm:pt modelId="{391B83A7-A590-4458-842C-E405E3C2462D}" type="pres">
      <dgm:prSet presAssocID="{51794A2F-A4D4-4BBE-A7C6-C08F79D366C3}" presName="childText" presStyleLbl="bgAcc1" presStyleIdx="1" presStyleCnt="10">
        <dgm:presLayoutVars>
          <dgm:bulletEnabled val="1"/>
        </dgm:presLayoutVars>
      </dgm:prSet>
      <dgm:spPr/>
    </dgm:pt>
    <dgm:pt modelId="{277C839E-EED6-4107-8BE0-615C674E97E1}" type="pres">
      <dgm:prSet presAssocID="{F99CB96E-4056-424C-A07E-30BC88F1F6CA}" presName="Name13" presStyleLbl="parChTrans1D2" presStyleIdx="2" presStyleCnt="10"/>
      <dgm:spPr/>
    </dgm:pt>
    <dgm:pt modelId="{F1BEE900-A2A2-4343-86AB-26949C3F831D}" type="pres">
      <dgm:prSet presAssocID="{E271795D-7F4A-4078-915E-65EA756CB6C8}" presName="childText" presStyleLbl="bgAcc1" presStyleIdx="2" presStyleCnt="10">
        <dgm:presLayoutVars>
          <dgm:bulletEnabled val="1"/>
        </dgm:presLayoutVars>
      </dgm:prSet>
      <dgm:spPr/>
    </dgm:pt>
    <dgm:pt modelId="{FDC16D29-7886-4AAA-B2CB-19FB2A238C51}" type="pres">
      <dgm:prSet presAssocID="{AB222367-6160-46E2-A2EF-D6D4415235A0}" presName="root" presStyleCnt="0"/>
      <dgm:spPr/>
    </dgm:pt>
    <dgm:pt modelId="{93CC3145-95B0-4F3A-B14A-B9F3DE474EC3}" type="pres">
      <dgm:prSet presAssocID="{AB222367-6160-46E2-A2EF-D6D4415235A0}" presName="rootComposite" presStyleCnt="0"/>
      <dgm:spPr/>
    </dgm:pt>
    <dgm:pt modelId="{0A09AE24-9F44-49CB-89D2-AAB4CA6F8EF5}" type="pres">
      <dgm:prSet presAssocID="{AB222367-6160-46E2-A2EF-D6D4415235A0}" presName="rootText" presStyleLbl="node1" presStyleIdx="1" presStyleCnt="4"/>
      <dgm:spPr/>
    </dgm:pt>
    <dgm:pt modelId="{FB07DC76-31FD-48A3-8926-78D4A07A3281}" type="pres">
      <dgm:prSet presAssocID="{AB222367-6160-46E2-A2EF-D6D4415235A0}" presName="rootConnector" presStyleLbl="node1" presStyleIdx="1" presStyleCnt="4"/>
      <dgm:spPr/>
    </dgm:pt>
    <dgm:pt modelId="{F18C7428-9963-4B27-9EFB-19F132921B89}" type="pres">
      <dgm:prSet presAssocID="{AB222367-6160-46E2-A2EF-D6D4415235A0}" presName="childShape" presStyleCnt="0"/>
      <dgm:spPr/>
    </dgm:pt>
    <dgm:pt modelId="{879CF339-9281-4E24-9917-70F51586BD95}" type="pres">
      <dgm:prSet presAssocID="{8B055AE8-94A9-46E1-A073-A30DFEA2C8DA}" presName="Name13" presStyleLbl="parChTrans1D2" presStyleIdx="3" presStyleCnt="10"/>
      <dgm:spPr/>
    </dgm:pt>
    <dgm:pt modelId="{8F1B125F-A0D3-4005-A271-40D05B254DD8}" type="pres">
      <dgm:prSet presAssocID="{00A3344D-211E-4854-9C8F-F1C1E8D8ACAA}" presName="childText" presStyleLbl="bgAcc1" presStyleIdx="3" presStyleCnt="10">
        <dgm:presLayoutVars>
          <dgm:bulletEnabled val="1"/>
        </dgm:presLayoutVars>
      </dgm:prSet>
      <dgm:spPr/>
    </dgm:pt>
    <dgm:pt modelId="{82DA2560-5076-43B9-8CB6-BCE836F1DA27}" type="pres">
      <dgm:prSet presAssocID="{A93EFCC9-E082-4D85-8E3D-0CDEA6FC4D44}" presName="Name13" presStyleLbl="parChTrans1D2" presStyleIdx="4" presStyleCnt="10"/>
      <dgm:spPr/>
    </dgm:pt>
    <dgm:pt modelId="{20BE530F-39BB-40C3-BC77-5B62008E1177}" type="pres">
      <dgm:prSet presAssocID="{D6B28008-1110-44C5-A69F-A1A56CA5B8B1}" presName="childText" presStyleLbl="bgAcc1" presStyleIdx="4" presStyleCnt="10">
        <dgm:presLayoutVars>
          <dgm:bulletEnabled val="1"/>
        </dgm:presLayoutVars>
      </dgm:prSet>
      <dgm:spPr/>
    </dgm:pt>
    <dgm:pt modelId="{028E123C-2522-4431-9ED8-E589C2457545}" type="pres">
      <dgm:prSet presAssocID="{65616964-3627-44AF-918A-BE9740B4143C}" presName="Name13" presStyleLbl="parChTrans1D2" presStyleIdx="5" presStyleCnt="10"/>
      <dgm:spPr/>
    </dgm:pt>
    <dgm:pt modelId="{36A7B2D3-AB42-462F-B463-8236A8D2B7A7}" type="pres">
      <dgm:prSet presAssocID="{C886764F-633F-44DE-A40B-81D3642D91A1}" presName="childText" presStyleLbl="bgAcc1" presStyleIdx="5" presStyleCnt="10">
        <dgm:presLayoutVars>
          <dgm:bulletEnabled val="1"/>
        </dgm:presLayoutVars>
      </dgm:prSet>
      <dgm:spPr/>
    </dgm:pt>
    <dgm:pt modelId="{E8C8D8B7-2703-4D7B-8B14-8833FE032C91}" type="pres">
      <dgm:prSet presAssocID="{BFB6A7F4-6840-42C2-9AD0-4293804F17FE}" presName="root" presStyleCnt="0"/>
      <dgm:spPr/>
    </dgm:pt>
    <dgm:pt modelId="{8E4D28DE-129F-448D-92DA-8398E7AAD12A}" type="pres">
      <dgm:prSet presAssocID="{BFB6A7F4-6840-42C2-9AD0-4293804F17FE}" presName="rootComposite" presStyleCnt="0"/>
      <dgm:spPr/>
    </dgm:pt>
    <dgm:pt modelId="{283C7430-3B35-402F-B79E-AB8AAD1F29AB}" type="pres">
      <dgm:prSet presAssocID="{BFB6A7F4-6840-42C2-9AD0-4293804F17FE}" presName="rootText" presStyleLbl="node1" presStyleIdx="2" presStyleCnt="4"/>
      <dgm:spPr/>
    </dgm:pt>
    <dgm:pt modelId="{01EF138B-B67A-45F8-8E9C-3313B7AF6C5D}" type="pres">
      <dgm:prSet presAssocID="{BFB6A7F4-6840-42C2-9AD0-4293804F17FE}" presName="rootConnector" presStyleLbl="node1" presStyleIdx="2" presStyleCnt="4"/>
      <dgm:spPr/>
    </dgm:pt>
    <dgm:pt modelId="{5779B0C1-CE44-4945-B90D-EF6E49DC8EDC}" type="pres">
      <dgm:prSet presAssocID="{BFB6A7F4-6840-42C2-9AD0-4293804F17FE}" presName="childShape" presStyleCnt="0"/>
      <dgm:spPr/>
    </dgm:pt>
    <dgm:pt modelId="{EE2F7B16-0272-4474-B1B4-F01AE89520D9}" type="pres">
      <dgm:prSet presAssocID="{7858DF9A-1354-4487-81BC-3F174CE9CB81}" presName="Name13" presStyleLbl="parChTrans1D2" presStyleIdx="6" presStyleCnt="10"/>
      <dgm:spPr/>
    </dgm:pt>
    <dgm:pt modelId="{77E71138-18FA-46AD-8160-BCCD40EB2EF2}" type="pres">
      <dgm:prSet presAssocID="{4B04AEC5-EB5F-46A0-B623-6005CD60E695}" presName="childText" presStyleLbl="bgAcc1" presStyleIdx="6" presStyleCnt="10">
        <dgm:presLayoutVars>
          <dgm:bulletEnabled val="1"/>
        </dgm:presLayoutVars>
      </dgm:prSet>
      <dgm:spPr/>
    </dgm:pt>
    <dgm:pt modelId="{AFDCEDFD-5DA0-484C-A3A8-D022C972D7A4}" type="pres">
      <dgm:prSet presAssocID="{7A78B3D4-0316-43B1-9BFD-DA7EF2D3F581}" presName="Name13" presStyleLbl="parChTrans1D2" presStyleIdx="7" presStyleCnt="10"/>
      <dgm:spPr/>
    </dgm:pt>
    <dgm:pt modelId="{5F4B7A57-F94E-4655-B31F-A21B502619E1}" type="pres">
      <dgm:prSet presAssocID="{4A6E813F-91F1-422D-80F2-7C66A1B82EDB}" presName="childText" presStyleLbl="bgAcc1" presStyleIdx="7" presStyleCnt="10">
        <dgm:presLayoutVars>
          <dgm:bulletEnabled val="1"/>
        </dgm:presLayoutVars>
      </dgm:prSet>
      <dgm:spPr/>
    </dgm:pt>
    <dgm:pt modelId="{EFF84600-632C-4509-83DA-69030EE6F7C8}" type="pres">
      <dgm:prSet presAssocID="{CF1DF5F3-719A-47D5-AD45-B9AAEC0A12CE}" presName="root" presStyleCnt="0"/>
      <dgm:spPr/>
    </dgm:pt>
    <dgm:pt modelId="{3A8ACF84-2798-4FF2-9D48-65EEDBE16350}" type="pres">
      <dgm:prSet presAssocID="{CF1DF5F3-719A-47D5-AD45-B9AAEC0A12CE}" presName="rootComposite" presStyleCnt="0"/>
      <dgm:spPr/>
    </dgm:pt>
    <dgm:pt modelId="{930CA238-CFB8-4FB2-B0B2-A896F6CB1E80}" type="pres">
      <dgm:prSet presAssocID="{CF1DF5F3-719A-47D5-AD45-B9AAEC0A12CE}" presName="rootText" presStyleLbl="node1" presStyleIdx="3" presStyleCnt="4"/>
      <dgm:spPr/>
    </dgm:pt>
    <dgm:pt modelId="{C4BBF4F3-4127-4968-A357-22B4FA16F9E8}" type="pres">
      <dgm:prSet presAssocID="{CF1DF5F3-719A-47D5-AD45-B9AAEC0A12CE}" presName="rootConnector" presStyleLbl="node1" presStyleIdx="3" presStyleCnt="4"/>
      <dgm:spPr/>
    </dgm:pt>
    <dgm:pt modelId="{6CEEBE9A-2E86-4A25-961E-A2EB6D23611A}" type="pres">
      <dgm:prSet presAssocID="{CF1DF5F3-719A-47D5-AD45-B9AAEC0A12CE}" presName="childShape" presStyleCnt="0"/>
      <dgm:spPr/>
    </dgm:pt>
    <dgm:pt modelId="{83907876-4A3A-404D-9FED-45A99FFAE8A4}" type="pres">
      <dgm:prSet presAssocID="{9664CD1D-0263-460B-AC79-37BA630C55C5}" presName="Name13" presStyleLbl="parChTrans1D2" presStyleIdx="8" presStyleCnt="10"/>
      <dgm:spPr/>
    </dgm:pt>
    <dgm:pt modelId="{8EF3FA32-269F-4267-9691-73C0FD44042A}" type="pres">
      <dgm:prSet presAssocID="{1357AE7D-8DFA-48F2-9DD0-752915507975}" presName="childText" presStyleLbl="bgAcc1" presStyleIdx="8" presStyleCnt="10">
        <dgm:presLayoutVars>
          <dgm:bulletEnabled val="1"/>
        </dgm:presLayoutVars>
      </dgm:prSet>
      <dgm:spPr/>
    </dgm:pt>
    <dgm:pt modelId="{76256D36-4BA2-4B90-8D8F-FE7D4C36DCC9}" type="pres">
      <dgm:prSet presAssocID="{9CE1A661-3E4F-49F2-944F-2C9F8445FD43}" presName="Name13" presStyleLbl="parChTrans1D2" presStyleIdx="9" presStyleCnt="10"/>
      <dgm:spPr/>
    </dgm:pt>
    <dgm:pt modelId="{34F0A5E1-E371-4F92-92C7-FE236C571213}" type="pres">
      <dgm:prSet presAssocID="{4DE393EF-A506-4A4A-B424-3BDEBB53D1FA}" presName="childText" presStyleLbl="bgAcc1" presStyleIdx="9" presStyleCnt="10">
        <dgm:presLayoutVars>
          <dgm:bulletEnabled val="1"/>
        </dgm:presLayoutVars>
      </dgm:prSet>
      <dgm:spPr/>
    </dgm:pt>
  </dgm:ptLst>
  <dgm:cxnLst>
    <dgm:cxn modelId="{887D8B02-E29E-4300-BB5F-3D476C5766DC}" srcId="{44ADBCCD-E5A2-4AF2-B4B2-0AF6F961AFDC}" destId="{0099E8FE-192A-4529-A2F9-F5D1A5B21E26}" srcOrd="0" destOrd="0" parTransId="{D0B5D19D-D4AB-4919-A6CD-953CFF843093}" sibTransId="{BDA0BEDA-A2C9-401F-BEF4-93F86BC2E387}"/>
    <dgm:cxn modelId="{4DD5C20C-EF90-4D27-A452-2E9026C76B63}" type="presOf" srcId="{CF1DF5F3-719A-47D5-AD45-B9AAEC0A12CE}" destId="{930CA238-CFB8-4FB2-B0B2-A896F6CB1E80}" srcOrd="0" destOrd="0" presId="urn:microsoft.com/office/officeart/2005/8/layout/hierarchy3"/>
    <dgm:cxn modelId="{2218350E-04E5-4EED-B743-3EC46A328A7B}" srcId="{AB222367-6160-46E2-A2EF-D6D4415235A0}" destId="{C886764F-633F-44DE-A40B-81D3642D91A1}" srcOrd="2" destOrd="0" parTransId="{65616964-3627-44AF-918A-BE9740B4143C}" sibTransId="{6F859746-51D0-4500-80A5-67F8B9BC8B26}"/>
    <dgm:cxn modelId="{A1DB4711-F017-46F1-9B22-CCB677AA419A}" type="presOf" srcId="{BFB6A7F4-6840-42C2-9AD0-4293804F17FE}" destId="{01EF138B-B67A-45F8-8E9C-3313B7AF6C5D}" srcOrd="1" destOrd="0" presId="urn:microsoft.com/office/officeart/2005/8/layout/hierarchy3"/>
    <dgm:cxn modelId="{14E6271E-3735-4E1F-86D2-E571661FAC56}" type="presOf" srcId="{0099E8FE-192A-4529-A2F9-F5D1A5B21E26}" destId="{B18F2F07-C827-4AFD-ADE7-316C40E8FFEE}" srcOrd="0" destOrd="0" presId="urn:microsoft.com/office/officeart/2005/8/layout/hierarchy3"/>
    <dgm:cxn modelId="{18DBBB22-F599-4344-BBAA-D4FF2C709F33}" type="presOf" srcId="{0099E8FE-192A-4529-A2F9-F5D1A5B21E26}" destId="{0CCB3EED-FE66-424D-BA55-235BDABA4219}" srcOrd="1" destOrd="0" presId="urn:microsoft.com/office/officeart/2005/8/layout/hierarchy3"/>
    <dgm:cxn modelId="{E246A925-E84C-4777-B5C2-6EB59BA2F160}" srcId="{0099E8FE-192A-4529-A2F9-F5D1A5B21E26}" destId="{51794A2F-A4D4-4BBE-A7C6-C08F79D366C3}" srcOrd="1" destOrd="0" parTransId="{6FE2B6DA-0BF9-4BB1-8CC6-9CEA702B2A04}" sibTransId="{3A36E9C4-FFFF-4257-9E93-CD8C52F70555}"/>
    <dgm:cxn modelId="{A2D35226-F8A0-4F52-9EEE-83E2575C1188}" type="presOf" srcId="{C886764F-633F-44DE-A40B-81D3642D91A1}" destId="{36A7B2D3-AB42-462F-B463-8236A8D2B7A7}" srcOrd="0" destOrd="0" presId="urn:microsoft.com/office/officeart/2005/8/layout/hierarchy3"/>
    <dgm:cxn modelId="{EEE7AB29-6E20-40AD-8B11-CC0772AE4A59}" type="presOf" srcId="{BFB6A7F4-6840-42C2-9AD0-4293804F17FE}" destId="{283C7430-3B35-402F-B79E-AB8AAD1F29AB}" srcOrd="0" destOrd="0" presId="urn:microsoft.com/office/officeart/2005/8/layout/hierarchy3"/>
    <dgm:cxn modelId="{5B533C37-4C36-4A5E-83B7-DCBF443C06EF}" type="presOf" srcId="{4B04AEC5-EB5F-46A0-B623-6005CD60E695}" destId="{77E71138-18FA-46AD-8160-BCCD40EB2EF2}" srcOrd="0" destOrd="0" presId="urn:microsoft.com/office/officeart/2005/8/layout/hierarchy3"/>
    <dgm:cxn modelId="{9905CB39-C9A1-4F9B-835B-13C291D68DE2}" type="presOf" srcId="{AB222367-6160-46E2-A2EF-D6D4415235A0}" destId="{FB07DC76-31FD-48A3-8926-78D4A07A3281}" srcOrd="1" destOrd="0" presId="urn:microsoft.com/office/officeart/2005/8/layout/hierarchy3"/>
    <dgm:cxn modelId="{6E94F139-ABAD-456B-A26A-128AA292824C}" srcId="{BFB6A7F4-6840-42C2-9AD0-4293804F17FE}" destId="{4A6E813F-91F1-422D-80F2-7C66A1B82EDB}" srcOrd="1" destOrd="0" parTransId="{7A78B3D4-0316-43B1-9BFD-DA7EF2D3F581}" sibTransId="{7E0853FA-99FD-4A53-993F-882AE77E6104}"/>
    <dgm:cxn modelId="{73F0213E-65BF-483B-B7DF-9CE34237680E}" srcId="{44ADBCCD-E5A2-4AF2-B4B2-0AF6F961AFDC}" destId="{CF1DF5F3-719A-47D5-AD45-B9AAEC0A12CE}" srcOrd="3" destOrd="0" parTransId="{1966CCD9-19F6-44F9-BBAE-6999FC501A14}" sibTransId="{7EDB4A99-7C3E-4CE6-8BE9-80E8EDA3DB5A}"/>
    <dgm:cxn modelId="{5B19675C-9DED-4A32-A455-520EB786C217}" type="presOf" srcId="{A93EFCC9-E082-4D85-8E3D-0CDEA6FC4D44}" destId="{82DA2560-5076-43B9-8CB6-BCE836F1DA27}" srcOrd="0" destOrd="0" presId="urn:microsoft.com/office/officeart/2005/8/layout/hierarchy3"/>
    <dgm:cxn modelId="{F7D3265E-12DE-416B-8692-CB01C25B895D}" srcId="{AB222367-6160-46E2-A2EF-D6D4415235A0}" destId="{00A3344D-211E-4854-9C8F-F1C1E8D8ACAA}" srcOrd="0" destOrd="0" parTransId="{8B055AE8-94A9-46E1-A073-A30DFEA2C8DA}" sibTransId="{99359816-1C1C-4345-AB9C-30D1EC8229EA}"/>
    <dgm:cxn modelId="{0D2E405E-F901-4CF7-A99C-8B1573A0631F}" srcId="{44ADBCCD-E5A2-4AF2-B4B2-0AF6F961AFDC}" destId="{BFB6A7F4-6840-42C2-9AD0-4293804F17FE}" srcOrd="2" destOrd="0" parTransId="{38A8044A-31FB-4782-8878-D0822781AAC2}" sibTransId="{6D4540DF-5B54-43F8-A47D-F2409C51539D}"/>
    <dgm:cxn modelId="{CEB0FE43-4D48-4035-B64B-5D2B87320ADC}" type="presOf" srcId="{7858DF9A-1354-4487-81BC-3F174CE9CB81}" destId="{EE2F7B16-0272-4474-B1B4-F01AE89520D9}" srcOrd="0" destOrd="0" presId="urn:microsoft.com/office/officeart/2005/8/layout/hierarchy3"/>
    <dgm:cxn modelId="{BF304C48-0147-4B57-A7F2-F39C2BBA30CB}" srcId="{0099E8FE-192A-4529-A2F9-F5D1A5B21E26}" destId="{1E987AF7-AC06-43A9-9547-41EB8A41A959}" srcOrd="0" destOrd="0" parTransId="{AFE49D70-D89C-4A04-AA91-CE2BE2BF888D}" sibTransId="{0162A942-D13D-45ED-A326-EF7F21938151}"/>
    <dgm:cxn modelId="{8BEF9F49-4525-4CB0-AA6E-A8AD63AF82A9}" type="presOf" srcId="{4DE393EF-A506-4A4A-B424-3BDEBB53D1FA}" destId="{34F0A5E1-E371-4F92-92C7-FE236C571213}" srcOrd="0" destOrd="0" presId="urn:microsoft.com/office/officeart/2005/8/layout/hierarchy3"/>
    <dgm:cxn modelId="{ACE5B56B-6C45-4744-8D31-966C4636CC85}" srcId="{44ADBCCD-E5A2-4AF2-B4B2-0AF6F961AFDC}" destId="{AB222367-6160-46E2-A2EF-D6D4415235A0}" srcOrd="1" destOrd="0" parTransId="{E4532EBA-BDA1-45EC-B15B-9F7E7734919E}" sibTransId="{F7B8C201-C31F-404D-8B25-FCB7845C321C}"/>
    <dgm:cxn modelId="{CDC9356C-62CF-408A-B138-FDBB78C1C404}" type="presOf" srcId="{7A78B3D4-0316-43B1-9BFD-DA7EF2D3F581}" destId="{AFDCEDFD-5DA0-484C-A3A8-D022C972D7A4}" srcOrd="0" destOrd="0" presId="urn:microsoft.com/office/officeart/2005/8/layout/hierarchy3"/>
    <dgm:cxn modelId="{98782D6F-0A97-4E95-A52A-2BE3CEB8D758}" type="presOf" srcId="{AB222367-6160-46E2-A2EF-D6D4415235A0}" destId="{0A09AE24-9F44-49CB-89D2-AAB4CA6F8EF5}" srcOrd="0" destOrd="0" presId="urn:microsoft.com/office/officeart/2005/8/layout/hierarchy3"/>
    <dgm:cxn modelId="{4A608C6F-742B-4E90-A7EE-DC30EC101F2D}" type="presOf" srcId="{9CE1A661-3E4F-49F2-944F-2C9F8445FD43}" destId="{76256D36-4BA2-4B90-8D8F-FE7D4C36DCC9}" srcOrd="0" destOrd="0" presId="urn:microsoft.com/office/officeart/2005/8/layout/hierarchy3"/>
    <dgm:cxn modelId="{B5590D7E-455A-454C-ABFD-346E48C64EF2}" srcId="{BFB6A7F4-6840-42C2-9AD0-4293804F17FE}" destId="{4B04AEC5-EB5F-46A0-B623-6005CD60E695}" srcOrd="0" destOrd="0" parTransId="{7858DF9A-1354-4487-81BC-3F174CE9CB81}" sibTransId="{FCFE7E30-8CAC-4F1B-A090-45FD67041778}"/>
    <dgm:cxn modelId="{9404CF7E-2CAB-44E3-A42F-120F0F41D8A2}" type="presOf" srcId="{E271795D-7F4A-4078-915E-65EA756CB6C8}" destId="{F1BEE900-A2A2-4343-86AB-26949C3F831D}" srcOrd="0" destOrd="0" presId="urn:microsoft.com/office/officeart/2005/8/layout/hierarchy3"/>
    <dgm:cxn modelId="{E8896C85-3EAF-487C-8E6E-E90529DBF2B5}" type="presOf" srcId="{8B055AE8-94A9-46E1-A073-A30DFEA2C8DA}" destId="{879CF339-9281-4E24-9917-70F51586BD95}" srcOrd="0" destOrd="0" presId="urn:microsoft.com/office/officeart/2005/8/layout/hierarchy3"/>
    <dgm:cxn modelId="{474BC18C-7FFA-4245-899E-700F0FF7678C}" type="presOf" srcId="{9664CD1D-0263-460B-AC79-37BA630C55C5}" destId="{83907876-4A3A-404D-9FED-45A99FFAE8A4}" srcOrd="0" destOrd="0" presId="urn:microsoft.com/office/officeart/2005/8/layout/hierarchy3"/>
    <dgm:cxn modelId="{B365ED91-8066-41D2-9CA9-5E570335D8B3}" type="presOf" srcId="{AFE49D70-D89C-4A04-AA91-CE2BE2BF888D}" destId="{1C847B1B-407D-44BF-8451-14A6C67BAF27}" srcOrd="0" destOrd="0" presId="urn:microsoft.com/office/officeart/2005/8/layout/hierarchy3"/>
    <dgm:cxn modelId="{39DF279B-4F95-4BD7-965A-D3D8248C827F}" type="presOf" srcId="{51794A2F-A4D4-4BBE-A7C6-C08F79D366C3}" destId="{391B83A7-A590-4458-842C-E405E3C2462D}" srcOrd="0" destOrd="0" presId="urn:microsoft.com/office/officeart/2005/8/layout/hierarchy3"/>
    <dgm:cxn modelId="{354484AA-0157-4109-94C0-06C4D35FD2D0}" srcId="{CF1DF5F3-719A-47D5-AD45-B9AAEC0A12CE}" destId="{4DE393EF-A506-4A4A-B424-3BDEBB53D1FA}" srcOrd="1" destOrd="0" parTransId="{9CE1A661-3E4F-49F2-944F-2C9F8445FD43}" sibTransId="{D6A18A60-A231-4000-91A6-54A9235B63EC}"/>
    <dgm:cxn modelId="{B82B77AB-368F-413C-A651-1AF0C781B50F}" type="presOf" srcId="{00A3344D-211E-4854-9C8F-F1C1E8D8ACAA}" destId="{8F1B125F-A0D3-4005-A271-40D05B254DD8}" srcOrd="0" destOrd="0" presId="urn:microsoft.com/office/officeart/2005/8/layout/hierarchy3"/>
    <dgm:cxn modelId="{1D0C23AE-DBB0-4183-90C3-B89FC2FF185A}" type="presOf" srcId="{65616964-3627-44AF-918A-BE9740B4143C}" destId="{028E123C-2522-4431-9ED8-E589C2457545}" srcOrd="0" destOrd="0" presId="urn:microsoft.com/office/officeart/2005/8/layout/hierarchy3"/>
    <dgm:cxn modelId="{F7199DB8-F0F0-4BA3-B2B9-27FC8D6DDC95}" type="presOf" srcId="{6FE2B6DA-0BF9-4BB1-8CC6-9CEA702B2A04}" destId="{C07EAD97-20A8-4B76-BE8D-22A3DB3A5B7D}" srcOrd="0" destOrd="0" presId="urn:microsoft.com/office/officeart/2005/8/layout/hierarchy3"/>
    <dgm:cxn modelId="{1E993BBA-613C-4B22-B9AE-CDE85E90B69A}" type="presOf" srcId="{F99CB96E-4056-424C-A07E-30BC88F1F6CA}" destId="{277C839E-EED6-4107-8BE0-615C674E97E1}" srcOrd="0" destOrd="0" presId="urn:microsoft.com/office/officeart/2005/8/layout/hierarchy3"/>
    <dgm:cxn modelId="{8BE2D2BD-E478-4F1F-8A69-6C58929932AA}" type="presOf" srcId="{4A6E813F-91F1-422D-80F2-7C66A1B82EDB}" destId="{5F4B7A57-F94E-4655-B31F-A21B502619E1}" srcOrd="0" destOrd="0" presId="urn:microsoft.com/office/officeart/2005/8/layout/hierarchy3"/>
    <dgm:cxn modelId="{C47E60C2-1FF7-457C-9581-AF21A4E83C2E}" srcId="{0099E8FE-192A-4529-A2F9-F5D1A5B21E26}" destId="{E271795D-7F4A-4078-915E-65EA756CB6C8}" srcOrd="2" destOrd="0" parTransId="{F99CB96E-4056-424C-A07E-30BC88F1F6CA}" sibTransId="{EB399E45-0A54-4659-A296-177286B0D3F8}"/>
    <dgm:cxn modelId="{8E5B54C9-3AEE-48A9-B89A-57D28448FE78}" srcId="{AB222367-6160-46E2-A2EF-D6D4415235A0}" destId="{D6B28008-1110-44C5-A69F-A1A56CA5B8B1}" srcOrd="1" destOrd="0" parTransId="{A93EFCC9-E082-4D85-8E3D-0CDEA6FC4D44}" sibTransId="{B197ED95-6855-4934-A341-BEF871DB634A}"/>
    <dgm:cxn modelId="{ED051AD0-D2A1-4773-9DEE-88861AF3FB73}" type="presOf" srcId="{D6B28008-1110-44C5-A69F-A1A56CA5B8B1}" destId="{20BE530F-39BB-40C3-BC77-5B62008E1177}" srcOrd="0" destOrd="0" presId="urn:microsoft.com/office/officeart/2005/8/layout/hierarchy3"/>
    <dgm:cxn modelId="{8C8408D8-555A-42A5-A695-6C41432C42E3}" srcId="{CF1DF5F3-719A-47D5-AD45-B9AAEC0A12CE}" destId="{1357AE7D-8DFA-48F2-9DD0-752915507975}" srcOrd="0" destOrd="0" parTransId="{9664CD1D-0263-460B-AC79-37BA630C55C5}" sibTransId="{6510AC29-09C6-4C0D-93B2-8E05EAC25DDC}"/>
    <dgm:cxn modelId="{52ADD2DC-7E28-44A9-AC33-816D2508E04B}" type="presOf" srcId="{1357AE7D-8DFA-48F2-9DD0-752915507975}" destId="{8EF3FA32-269F-4267-9691-73C0FD44042A}" srcOrd="0" destOrd="0" presId="urn:microsoft.com/office/officeart/2005/8/layout/hierarchy3"/>
    <dgm:cxn modelId="{7D020FF2-B1B3-4B7F-B8B7-94FD1DCC134D}" type="presOf" srcId="{CF1DF5F3-719A-47D5-AD45-B9AAEC0A12CE}" destId="{C4BBF4F3-4127-4968-A357-22B4FA16F9E8}" srcOrd="1" destOrd="0" presId="urn:microsoft.com/office/officeart/2005/8/layout/hierarchy3"/>
    <dgm:cxn modelId="{F63BBBF3-EF20-43D0-9FEF-48E835979ED7}" type="presOf" srcId="{1E987AF7-AC06-43A9-9547-41EB8A41A959}" destId="{C4A73105-94FE-4D6D-BA2E-56B578DA1A75}" srcOrd="0" destOrd="0" presId="urn:microsoft.com/office/officeart/2005/8/layout/hierarchy3"/>
    <dgm:cxn modelId="{864E25FD-5093-45EA-9A5B-6181FE10FE8D}" type="presOf" srcId="{44ADBCCD-E5A2-4AF2-B4B2-0AF6F961AFDC}" destId="{4E2F36B7-EE66-4692-B837-4F3DBA43F4F0}" srcOrd="0" destOrd="0" presId="urn:microsoft.com/office/officeart/2005/8/layout/hierarchy3"/>
    <dgm:cxn modelId="{AD5F1E6E-855E-4EDE-A875-A82D6810A1EE}" type="presParOf" srcId="{4E2F36B7-EE66-4692-B837-4F3DBA43F4F0}" destId="{72BA0F29-734C-4F34-9B3C-792CF78A7B04}" srcOrd="0" destOrd="0" presId="urn:microsoft.com/office/officeart/2005/8/layout/hierarchy3"/>
    <dgm:cxn modelId="{B3FFBB36-D3B6-4CE7-AB27-872694DA0722}" type="presParOf" srcId="{72BA0F29-734C-4F34-9B3C-792CF78A7B04}" destId="{97697E12-1A07-481E-A33B-FE44460280B9}" srcOrd="0" destOrd="0" presId="urn:microsoft.com/office/officeart/2005/8/layout/hierarchy3"/>
    <dgm:cxn modelId="{204B903D-8197-4EE2-9045-E8078E660161}" type="presParOf" srcId="{97697E12-1A07-481E-A33B-FE44460280B9}" destId="{B18F2F07-C827-4AFD-ADE7-316C40E8FFEE}" srcOrd="0" destOrd="0" presId="urn:microsoft.com/office/officeart/2005/8/layout/hierarchy3"/>
    <dgm:cxn modelId="{3C6EE698-CBE7-43C5-BC45-7E5988451202}" type="presParOf" srcId="{97697E12-1A07-481E-A33B-FE44460280B9}" destId="{0CCB3EED-FE66-424D-BA55-235BDABA4219}" srcOrd="1" destOrd="0" presId="urn:microsoft.com/office/officeart/2005/8/layout/hierarchy3"/>
    <dgm:cxn modelId="{DE791EFC-0809-4E73-A3DB-93ED179AF027}" type="presParOf" srcId="{72BA0F29-734C-4F34-9B3C-792CF78A7B04}" destId="{B6100CB6-62A8-40ED-A2A8-59293B860699}" srcOrd="1" destOrd="0" presId="urn:microsoft.com/office/officeart/2005/8/layout/hierarchy3"/>
    <dgm:cxn modelId="{5C872B28-37B3-4024-BECC-3370FABB4A7E}" type="presParOf" srcId="{B6100CB6-62A8-40ED-A2A8-59293B860699}" destId="{1C847B1B-407D-44BF-8451-14A6C67BAF27}" srcOrd="0" destOrd="0" presId="urn:microsoft.com/office/officeart/2005/8/layout/hierarchy3"/>
    <dgm:cxn modelId="{7FECDC74-6359-4D31-A10B-51E98A77E717}" type="presParOf" srcId="{B6100CB6-62A8-40ED-A2A8-59293B860699}" destId="{C4A73105-94FE-4D6D-BA2E-56B578DA1A75}" srcOrd="1" destOrd="0" presId="urn:microsoft.com/office/officeart/2005/8/layout/hierarchy3"/>
    <dgm:cxn modelId="{B62E7C72-D805-485E-9940-A9EE61F73388}" type="presParOf" srcId="{B6100CB6-62A8-40ED-A2A8-59293B860699}" destId="{C07EAD97-20A8-4B76-BE8D-22A3DB3A5B7D}" srcOrd="2" destOrd="0" presId="urn:microsoft.com/office/officeart/2005/8/layout/hierarchy3"/>
    <dgm:cxn modelId="{822C909D-3393-4532-B47C-9E00C21D0D23}" type="presParOf" srcId="{B6100CB6-62A8-40ED-A2A8-59293B860699}" destId="{391B83A7-A590-4458-842C-E405E3C2462D}" srcOrd="3" destOrd="0" presId="urn:microsoft.com/office/officeart/2005/8/layout/hierarchy3"/>
    <dgm:cxn modelId="{60D4C35A-D256-470A-84E0-D2824AB19012}" type="presParOf" srcId="{B6100CB6-62A8-40ED-A2A8-59293B860699}" destId="{277C839E-EED6-4107-8BE0-615C674E97E1}" srcOrd="4" destOrd="0" presId="urn:microsoft.com/office/officeart/2005/8/layout/hierarchy3"/>
    <dgm:cxn modelId="{C036BA60-7526-4BCE-B514-A2FBD80C5C36}" type="presParOf" srcId="{B6100CB6-62A8-40ED-A2A8-59293B860699}" destId="{F1BEE900-A2A2-4343-86AB-26949C3F831D}" srcOrd="5" destOrd="0" presId="urn:microsoft.com/office/officeart/2005/8/layout/hierarchy3"/>
    <dgm:cxn modelId="{1B9A4FB9-0BC2-436E-A3AD-7039E695A00E}" type="presParOf" srcId="{4E2F36B7-EE66-4692-B837-4F3DBA43F4F0}" destId="{FDC16D29-7886-4AAA-B2CB-19FB2A238C51}" srcOrd="1" destOrd="0" presId="urn:microsoft.com/office/officeart/2005/8/layout/hierarchy3"/>
    <dgm:cxn modelId="{0EEE9632-2B9D-4605-A634-F1EC26E44523}" type="presParOf" srcId="{FDC16D29-7886-4AAA-B2CB-19FB2A238C51}" destId="{93CC3145-95B0-4F3A-B14A-B9F3DE474EC3}" srcOrd="0" destOrd="0" presId="urn:microsoft.com/office/officeart/2005/8/layout/hierarchy3"/>
    <dgm:cxn modelId="{B9AD4DC7-A1DA-4D2F-AD79-F2F1FAB11DED}" type="presParOf" srcId="{93CC3145-95B0-4F3A-B14A-B9F3DE474EC3}" destId="{0A09AE24-9F44-49CB-89D2-AAB4CA6F8EF5}" srcOrd="0" destOrd="0" presId="urn:microsoft.com/office/officeart/2005/8/layout/hierarchy3"/>
    <dgm:cxn modelId="{00611E95-9523-45FF-91E0-ABF3FDDD6E3C}" type="presParOf" srcId="{93CC3145-95B0-4F3A-B14A-B9F3DE474EC3}" destId="{FB07DC76-31FD-48A3-8926-78D4A07A3281}" srcOrd="1" destOrd="0" presId="urn:microsoft.com/office/officeart/2005/8/layout/hierarchy3"/>
    <dgm:cxn modelId="{D51227A2-62B1-4CA9-A843-1CEFA244A801}" type="presParOf" srcId="{FDC16D29-7886-4AAA-B2CB-19FB2A238C51}" destId="{F18C7428-9963-4B27-9EFB-19F132921B89}" srcOrd="1" destOrd="0" presId="urn:microsoft.com/office/officeart/2005/8/layout/hierarchy3"/>
    <dgm:cxn modelId="{3B86E57E-8ACF-4816-B1CA-376A4C486D8E}" type="presParOf" srcId="{F18C7428-9963-4B27-9EFB-19F132921B89}" destId="{879CF339-9281-4E24-9917-70F51586BD95}" srcOrd="0" destOrd="0" presId="urn:microsoft.com/office/officeart/2005/8/layout/hierarchy3"/>
    <dgm:cxn modelId="{753FAEC4-731D-477B-8347-F23E6BB562CD}" type="presParOf" srcId="{F18C7428-9963-4B27-9EFB-19F132921B89}" destId="{8F1B125F-A0D3-4005-A271-40D05B254DD8}" srcOrd="1" destOrd="0" presId="urn:microsoft.com/office/officeart/2005/8/layout/hierarchy3"/>
    <dgm:cxn modelId="{09EDF689-CFDC-43F8-B09D-82A4142F07C6}" type="presParOf" srcId="{F18C7428-9963-4B27-9EFB-19F132921B89}" destId="{82DA2560-5076-43B9-8CB6-BCE836F1DA27}" srcOrd="2" destOrd="0" presId="urn:microsoft.com/office/officeart/2005/8/layout/hierarchy3"/>
    <dgm:cxn modelId="{B04C601B-4519-4B65-AE56-4C7F51973753}" type="presParOf" srcId="{F18C7428-9963-4B27-9EFB-19F132921B89}" destId="{20BE530F-39BB-40C3-BC77-5B62008E1177}" srcOrd="3" destOrd="0" presId="urn:microsoft.com/office/officeart/2005/8/layout/hierarchy3"/>
    <dgm:cxn modelId="{70391B30-4724-4335-B793-2DF5E5B57F91}" type="presParOf" srcId="{F18C7428-9963-4B27-9EFB-19F132921B89}" destId="{028E123C-2522-4431-9ED8-E589C2457545}" srcOrd="4" destOrd="0" presId="urn:microsoft.com/office/officeart/2005/8/layout/hierarchy3"/>
    <dgm:cxn modelId="{A5D06DB8-2FA8-48C0-A387-95E0DD24248C}" type="presParOf" srcId="{F18C7428-9963-4B27-9EFB-19F132921B89}" destId="{36A7B2D3-AB42-462F-B463-8236A8D2B7A7}" srcOrd="5" destOrd="0" presId="urn:microsoft.com/office/officeart/2005/8/layout/hierarchy3"/>
    <dgm:cxn modelId="{C57949DB-6251-40DC-A5DE-223510472E93}" type="presParOf" srcId="{4E2F36B7-EE66-4692-B837-4F3DBA43F4F0}" destId="{E8C8D8B7-2703-4D7B-8B14-8833FE032C91}" srcOrd="2" destOrd="0" presId="urn:microsoft.com/office/officeart/2005/8/layout/hierarchy3"/>
    <dgm:cxn modelId="{707A731E-4A88-417D-9FD7-56F2541ADA0D}" type="presParOf" srcId="{E8C8D8B7-2703-4D7B-8B14-8833FE032C91}" destId="{8E4D28DE-129F-448D-92DA-8398E7AAD12A}" srcOrd="0" destOrd="0" presId="urn:microsoft.com/office/officeart/2005/8/layout/hierarchy3"/>
    <dgm:cxn modelId="{C63217E4-1C91-4742-848C-5F24EA511F12}" type="presParOf" srcId="{8E4D28DE-129F-448D-92DA-8398E7AAD12A}" destId="{283C7430-3B35-402F-B79E-AB8AAD1F29AB}" srcOrd="0" destOrd="0" presId="urn:microsoft.com/office/officeart/2005/8/layout/hierarchy3"/>
    <dgm:cxn modelId="{90BA87A7-67A5-48E8-BF12-17060A4F18AD}" type="presParOf" srcId="{8E4D28DE-129F-448D-92DA-8398E7AAD12A}" destId="{01EF138B-B67A-45F8-8E9C-3313B7AF6C5D}" srcOrd="1" destOrd="0" presId="urn:microsoft.com/office/officeart/2005/8/layout/hierarchy3"/>
    <dgm:cxn modelId="{5F1AF86C-73F0-4313-9287-CEED0EF0B375}" type="presParOf" srcId="{E8C8D8B7-2703-4D7B-8B14-8833FE032C91}" destId="{5779B0C1-CE44-4945-B90D-EF6E49DC8EDC}" srcOrd="1" destOrd="0" presId="urn:microsoft.com/office/officeart/2005/8/layout/hierarchy3"/>
    <dgm:cxn modelId="{D7FBFF2E-A9E3-4906-8493-B6C535ABCD35}" type="presParOf" srcId="{5779B0C1-CE44-4945-B90D-EF6E49DC8EDC}" destId="{EE2F7B16-0272-4474-B1B4-F01AE89520D9}" srcOrd="0" destOrd="0" presId="urn:microsoft.com/office/officeart/2005/8/layout/hierarchy3"/>
    <dgm:cxn modelId="{CB34C911-ACBB-4900-B081-A9AF1DF359B8}" type="presParOf" srcId="{5779B0C1-CE44-4945-B90D-EF6E49DC8EDC}" destId="{77E71138-18FA-46AD-8160-BCCD40EB2EF2}" srcOrd="1" destOrd="0" presId="urn:microsoft.com/office/officeart/2005/8/layout/hierarchy3"/>
    <dgm:cxn modelId="{BC880CAE-F282-4EFA-9AB4-4C8B841ECCFB}" type="presParOf" srcId="{5779B0C1-CE44-4945-B90D-EF6E49DC8EDC}" destId="{AFDCEDFD-5DA0-484C-A3A8-D022C972D7A4}" srcOrd="2" destOrd="0" presId="urn:microsoft.com/office/officeart/2005/8/layout/hierarchy3"/>
    <dgm:cxn modelId="{30642339-F8FC-4FF1-9675-3731E94BEFD7}" type="presParOf" srcId="{5779B0C1-CE44-4945-B90D-EF6E49DC8EDC}" destId="{5F4B7A57-F94E-4655-B31F-A21B502619E1}" srcOrd="3" destOrd="0" presId="urn:microsoft.com/office/officeart/2005/8/layout/hierarchy3"/>
    <dgm:cxn modelId="{A4C2E823-0F3F-4D5A-A7BC-C2007ABB97CB}" type="presParOf" srcId="{4E2F36B7-EE66-4692-B837-4F3DBA43F4F0}" destId="{EFF84600-632C-4509-83DA-69030EE6F7C8}" srcOrd="3" destOrd="0" presId="urn:microsoft.com/office/officeart/2005/8/layout/hierarchy3"/>
    <dgm:cxn modelId="{5554FD2C-B4B5-4F47-831F-B2B47B0F88F2}" type="presParOf" srcId="{EFF84600-632C-4509-83DA-69030EE6F7C8}" destId="{3A8ACF84-2798-4FF2-9D48-65EEDBE16350}" srcOrd="0" destOrd="0" presId="urn:microsoft.com/office/officeart/2005/8/layout/hierarchy3"/>
    <dgm:cxn modelId="{C218F5B8-C783-4836-B92D-D79575045CC7}" type="presParOf" srcId="{3A8ACF84-2798-4FF2-9D48-65EEDBE16350}" destId="{930CA238-CFB8-4FB2-B0B2-A896F6CB1E80}" srcOrd="0" destOrd="0" presId="urn:microsoft.com/office/officeart/2005/8/layout/hierarchy3"/>
    <dgm:cxn modelId="{597A7DB8-B735-4145-BA17-DAA011581825}" type="presParOf" srcId="{3A8ACF84-2798-4FF2-9D48-65EEDBE16350}" destId="{C4BBF4F3-4127-4968-A357-22B4FA16F9E8}" srcOrd="1" destOrd="0" presId="urn:microsoft.com/office/officeart/2005/8/layout/hierarchy3"/>
    <dgm:cxn modelId="{B3156B91-91A8-4E2C-96A2-A30ABC5427A3}" type="presParOf" srcId="{EFF84600-632C-4509-83DA-69030EE6F7C8}" destId="{6CEEBE9A-2E86-4A25-961E-A2EB6D23611A}" srcOrd="1" destOrd="0" presId="urn:microsoft.com/office/officeart/2005/8/layout/hierarchy3"/>
    <dgm:cxn modelId="{EA27C67A-F30D-494E-81E4-E1018AF61D59}" type="presParOf" srcId="{6CEEBE9A-2E86-4A25-961E-A2EB6D23611A}" destId="{83907876-4A3A-404D-9FED-45A99FFAE8A4}" srcOrd="0" destOrd="0" presId="urn:microsoft.com/office/officeart/2005/8/layout/hierarchy3"/>
    <dgm:cxn modelId="{CE474254-BB7F-4718-A665-5184DB4FFCE0}" type="presParOf" srcId="{6CEEBE9A-2E86-4A25-961E-A2EB6D23611A}" destId="{8EF3FA32-269F-4267-9691-73C0FD44042A}" srcOrd="1" destOrd="0" presId="urn:microsoft.com/office/officeart/2005/8/layout/hierarchy3"/>
    <dgm:cxn modelId="{620777C2-1F9E-4854-A340-FFF54F883F9A}" type="presParOf" srcId="{6CEEBE9A-2E86-4A25-961E-A2EB6D23611A}" destId="{76256D36-4BA2-4B90-8D8F-FE7D4C36DCC9}" srcOrd="2" destOrd="0" presId="urn:microsoft.com/office/officeart/2005/8/layout/hierarchy3"/>
    <dgm:cxn modelId="{38D6F56C-1A2D-41EA-BCFB-E8B3A0A75784}" type="presParOf" srcId="{6CEEBE9A-2E86-4A25-961E-A2EB6D23611A}" destId="{34F0A5E1-E371-4F92-92C7-FE236C57121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436528-A5F0-43E0-B351-D4D2CBCA0693}">
      <dsp:nvSpPr>
        <dsp:cNvPr id="0" name=""/>
        <dsp:cNvSpPr/>
      </dsp:nvSpPr>
      <dsp:spPr>
        <a:xfrm>
          <a:off x="0" y="2957"/>
          <a:ext cx="10058399" cy="630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66EDD-D9C4-4E83-9C3D-CEE1A4905A2D}">
      <dsp:nvSpPr>
        <dsp:cNvPr id="0" name=""/>
        <dsp:cNvSpPr/>
      </dsp:nvSpPr>
      <dsp:spPr>
        <a:xfrm>
          <a:off x="190583" y="144714"/>
          <a:ext cx="346515" cy="346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F8BC1-6115-4E2C-8009-51EA4A78F9E4}">
      <dsp:nvSpPr>
        <dsp:cNvPr id="0" name=""/>
        <dsp:cNvSpPr/>
      </dsp:nvSpPr>
      <dsp:spPr>
        <a:xfrm>
          <a:off x="727681" y="2957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melting temperature </a:t>
          </a:r>
          <a:r>
            <a:rPr lang="en-US" sz="1800" b="1" kern="1200" dirty="0"/>
            <a:t>of Ti-6Al-4V alloy </a:t>
          </a:r>
          <a:r>
            <a:rPr lang="en-US" sz="1800" kern="1200" dirty="0"/>
            <a:t>is : 3000-3272 </a:t>
          </a:r>
          <a:r>
            <a:rPr lang="en-US" sz="1800" b="1" i="0" kern="1200" dirty="0"/>
            <a:t>°F</a:t>
          </a:r>
          <a:endParaRPr lang="en-US" sz="1800" kern="1200" dirty="0"/>
        </a:p>
      </dsp:txBody>
      <dsp:txXfrm>
        <a:off x="727681" y="2957"/>
        <a:ext cx="9330718" cy="630027"/>
      </dsp:txXfrm>
    </dsp:sp>
    <dsp:sp modelId="{EF8BC0AD-4164-45AD-BFB3-8BAC15C9D59F}">
      <dsp:nvSpPr>
        <dsp:cNvPr id="0" name=""/>
        <dsp:cNvSpPr/>
      </dsp:nvSpPr>
      <dsp:spPr>
        <a:xfrm>
          <a:off x="0" y="790492"/>
          <a:ext cx="10058399" cy="630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2D4BC-630F-47B2-93AE-0195DCFCD015}">
      <dsp:nvSpPr>
        <dsp:cNvPr id="0" name=""/>
        <dsp:cNvSpPr/>
      </dsp:nvSpPr>
      <dsp:spPr>
        <a:xfrm>
          <a:off x="190583" y="932248"/>
          <a:ext cx="346515" cy="346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D3A65-1436-4AA1-8E65-8D1D47D68DD0}">
      <dsp:nvSpPr>
        <dsp:cNvPr id="0" name=""/>
        <dsp:cNvSpPr/>
      </dsp:nvSpPr>
      <dsp:spPr>
        <a:xfrm>
          <a:off x="727681" y="790492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For creep to occur temperature required : 0.5Tm( Melting temperature of the alloy)</a:t>
          </a:r>
        </a:p>
      </dsp:txBody>
      <dsp:txXfrm>
        <a:off x="727681" y="790492"/>
        <a:ext cx="9330718" cy="630027"/>
      </dsp:txXfrm>
    </dsp:sp>
    <dsp:sp modelId="{FB43E48F-05E1-41EE-9021-23198C95761F}">
      <dsp:nvSpPr>
        <dsp:cNvPr id="0" name=""/>
        <dsp:cNvSpPr/>
      </dsp:nvSpPr>
      <dsp:spPr>
        <a:xfrm>
          <a:off x="0" y="1578026"/>
          <a:ext cx="10058399" cy="630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62012-4D7C-43B8-B025-737EE09600D7}">
      <dsp:nvSpPr>
        <dsp:cNvPr id="0" name=""/>
        <dsp:cNvSpPr/>
      </dsp:nvSpPr>
      <dsp:spPr>
        <a:xfrm>
          <a:off x="190583" y="1719782"/>
          <a:ext cx="346515" cy="346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B2503-8F12-4089-910B-67F48E559D14}">
      <dsp:nvSpPr>
        <dsp:cNvPr id="0" name=""/>
        <dsp:cNvSpPr/>
      </dsp:nvSpPr>
      <dsp:spPr>
        <a:xfrm>
          <a:off x="727681" y="1578026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 this  case temperature : 1500-1600 </a:t>
          </a:r>
          <a:r>
            <a:rPr lang="en-US" sz="1800" b="1" i="0" kern="1200" dirty="0"/>
            <a:t>°F</a:t>
          </a:r>
          <a:endParaRPr lang="en-US" sz="1800" kern="1200" dirty="0"/>
        </a:p>
      </dsp:txBody>
      <dsp:txXfrm>
        <a:off x="727681" y="1578026"/>
        <a:ext cx="9330718" cy="630027"/>
      </dsp:txXfrm>
    </dsp:sp>
    <dsp:sp modelId="{52E4444B-656F-423E-B52B-9D1392FA7C20}">
      <dsp:nvSpPr>
        <dsp:cNvPr id="0" name=""/>
        <dsp:cNvSpPr/>
      </dsp:nvSpPr>
      <dsp:spPr>
        <a:xfrm>
          <a:off x="0" y="2365560"/>
          <a:ext cx="10058399" cy="630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84D23-D31A-4E78-96EF-3D7E22CB2C45}">
      <dsp:nvSpPr>
        <dsp:cNvPr id="0" name=""/>
        <dsp:cNvSpPr/>
      </dsp:nvSpPr>
      <dsp:spPr>
        <a:xfrm>
          <a:off x="190583" y="2507316"/>
          <a:ext cx="346515" cy="3465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4A1D7-984B-45F7-B991-695BD2FDE906}">
      <dsp:nvSpPr>
        <dsp:cNvPr id="0" name=""/>
        <dsp:cNvSpPr/>
      </dsp:nvSpPr>
      <dsp:spPr>
        <a:xfrm>
          <a:off x="727681" y="2365560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Temperature near the landing gear during high-stress conditions or heavy breaking  : 932</a:t>
          </a:r>
          <a:r>
            <a:rPr lang="en-US" sz="1800" b="1" i="0" kern="1200" dirty="0"/>
            <a:t>°F</a:t>
          </a:r>
          <a:endParaRPr lang="en-US" sz="1800" kern="1200" dirty="0"/>
        </a:p>
      </dsp:txBody>
      <dsp:txXfrm>
        <a:off x="727681" y="2365560"/>
        <a:ext cx="9330718" cy="630027"/>
      </dsp:txXfrm>
    </dsp:sp>
    <dsp:sp modelId="{8F17DB71-A8DF-417A-BAB5-03F1A47E52C2}">
      <dsp:nvSpPr>
        <dsp:cNvPr id="0" name=""/>
        <dsp:cNvSpPr/>
      </dsp:nvSpPr>
      <dsp:spPr>
        <a:xfrm>
          <a:off x="0" y="3153094"/>
          <a:ext cx="10058399" cy="630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6B839-D2BF-46A9-8BB0-1A9C3AE37F3B}">
      <dsp:nvSpPr>
        <dsp:cNvPr id="0" name=""/>
        <dsp:cNvSpPr/>
      </dsp:nvSpPr>
      <dsp:spPr>
        <a:xfrm>
          <a:off x="190583" y="3294850"/>
          <a:ext cx="346515" cy="3465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369EE-102F-457A-B2B2-68F7838EDB24}">
      <dsp:nvSpPr>
        <dsp:cNvPr id="0" name=""/>
        <dsp:cNvSpPr/>
      </dsp:nvSpPr>
      <dsp:spPr>
        <a:xfrm>
          <a:off x="727681" y="3153094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Temperature of landing gear during flight : 212-392</a:t>
          </a:r>
          <a:r>
            <a:rPr lang="en-US" sz="1800" b="1" i="0" kern="1200" dirty="0"/>
            <a:t>°F</a:t>
          </a:r>
          <a:endParaRPr lang="en-US" sz="1800" kern="1200" dirty="0"/>
        </a:p>
      </dsp:txBody>
      <dsp:txXfrm>
        <a:off x="727681" y="3153094"/>
        <a:ext cx="9330718" cy="630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B74E0-F17B-4ADB-9A7C-4D4628F514EF}">
      <dsp:nvSpPr>
        <dsp:cNvPr id="0" name=""/>
        <dsp:cNvSpPr/>
      </dsp:nvSpPr>
      <dsp:spPr>
        <a:xfrm rot="5400000">
          <a:off x="6354922" y="-2610865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For this case creep can be seen at </a:t>
          </a:r>
          <a:r>
            <a:rPr lang="en-US" sz="19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relatively low temperatures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activation energy for </a:t>
          </a: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lattice diffusion </a:t>
          </a: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is high</a:t>
          </a:r>
          <a:r>
            <a:rPr lang="en-US" sz="20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621024" y="170364"/>
        <a:ext cx="6390045" cy="874916"/>
      </dsp:txXfrm>
    </dsp:sp>
    <dsp:sp modelId="{1206316C-E5CB-4E72-9248-150CEF027EEB}">
      <dsp:nvSpPr>
        <dsp:cNvPr id="0" name=""/>
        <dsp:cNvSpPr/>
      </dsp:nvSpPr>
      <dsp:spPr>
        <a:xfrm>
          <a:off x="0" y="1836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</a:t>
          </a:r>
          <a:r>
            <a:rPr lang="en-US" sz="2400" b="1" i="0" kern="1200" dirty="0"/>
            <a:t> </a:t>
          </a: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Low-Temperature Conditions</a:t>
          </a:r>
          <a:endParaRPr lang="en-US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164" y="61000"/>
        <a:ext cx="3502696" cy="1093644"/>
      </dsp:txXfrm>
    </dsp:sp>
    <dsp:sp modelId="{2F2BDDC6-09A6-40E0-9E26-F3BD219C5AAB}">
      <dsp:nvSpPr>
        <dsp:cNvPr id="0" name=""/>
        <dsp:cNvSpPr/>
      </dsp:nvSpPr>
      <dsp:spPr>
        <a:xfrm rot="5400000">
          <a:off x="6354922" y="-1338293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Low temperature creep involves the diffusion of atoms along </a:t>
          </a: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 boundaries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Localized </a:t>
          </a:r>
          <a:r>
            <a:rPr lang="en-US" sz="18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deformation and </a:t>
          </a:r>
          <a:r>
            <a:rPr lang="en-US" sz="18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 boundary sliding</a:t>
          </a:r>
          <a:r>
            <a:rPr lang="en-US" sz="1800" b="0" i="0" kern="1200" dirty="0"/>
            <a:t>.</a:t>
          </a:r>
          <a:endParaRPr lang="en-US" sz="1800" kern="1200" dirty="0"/>
        </a:p>
      </dsp:txBody>
      <dsp:txXfrm rot="-5400000">
        <a:off x="3621024" y="1442936"/>
        <a:ext cx="6390045" cy="874916"/>
      </dsp:txXfrm>
    </dsp:sp>
    <dsp:sp modelId="{D522EFB3-D311-488A-9B7C-3FBF8CAC6EF5}">
      <dsp:nvSpPr>
        <dsp:cNvPr id="0" name=""/>
        <dsp:cNvSpPr/>
      </dsp:nvSpPr>
      <dsp:spPr>
        <a:xfrm>
          <a:off x="0" y="1274407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</a:t>
          </a:r>
          <a:r>
            <a:rPr lang="en-US" sz="2400" b="1" i="0" kern="1200" dirty="0"/>
            <a:t> </a:t>
          </a: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Diffusion along Grain Boundaries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164" y="1333571"/>
        <a:ext cx="3502696" cy="1093644"/>
      </dsp:txXfrm>
    </dsp:sp>
    <dsp:sp modelId="{1690BB11-16DC-419C-8AB8-7A08DAA9C451}">
      <dsp:nvSpPr>
        <dsp:cNvPr id="0" name=""/>
        <dsp:cNvSpPr/>
      </dsp:nvSpPr>
      <dsp:spPr>
        <a:xfrm rot="5400000">
          <a:off x="6354922" y="-65722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This sliding contributes to the </a:t>
          </a: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overall deformation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without significant dislocation motion within the </a:t>
          </a: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grains</a:t>
          </a: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 rot="-5400000">
        <a:off x="3621024" y="2715507"/>
        <a:ext cx="6390045" cy="874916"/>
      </dsp:txXfrm>
    </dsp:sp>
    <dsp:sp modelId="{D5634207-39B4-4B8F-80B2-8E09EB137343}">
      <dsp:nvSpPr>
        <dsp:cNvPr id="0" name=""/>
        <dsp:cNvSpPr/>
      </dsp:nvSpPr>
      <dsp:spPr>
        <a:xfrm>
          <a:off x="0" y="2546978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3.Grain Boundary Sliding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164" y="2606142"/>
        <a:ext cx="3502696" cy="10936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0FB85-3597-44EA-8A66-3E0DE15C38FC}">
      <dsp:nvSpPr>
        <dsp:cNvPr id="0" name=""/>
        <dsp:cNvSpPr/>
      </dsp:nvSpPr>
      <dsp:spPr>
        <a:xfrm rot="5400000">
          <a:off x="6354922" y="-2610865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solidFill>
                <a:srgbClr val="00B0F0"/>
              </a:solidFill>
            </a:rPr>
            <a:t>Dislocation</a:t>
          </a:r>
          <a:r>
            <a:rPr lang="en-US" sz="2000" b="1" i="1" kern="1200" dirty="0"/>
            <a:t> interact with atoms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/>
            <a:t>Contribute further deformation</a:t>
          </a:r>
        </a:p>
      </dsp:txBody>
      <dsp:txXfrm rot="-5400000">
        <a:off x="3621024" y="170364"/>
        <a:ext cx="6390045" cy="874916"/>
      </dsp:txXfrm>
    </dsp:sp>
    <dsp:sp modelId="{14EA42BD-2871-4288-A537-560EE4C09D1A}">
      <dsp:nvSpPr>
        <dsp:cNvPr id="0" name=""/>
        <dsp:cNvSpPr/>
      </dsp:nvSpPr>
      <dsp:spPr>
        <a:xfrm>
          <a:off x="0" y="1836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4.Dislocation movement</a:t>
          </a:r>
        </a:p>
      </dsp:txBody>
      <dsp:txXfrm>
        <a:off x="59164" y="61000"/>
        <a:ext cx="3502696" cy="1093644"/>
      </dsp:txXfrm>
    </dsp:sp>
    <dsp:sp modelId="{8325EA55-B9DA-4066-823C-A172A3017F34}">
      <dsp:nvSpPr>
        <dsp:cNvPr id="0" name=""/>
        <dsp:cNvSpPr/>
      </dsp:nvSpPr>
      <dsp:spPr>
        <a:xfrm rot="5400000">
          <a:off x="6354922" y="-1338293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Migration of grain boundary </a:t>
          </a: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occurs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>
              <a:latin typeface="Times New Roman" panose="02020603050405020304" pitchFamily="18" charset="0"/>
              <a:cs typeface="Times New Roman" panose="02020603050405020304" pitchFamily="18" charset="0"/>
            </a:rPr>
            <a:t>Results in </a:t>
          </a:r>
          <a:r>
            <a:rPr lang="en-US" sz="2000" b="1" i="1" kern="120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rearrangement of grains</a:t>
          </a:r>
          <a:endParaRPr lang="en-US" sz="2000" b="1" i="1" kern="1200" dirty="0">
            <a:solidFill>
              <a:srgbClr val="00B0F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621024" y="1442936"/>
        <a:ext cx="6390045" cy="874916"/>
      </dsp:txXfrm>
    </dsp:sp>
    <dsp:sp modelId="{8E43F5D4-8EB0-465C-A0A7-98400340502B}">
      <dsp:nvSpPr>
        <dsp:cNvPr id="0" name=""/>
        <dsp:cNvSpPr/>
      </dsp:nvSpPr>
      <dsp:spPr>
        <a:xfrm>
          <a:off x="0" y="1274407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5.Grain boundary migration</a:t>
          </a:r>
        </a:p>
      </dsp:txBody>
      <dsp:txXfrm>
        <a:off x="59164" y="1333571"/>
        <a:ext cx="3502696" cy="1093644"/>
      </dsp:txXfrm>
    </dsp:sp>
    <dsp:sp modelId="{8A9495F7-D7B7-446B-BA60-7090DFCEACB1}">
      <dsp:nvSpPr>
        <dsp:cNvPr id="0" name=""/>
        <dsp:cNvSpPr/>
      </dsp:nvSpPr>
      <dsp:spPr>
        <a:xfrm rot="5400000">
          <a:off x="6354922" y="-65722"/>
          <a:ext cx="96957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initiation of cracks </a:t>
          </a: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along grain boundaries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These cracks can propagate and eventually result in </a:t>
          </a:r>
          <a:r>
            <a:rPr lang="en-US" sz="2000" b="1" i="1" kern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material failure</a:t>
          </a:r>
          <a:r>
            <a:rPr lang="en-US" sz="2500" b="0" i="0" kern="1200" dirty="0">
              <a:solidFill>
                <a:srgbClr val="00B0F0"/>
              </a:solidFill>
            </a:rPr>
            <a:t>.</a:t>
          </a:r>
          <a:endParaRPr lang="en-US" sz="2500" kern="1200" dirty="0">
            <a:solidFill>
              <a:srgbClr val="00B0F0"/>
            </a:solidFill>
          </a:endParaRPr>
        </a:p>
      </dsp:txBody>
      <dsp:txXfrm rot="-5400000">
        <a:off x="3621024" y="2715507"/>
        <a:ext cx="6390045" cy="874916"/>
      </dsp:txXfrm>
    </dsp:sp>
    <dsp:sp modelId="{E9EC43B0-5C76-481D-A539-5DAE53241EF8}">
      <dsp:nvSpPr>
        <dsp:cNvPr id="0" name=""/>
        <dsp:cNvSpPr/>
      </dsp:nvSpPr>
      <dsp:spPr>
        <a:xfrm>
          <a:off x="0" y="2546978"/>
          <a:ext cx="3621024" cy="121197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6.Potential for Cracking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164" y="2606142"/>
        <a:ext cx="3502696" cy="10936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8F2F07-C827-4AFD-ADE7-316C40E8FFEE}">
      <dsp:nvSpPr>
        <dsp:cNvPr id="0" name=""/>
        <dsp:cNvSpPr/>
      </dsp:nvSpPr>
      <dsp:spPr>
        <a:xfrm>
          <a:off x="1372" y="575573"/>
          <a:ext cx="1577965" cy="7889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Microstructural Modifications</a:t>
          </a:r>
        </a:p>
      </dsp:txBody>
      <dsp:txXfrm>
        <a:off x="24480" y="598681"/>
        <a:ext cx="1531749" cy="742766"/>
      </dsp:txXfrm>
    </dsp:sp>
    <dsp:sp modelId="{1C847B1B-407D-44BF-8451-14A6C67BAF27}">
      <dsp:nvSpPr>
        <dsp:cNvPr id="0" name=""/>
        <dsp:cNvSpPr/>
      </dsp:nvSpPr>
      <dsp:spPr>
        <a:xfrm>
          <a:off x="159169" y="1364556"/>
          <a:ext cx="157796" cy="591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736"/>
              </a:lnTo>
              <a:lnTo>
                <a:pt x="157796" y="591736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73105-94FE-4D6D-BA2E-56B578DA1A75}">
      <dsp:nvSpPr>
        <dsp:cNvPr id="0" name=""/>
        <dsp:cNvSpPr/>
      </dsp:nvSpPr>
      <dsp:spPr>
        <a:xfrm>
          <a:off x="316965" y="1561801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Grain Size Control</a:t>
          </a:r>
        </a:p>
      </dsp:txBody>
      <dsp:txXfrm>
        <a:off x="340073" y="1584909"/>
        <a:ext cx="1216156" cy="742766"/>
      </dsp:txXfrm>
    </dsp:sp>
    <dsp:sp modelId="{C07EAD97-20A8-4B76-BE8D-22A3DB3A5B7D}">
      <dsp:nvSpPr>
        <dsp:cNvPr id="0" name=""/>
        <dsp:cNvSpPr/>
      </dsp:nvSpPr>
      <dsp:spPr>
        <a:xfrm>
          <a:off x="159169" y="1364556"/>
          <a:ext cx="157796" cy="1577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7965"/>
              </a:lnTo>
              <a:lnTo>
                <a:pt x="157796" y="1577965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1B83A7-A590-4458-842C-E405E3C2462D}">
      <dsp:nvSpPr>
        <dsp:cNvPr id="0" name=""/>
        <dsp:cNvSpPr/>
      </dsp:nvSpPr>
      <dsp:spPr>
        <a:xfrm>
          <a:off x="316965" y="2548029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Introducing second phase particles</a:t>
          </a:r>
        </a:p>
      </dsp:txBody>
      <dsp:txXfrm>
        <a:off x="340073" y="2571137"/>
        <a:ext cx="1216156" cy="742766"/>
      </dsp:txXfrm>
    </dsp:sp>
    <dsp:sp modelId="{277C839E-EED6-4107-8BE0-615C674E97E1}">
      <dsp:nvSpPr>
        <dsp:cNvPr id="0" name=""/>
        <dsp:cNvSpPr/>
      </dsp:nvSpPr>
      <dsp:spPr>
        <a:xfrm>
          <a:off x="159169" y="1364556"/>
          <a:ext cx="157796" cy="25641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4193"/>
              </a:lnTo>
              <a:lnTo>
                <a:pt x="157796" y="2564193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BEE900-A2A2-4343-86AB-26949C3F831D}">
      <dsp:nvSpPr>
        <dsp:cNvPr id="0" name=""/>
        <dsp:cNvSpPr/>
      </dsp:nvSpPr>
      <dsp:spPr>
        <a:xfrm>
          <a:off x="316965" y="3534257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Nanoprecipitation at Grain Boundary</a:t>
          </a:r>
        </a:p>
      </dsp:txBody>
      <dsp:txXfrm>
        <a:off x="340073" y="3557365"/>
        <a:ext cx="1216156" cy="742766"/>
      </dsp:txXfrm>
    </dsp:sp>
    <dsp:sp modelId="{0A09AE24-9F44-49CB-89D2-AAB4CA6F8EF5}">
      <dsp:nvSpPr>
        <dsp:cNvPr id="0" name=""/>
        <dsp:cNvSpPr/>
      </dsp:nvSpPr>
      <dsp:spPr>
        <a:xfrm>
          <a:off x="1973829" y="575573"/>
          <a:ext cx="1577965" cy="7889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Material Selection</a:t>
          </a:r>
        </a:p>
      </dsp:txBody>
      <dsp:txXfrm>
        <a:off x="1996937" y="598681"/>
        <a:ext cx="1531749" cy="742766"/>
      </dsp:txXfrm>
    </dsp:sp>
    <dsp:sp modelId="{879CF339-9281-4E24-9917-70F51586BD95}">
      <dsp:nvSpPr>
        <dsp:cNvPr id="0" name=""/>
        <dsp:cNvSpPr/>
      </dsp:nvSpPr>
      <dsp:spPr>
        <a:xfrm>
          <a:off x="2131625" y="1364556"/>
          <a:ext cx="157796" cy="591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736"/>
              </a:lnTo>
              <a:lnTo>
                <a:pt x="157796" y="591736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1B125F-A0D3-4005-A271-40D05B254DD8}">
      <dsp:nvSpPr>
        <dsp:cNvPr id="0" name=""/>
        <dsp:cNvSpPr/>
      </dsp:nvSpPr>
      <dsp:spPr>
        <a:xfrm>
          <a:off x="2289422" y="1561801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Considering alternate materials</a:t>
          </a:r>
        </a:p>
      </dsp:txBody>
      <dsp:txXfrm>
        <a:off x="2312530" y="1584909"/>
        <a:ext cx="1216156" cy="742766"/>
      </dsp:txXfrm>
    </dsp:sp>
    <dsp:sp modelId="{82DA2560-5076-43B9-8CB6-BCE836F1DA27}">
      <dsp:nvSpPr>
        <dsp:cNvPr id="0" name=""/>
        <dsp:cNvSpPr/>
      </dsp:nvSpPr>
      <dsp:spPr>
        <a:xfrm>
          <a:off x="2131625" y="1364556"/>
          <a:ext cx="157796" cy="1577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7965"/>
              </a:lnTo>
              <a:lnTo>
                <a:pt x="157796" y="1577965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BE530F-39BB-40C3-BC77-5B62008E1177}">
      <dsp:nvSpPr>
        <dsp:cNvPr id="0" name=""/>
        <dsp:cNvSpPr/>
      </dsp:nvSpPr>
      <dsp:spPr>
        <a:xfrm>
          <a:off x="2289422" y="2548029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High temperature materials</a:t>
          </a:r>
        </a:p>
      </dsp:txBody>
      <dsp:txXfrm>
        <a:off x="2312530" y="2571137"/>
        <a:ext cx="1216156" cy="742766"/>
      </dsp:txXfrm>
    </dsp:sp>
    <dsp:sp modelId="{028E123C-2522-4431-9ED8-E589C2457545}">
      <dsp:nvSpPr>
        <dsp:cNvPr id="0" name=""/>
        <dsp:cNvSpPr/>
      </dsp:nvSpPr>
      <dsp:spPr>
        <a:xfrm>
          <a:off x="2131625" y="1364556"/>
          <a:ext cx="157796" cy="25641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4193"/>
              </a:lnTo>
              <a:lnTo>
                <a:pt x="157796" y="2564193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A7B2D3-AB42-462F-B463-8236A8D2B7A7}">
      <dsp:nvSpPr>
        <dsp:cNvPr id="0" name=""/>
        <dsp:cNvSpPr/>
      </dsp:nvSpPr>
      <dsp:spPr>
        <a:xfrm>
          <a:off x="2289422" y="3534257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Alloys with lower diffusion rate</a:t>
          </a:r>
        </a:p>
      </dsp:txBody>
      <dsp:txXfrm>
        <a:off x="2312530" y="3557365"/>
        <a:ext cx="1216156" cy="742766"/>
      </dsp:txXfrm>
    </dsp:sp>
    <dsp:sp modelId="{283C7430-3B35-402F-B79E-AB8AAD1F29AB}">
      <dsp:nvSpPr>
        <dsp:cNvPr id="0" name=""/>
        <dsp:cNvSpPr/>
      </dsp:nvSpPr>
      <dsp:spPr>
        <a:xfrm>
          <a:off x="3946285" y="575573"/>
          <a:ext cx="1577965" cy="7889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Analysis</a:t>
          </a:r>
        </a:p>
      </dsp:txBody>
      <dsp:txXfrm>
        <a:off x="3969393" y="598681"/>
        <a:ext cx="1531749" cy="742766"/>
      </dsp:txXfrm>
    </dsp:sp>
    <dsp:sp modelId="{EE2F7B16-0272-4474-B1B4-F01AE89520D9}">
      <dsp:nvSpPr>
        <dsp:cNvPr id="0" name=""/>
        <dsp:cNvSpPr/>
      </dsp:nvSpPr>
      <dsp:spPr>
        <a:xfrm>
          <a:off x="4104082" y="1364556"/>
          <a:ext cx="157796" cy="591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736"/>
              </a:lnTo>
              <a:lnTo>
                <a:pt x="157796" y="591736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E71138-18FA-46AD-8160-BCCD40EB2EF2}">
      <dsp:nvSpPr>
        <dsp:cNvPr id="0" name=""/>
        <dsp:cNvSpPr/>
      </dsp:nvSpPr>
      <dsp:spPr>
        <a:xfrm>
          <a:off x="4261878" y="1561801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Thermal analysis &amp; Design</a:t>
          </a:r>
        </a:p>
      </dsp:txBody>
      <dsp:txXfrm>
        <a:off x="4284986" y="1584909"/>
        <a:ext cx="1216156" cy="742766"/>
      </dsp:txXfrm>
    </dsp:sp>
    <dsp:sp modelId="{AFDCEDFD-5DA0-484C-A3A8-D022C972D7A4}">
      <dsp:nvSpPr>
        <dsp:cNvPr id="0" name=""/>
        <dsp:cNvSpPr/>
      </dsp:nvSpPr>
      <dsp:spPr>
        <a:xfrm>
          <a:off x="4104082" y="1364556"/>
          <a:ext cx="157796" cy="1577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7965"/>
              </a:lnTo>
              <a:lnTo>
                <a:pt x="157796" y="1577965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4B7A57-F94E-4655-B31F-A21B502619E1}">
      <dsp:nvSpPr>
        <dsp:cNvPr id="0" name=""/>
        <dsp:cNvSpPr/>
      </dsp:nvSpPr>
      <dsp:spPr>
        <a:xfrm>
          <a:off x="4261878" y="2548029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Stress analysis</a:t>
          </a:r>
        </a:p>
      </dsp:txBody>
      <dsp:txXfrm>
        <a:off x="4284986" y="2571137"/>
        <a:ext cx="1216156" cy="742766"/>
      </dsp:txXfrm>
    </dsp:sp>
    <dsp:sp modelId="{930CA238-CFB8-4FB2-B0B2-A896F6CB1E80}">
      <dsp:nvSpPr>
        <dsp:cNvPr id="0" name=""/>
        <dsp:cNvSpPr/>
      </dsp:nvSpPr>
      <dsp:spPr>
        <a:xfrm>
          <a:off x="5918741" y="575573"/>
          <a:ext cx="1577965" cy="7889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5941849" y="598681"/>
        <a:ext cx="1531749" cy="742766"/>
      </dsp:txXfrm>
    </dsp:sp>
    <dsp:sp modelId="{83907876-4A3A-404D-9FED-45A99FFAE8A4}">
      <dsp:nvSpPr>
        <dsp:cNvPr id="0" name=""/>
        <dsp:cNvSpPr/>
      </dsp:nvSpPr>
      <dsp:spPr>
        <a:xfrm>
          <a:off x="6076538" y="1364556"/>
          <a:ext cx="157796" cy="5917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1736"/>
              </a:lnTo>
              <a:lnTo>
                <a:pt x="157796" y="591736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F3FA32-269F-4267-9691-73C0FD44042A}">
      <dsp:nvSpPr>
        <dsp:cNvPr id="0" name=""/>
        <dsp:cNvSpPr/>
      </dsp:nvSpPr>
      <dsp:spPr>
        <a:xfrm>
          <a:off x="6234334" y="1561801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Regular inspection &amp; maintenance</a:t>
          </a:r>
        </a:p>
      </dsp:txBody>
      <dsp:txXfrm>
        <a:off x="6257442" y="1584909"/>
        <a:ext cx="1216156" cy="742766"/>
      </dsp:txXfrm>
    </dsp:sp>
    <dsp:sp modelId="{76256D36-4BA2-4B90-8D8F-FE7D4C36DCC9}">
      <dsp:nvSpPr>
        <dsp:cNvPr id="0" name=""/>
        <dsp:cNvSpPr/>
      </dsp:nvSpPr>
      <dsp:spPr>
        <a:xfrm>
          <a:off x="6076538" y="1364556"/>
          <a:ext cx="157796" cy="15779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7965"/>
              </a:lnTo>
              <a:lnTo>
                <a:pt x="157796" y="1577965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0A5E1-E371-4F92-92C7-FE236C571213}">
      <dsp:nvSpPr>
        <dsp:cNvPr id="0" name=""/>
        <dsp:cNvSpPr/>
      </dsp:nvSpPr>
      <dsp:spPr>
        <a:xfrm>
          <a:off x="6234334" y="2548029"/>
          <a:ext cx="1262372" cy="78898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2445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Load monitoring</a:t>
          </a:r>
        </a:p>
      </dsp:txBody>
      <dsp:txXfrm>
        <a:off x="6257442" y="2571137"/>
        <a:ext cx="1216156" cy="742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EB24D-2DD1-482D-AAA5-16A418E71A0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4FF05-34D2-4BCE-87EE-D5BB9246D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3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55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67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72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79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9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6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0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88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1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5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eformation_(engineering)" TargetMode="External"/><Relationship Id="rId2" Type="http://schemas.openxmlformats.org/officeDocument/2006/relationships/hyperlink" Target="https://en.wikipedia.org/wiki/Diffusion_cree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Solid" TargetMode="External"/><Relationship Id="rId4" Type="http://schemas.openxmlformats.org/officeDocument/2006/relationships/hyperlink" Target="https://en.wikipedia.org/wiki/Crystallin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23878542302450X" TargetMode="External"/><Relationship Id="rId2" Type="http://schemas.openxmlformats.org/officeDocument/2006/relationships/hyperlink" Target="https://www.researchgate.net/publication/325857496_Investigation_of_In-service_Creep_Failures_of_Aircraft_Ti-6Al-4V_Bolts?fbclid=IwAR3gkfo6TzFuYYWG_M1a8RriqegYfFMZhtYFBVB4__Pye-PuRq0TG7pklq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searchgate.net/publication/256446663_An_Automated_Visual_Inspection_System_for_the_Classification_of_the_Phases_of_Ti-6Al-4V_Titanium_Alloy" TargetMode="External"/><Relationship Id="rId4" Type="http://schemas.openxmlformats.org/officeDocument/2006/relationships/hyperlink" Target="https://en.wikipedia.org/wiki/Coble_cree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82F060-A4AF-4E0B-B364-7C6BA4A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80F73-E6A5-4221-9B21-E228015E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814" y="640080"/>
            <a:ext cx="3659246" cy="285031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Creep failure</a:t>
            </a:r>
            <a:b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C04CC-D96F-4F99-887B-77D376F95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814" y="3812134"/>
            <a:ext cx="3659246" cy="234982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/>
                </a:solidFill>
              </a:rPr>
              <a:t>A</a:t>
            </a:r>
            <a:r>
              <a:rPr lang="en-US" sz="1800" cap="none" dirty="0">
                <a:solidFill>
                  <a:srgbClr val="FFFFFF"/>
                </a:solidFill>
              </a:rPr>
              <a:t>n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  <a:r>
              <a:rPr lang="en-US" sz="1800" cap="none" dirty="0">
                <a:solidFill>
                  <a:srgbClr val="FFFFFF"/>
                </a:solidFill>
              </a:rPr>
              <a:t>in-depth investigation of Ti-6Al-4V alloy bolts</a:t>
            </a:r>
            <a:endParaRPr lang="en-US" sz="1800" dirty="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9EB6DAA-2F0C-43D5-A577-15D5D2C4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2797" y="3651268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3" descr="Hexagonal background with blue neon lights">
            <a:extLst>
              <a:ext uri="{FF2B5EF4-FFF2-40B4-BE49-F238E27FC236}">
                <a16:creationId xmlns:a16="http://schemas.microsoft.com/office/drawing/2014/main" id="{BCF7948E-A562-3F81-E325-A77311553E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56" r="20162"/>
          <a:stretch/>
        </p:blipFill>
        <p:spPr>
          <a:xfrm>
            <a:off x="4635095" y="10"/>
            <a:ext cx="7556889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B4CCEE-D13D-0B9D-37D8-BA2213BD6A3F}"/>
              </a:ext>
            </a:extLst>
          </p:cNvPr>
          <p:cNvSpPr txBox="1"/>
          <p:nvPr/>
        </p:nvSpPr>
        <p:spPr>
          <a:xfrm>
            <a:off x="484814" y="4852476"/>
            <a:ext cx="27604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Group- G7</a:t>
            </a:r>
          </a:p>
          <a:p>
            <a:r>
              <a:rPr lang="en-US" sz="1400" dirty="0"/>
              <a:t>2011049 </a:t>
            </a:r>
            <a:r>
              <a:rPr lang="en-US" sz="1400" dirty="0" err="1"/>
              <a:t>Anabil</a:t>
            </a:r>
            <a:r>
              <a:rPr lang="en-US" sz="1400" dirty="0"/>
              <a:t> Dey</a:t>
            </a:r>
          </a:p>
          <a:p>
            <a:r>
              <a:rPr lang="en-US" sz="1400" dirty="0"/>
              <a:t>2011050 </a:t>
            </a:r>
            <a:r>
              <a:rPr lang="en-US" sz="1400" dirty="0" err="1"/>
              <a:t>Shadman</a:t>
            </a:r>
            <a:r>
              <a:rPr lang="en-US" sz="1400" dirty="0"/>
              <a:t> </a:t>
            </a:r>
            <a:r>
              <a:rPr lang="en-US" sz="1400" dirty="0" err="1"/>
              <a:t>Nahian</a:t>
            </a:r>
            <a:endParaRPr lang="en-US" sz="1400" dirty="0"/>
          </a:p>
          <a:p>
            <a:r>
              <a:rPr lang="en-US" sz="1400" dirty="0"/>
              <a:t>2011051 </a:t>
            </a:r>
            <a:r>
              <a:rPr lang="en-US" sz="1400" dirty="0" err="1"/>
              <a:t>Farin</a:t>
            </a:r>
            <a:r>
              <a:rPr lang="en-US" sz="1400" dirty="0"/>
              <a:t> </a:t>
            </a:r>
            <a:r>
              <a:rPr lang="en-US" sz="1400"/>
              <a:t>Nowshin</a:t>
            </a:r>
            <a:endParaRPr lang="en-US" sz="1400" dirty="0"/>
          </a:p>
          <a:p>
            <a:r>
              <a:rPr lang="en-US" sz="1400" dirty="0"/>
              <a:t>2011052 Saiful Islam Nadim</a:t>
            </a:r>
          </a:p>
          <a:p>
            <a:r>
              <a:rPr lang="en-US" sz="1400" dirty="0"/>
              <a:t>2011053 Md. Atik Faisal</a:t>
            </a:r>
          </a:p>
          <a:p>
            <a:r>
              <a:rPr lang="en-US" sz="1400" dirty="0"/>
              <a:t>2011054  Jihan Mahbub Khan</a:t>
            </a:r>
          </a:p>
        </p:txBody>
      </p:sp>
    </p:spTree>
    <p:extLst>
      <p:ext uri="{BB962C8B-B14F-4D97-AF65-F5344CB8AC3E}">
        <p14:creationId xmlns:p14="http://schemas.microsoft.com/office/powerpoint/2010/main" val="983283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DC89EC-A69C-4A41-AE1F-AADBD0E2E053}"/>
              </a:ext>
            </a:extLst>
          </p:cNvPr>
          <p:cNvSpPr/>
          <p:nvPr/>
        </p:nvSpPr>
        <p:spPr>
          <a:xfrm>
            <a:off x="574261" y="912191"/>
            <a:ext cx="3021496" cy="9276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en-US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59FBC-7DC4-4A7B-AC98-FAFB5888F1E2}"/>
              </a:ext>
            </a:extLst>
          </p:cNvPr>
          <p:cNvSpPr txBox="1"/>
          <p:nvPr/>
        </p:nvSpPr>
        <p:spPr>
          <a:xfrm>
            <a:off x="1135513" y="2213803"/>
            <a:ext cx="42785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in-service </a:t>
            </a:r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creep failures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Ti-6Al-4V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alloy aircraft bolts installed on a landing gear component</a:t>
            </a:r>
          </a:p>
        </p:txBody>
      </p:sp>
      <p:pic>
        <p:nvPicPr>
          <p:cNvPr id="10" name="Picture 9" descr="A couple of bolts on a green surface&#10;&#10;Description automatically generated">
            <a:extLst>
              <a:ext uri="{FF2B5EF4-FFF2-40B4-BE49-F238E27FC236}">
                <a16:creationId xmlns:a16="http://schemas.microsoft.com/office/drawing/2014/main" id="{5EE82E66-8D13-AE15-8424-25B10D1B1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065" y="2761818"/>
            <a:ext cx="3368614" cy="2320290"/>
          </a:xfrm>
          <a:prstGeom prst="rect">
            <a:avLst/>
          </a:prstGeom>
        </p:spPr>
      </p:pic>
      <p:pic>
        <p:nvPicPr>
          <p:cNvPr id="12" name="Picture 11" descr="A screw with a nut&#10;&#10;Description automatically generated">
            <a:extLst>
              <a:ext uri="{FF2B5EF4-FFF2-40B4-BE49-F238E27FC236}">
                <a16:creationId xmlns:a16="http://schemas.microsoft.com/office/drawing/2014/main" id="{80662993-8A82-C064-4424-B197AB0F9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42768" y="2883780"/>
            <a:ext cx="1902300" cy="20763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75DC54-C25C-6578-4710-BF6FF222D277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45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E16859-0059-817F-C9C2-66A971F37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240" y="634947"/>
            <a:ext cx="6432434" cy="14507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6240" y="2267421"/>
            <a:ext cx="60350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CBE4-9829-9F4B-28BE-17E566FEA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998" y="2421563"/>
            <a:ext cx="6432434" cy="346165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fractured Ti-6Al-4V bolts of three approximately 20-year-old jet aircraft were submitted for examination. These failures occurred within a short interval, approximately three years. Each of these ruptured bolts was attached to the rotatory selector valve of the nose landing gear as shown in the figure.</a:t>
            </a:r>
          </a:p>
        </p:txBody>
      </p:sp>
      <p:pic>
        <p:nvPicPr>
          <p:cNvPr id="5" name="Picture 4" descr="A drawing of a mechanical part&#10;&#10;Description automatically generated">
            <a:extLst>
              <a:ext uri="{FF2B5EF4-FFF2-40B4-BE49-F238E27FC236}">
                <a16:creationId xmlns:a16="http://schemas.microsoft.com/office/drawing/2014/main" id="{BD606F52-EF67-2C61-3D82-CCA8DAC17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84" y="634947"/>
            <a:ext cx="3611521" cy="2519036"/>
          </a:xfrm>
          <a:prstGeom prst="rect">
            <a:avLst/>
          </a:prstGeom>
        </p:spPr>
      </p:pic>
      <p:pic>
        <p:nvPicPr>
          <p:cNvPr id="7" name="Picture 6" descr="Close-up of a machine with pipes and hoses&#10;&#10;Description automatically generated">
            <a:extLst>
              <a:ext uri="{FF2B5EF4-FFF2-40B4-BE49-F238E27FC236}">
                <a16:creationId xmlns:a16="http://schemas.microsoft.com/office/drawing/2014/main" id="{42B9DBB2-DD7A-CAB6-AD6D-8FDE3A7D5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572" y="3428999"/>
            <a:ext cx="3355542" cy="252548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B4EF8-ADEA-EB9C-FDBA-9B2B4D101E5B}"/>
              </a:ext>
            </a:extLst>
          </p:cNvPr>
          <p:cNvSpPr txBox="1"/>
          <p:nvPr/>
        </p:nvSpPr>
        <p:spPr>
          <a:xfrm>
            <a:off x="10946545" y="188633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910815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E2F92-C3FB-EA65-223D-57F4FF46DB0D}"/>
              </a:ext>
            </a:extLst>
          </p:cNvPr>
          <p:cNvSpPr txBox="1"/>
          <p:nvPr/>
        </p:nvSpPr>
        <p:spPr>
          <a:xfrm>
            <a:off x="1099930" y="864070"/>
            <a:ext cx="5576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B797B-9164-F007-49FC-AE5DC75ACACD}"/>
              </a:ext>
            </a:extLst>
          </p:cNvPr>
          <p:cNvSpPr txBox="1"/>
          <p:nvPr/>
        </p:nvSpPr>
        <p:spPr>
          <a:xfrm>
            <a:off x="1099930" y="2214277"/>
            <a:ext cx="3458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INSPECTION:</a:t>
            </a:r>
          </a:p>
        </p:txBody>
      </p:sp>
      <p:pic>
        <p:nvPicPr>
          <p:cNvPr id="7" name="Picture 6" descr="Close-up of several screws and bolts&#10;&#10;Description automatically generated">
            <a:extLst>
              <a:ext uri="{FF2B5EF4-FFF2-40B4-BE49-F238E27FC236}">
                <a16:creationId xmlns:a16="http://schemas.microsoft.com/office/drawing/2014/main" id="{12CD9B6D-CA21-1651-AE6B-1C3EE35731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" b="5775"/>
          <a:stretch/>
        </p:blipFill>
        <p:spPr>
          <a:xfrm>
            <a:off x="1167957" y="2990093"/>
            <a:ext cx="3458818" cy="2923028"/>
          </a:xfrm>
          <a:prstGeom prst="rect">
            <a:avLst/>
          </a:prstGeom>
        </p:spPr>
      </p:pic>
      <p:pic>
        <p:nvPicPr>
          <p:cNvPr id="9" name="Picture 8" descr="Close-up of a screw and bolt&#10;&#10;Description automatically generated">
            <a:extLst>
              <a:ext uri="{FF2B5EF4-FFF2-40B4-BE49-F238E27FC236}">
                <a16:creationId xmlns:a16="http://schemas.microsoft.com/office/drawing/2014/main" id="{4975B56D-9F01-B2FD-39A3-1D7DE1E6B6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4" b="5916"/>
          <a:stretch/>
        </p:blipFill>
        <p:spPr>
          <a:xfrm>
            <a:off x="5041362" y="3081838"/>
            <a:ext cx="3458818" cy="2739537"/>
          </a:xfrm>
          <a:prstGeom prst="rect">
            <a:avLst/>
          </a:prstGeom>
        </p:spPr>
      </p:pic>
      <p:pic>
        <p:nvPicPr>
          <p:cNvPr id="11" name="Picture 10" descr="A close up of a black container&#10;&#10;Description automatically generated">
            <a:extLst>
              <a:ext uri="{FF2B5EF4-FFF2-40B4-BE49-F238E27FC236}">
                <a16:creationId xmlns:a16="http://schemas.microsoft.com/office/drawing/2014/main" id="{B593AC88-C245-4107-9351-0BE84CC196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87"/>
          <a:stretch/>
        </p:blipFill>
        <p:spPr>
          <a:xfrm rot="16200000">
            <a:off x="8011340" y="3215817"/>
            <a:ext cx="3932919" cy="16648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299271-48AF-D741-90EA-A7E52B1BFFAC}"/>
              </a:ext>
            </a:extLst>
          </p:cNvPr>
          <p:cNvSpPr txBox="1"/>
          <p:nvPr/>
        </p:nvSpPr>
        <p:spPr>
          <a:xfrm>
            <a:off x="1595120" y="5913121"/>
            <a:ext cx="287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 of Bolt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9A944-33E5-AF85-14FB-FDA1A89A493A}"/>
              </a:ext>
            </a:extLst>
          </p:cNvPr>
          <p:cNvSpPr txBox="1"/>
          <p:nvPr/>
        </p:nvSpPr>
        <p:spPr>
          <a:xfrm>
            <a:off x="5415957" y="5913121"/>
            <a:ext cx="287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 of Bolt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DF3FC4-819E-5DC1-7F94-419C656F5F3F}"/>
              </a:ext>
            </a:extLst>
          </p:cNvPr>
          <p:cNvSpPr txBox="1"/>
          <p:nvPr/>
        </p:nvSpPr>
        <p:spPr>
          <a:xfrm>
            <a:off x="8717957" y="5913121"/>
            <a:ext cx="287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 of Bolt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77D3CB-8D77-CBB6-1DD9-B5C6BAAB8A95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8323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C98BD-24C6-4C94-A81C-CFBB9FADBE62}"/>
              </a:ext>
            </a:extLst>
          </p:cNvPr>
          <p:cNvSpPr txBox="1"/>
          <p:nvPr/>
        </p:nvSpPr>
        <p:spPr>
          <a:xfrm>
            <a:off x="1099930" y="864070"/>
            <a:ext cx="5576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BB1A7-7859-459A-A08C-F8D0D68B1DE7}"/>
              </a:ext>
            </a:extLst>
          </p:cNvPr>
          <p:cNvSpPr txBox="1"/>
          <p:nvPr/>
        </p:nvSpPr>
        <p:spPr>
          <a:xfrm>
            <a:off x="1099930" y="2107096"/>
            <a:ext cx="9984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INSPECTION ANALYSIS: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D42D4-A5A0-46CD-94B7-8628A4F363CF}"/>
              </a:ext>
            </a:extLst>
          </p:cNvPr>
          <p:cNvSpPr txBox="1"/>
          <p:nvPr/>
        </p:nvSpPr>
        <p:spPr>
          <a:xfrm>
            <a:off x="1311965" y="3087757"/>
            <a:ext cx="379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F7DBD-9525-E643-9155-7AB5E1E2D669}"/>
              </a:ext>
            </a:extLst>
          </p:cNvPr>
          <p:cNvSpPr txBox="1"/>
          <p:nvPr/>
        </p:nvSpPr>
        <p:spPr>
          <a:xfrm>
            <a:off x="1099930" y="2980790"/>
            <a:ext cx="94359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bolts fractured in the vicinity of the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engaged root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 deformation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corrosion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reflective facet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axial cracks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bolt surface similar to void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ductile fracture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52110-DB68-944D-1283-63DD9E4271C9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1719722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64448B-94BE-4804-A933-2F41111D353F}"/>
              </a:ext>
            </a:extLst>
          </p:cNvPr>
          <p:cNvSpPr txBox="1"/>
          <p:nvPr/>
        </p:nvSpPr>
        <p:spPr>
          <a:xfrm>
            <a:off x="1156471" y="928738"/>
            <a:ext cx="5173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60C2E-E4E5-4DC4-B95E-884BEAE0F437}"/>
              </a:ext>
            </a:extLst>
          </p:cNvPr>
          <p:cNvSpPr txBox="1"/>
          <p:nvPr/>
        </p:nvSpPr>
        <p:spPr>
          <a:xfrm>
            <a:off x="1156471" y="1994421"/>
            <a:ext cx="4821473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SEM (Scanning Electron Microscope) analysis, the specimen was dipped into an acetone solution and cleaned with an ultrasonic washing machine . It revealed: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granular </a:t>
            </a:r>
            <a:r>
              <a:rPr lang="en-US" sz="2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objects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Dimples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margin of fracture surface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</a:t>
            </a:r>
            <a:r>
              <a:rPr lang="en-US" sz="23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coalescence</a:t>
            </a:r>
          </a:p>
          <a:p>
            <a:endParaRPr lang="en-US" sz="23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3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DB097-F3EF-4207-9805-27B7917B9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672" y="2801553"/>
            <a:ext cx="5565029" cy="23604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D89910-37D1-B2AD-F654-E0B214D2C23A}"/>
              </a:ext>
            </a:extLst>
          </p:cNvPr>
          <p:cNvSpPr txBox="1"/>
          <p:nvPr/>
        </p:nvSpPr>
        <p:spPr>
          <a:xfrm>
            <a:off x="1057743" y="5298571"/>
            <a:ext cx="48214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indicative of  a clear ductile fracture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EA124-E89F-D292-031F-AB2914C248CF}"/>
              </a:ext>
            </a:extLst>
          </p:cNvPr>
          <p:cNvSpPr txBox="1"/>
          <p:nvPr/>
        </p:nvSpPr>
        <p:spPr>
          <a:xfrm>
            <a:off x="1084694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5819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D6F00A-0A1A-4B87-9D03-17217D49C643}"/>
              </a:ext>
            </a:extLst>
          </p:cNvPr>
          <p:cNvSpPr txBox="1"/>
          <p:nvPr/>
        </p:nvSpPr>
        <p:spPr>
          <a:xfrm>
            <a:off x="1166191" y="963567"/>
            <a:ext cx="6484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EDX 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D166E-950A-4D44-AC6E-6E580408727D}"/>
              </a:ext>
            </a:extLst>
          </p:cNvPr>
          <p:cNvSpPr txBox="1"/>
          <p:nvPr/>
        </p:nvSpPr>
        <p:spPr>
          <a:xfrm>
            <a:off x="1166191" y="2120348"/>
            <a:ext cx="4439479" cy="392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60216-824A-497E-9CC8-6389E4253EA3}"/>
              </a:ext>
            </a:extLst>
          </p:cNvPr>
          <p:cNvSpPr txBox="1"/>
          <p:nvPr/>
        </p:nvSpPr>
        <p:spPr>
          <a:xfrm>
            <a:off x="1166191" y="2469618"/>
            <a:ext cx="443947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chemical </a:t>
            </a:r>
            <a:r>
              <a:rPr lang="en-US" sz="25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specimen confirmed a Ti-6Al-4V alloy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thermal </a:t>
            </a:r>
            <a:r>
              <a:rPr lang="en-US" sz="25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oxidation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not reveal any material deficiency that would have </a:t>
            </a:r>
            <a:r>
              <a:rPr lang="en-US" sz="25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precipitated failure</a:t>
            </a: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5BF854-BAEC-4F31-ABB9-5368E3B9F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12" y="2469618"/>
            <a:ext cx="5124450" cy="3067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0695B2-2CFA-498E-4886-39A778E6BC71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7988437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D1E56-AAB8-7291-2742-DB46E3B5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3D03C-D4DD-7D3E-9B09-74DC8DD76A8B}"/>
              </a:ext>
            </a:extLst>
          </p:cNvPr>
          <p:cNvSpPr txBox="1"/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-5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Temperature Attributes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E25EE423-692C-41EA-78B3-C20D178233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407381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78650B-C975-09FB-5E57-B9AEAFEB9987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478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13BCCAE5-A35B-4B66-A4A7-E23C34A40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5DB6E-909D-4FFD-A66B-ED218EE33F7A}"/>
              </a:ext>
            </a:extLst>
          </p:cNvPr>
          <p:cNvSpPr txBox="1"/>
          <p:nvPr/>
        </p:nvSpPr>
        <p:spPr>
          <a:xfrm>
            <a:off x="1097280" y="286603"/>
            <a:ext cx="6437363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-5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FINDINGS  </a:t>
            </a:r>
          </a:p>
        </p:txBody>
      </p: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6987BDFB-DE64-4B56-B44F-45FAE19FA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5846"/>
            <a:ext cx="62179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1E8CA17-37E8-840C-EA46-2CE02BAA25B9}"/>
              </a:ext>
            </a:extLst>
          </p:cNvPr>
          <p:cNvSpPr txBox="1"/>
          <p:nvPr/>
        </p:nvSpPr>
        <p:spPr>
          <a:xfrm>
            <a:off x="870381" y="2205065"/>
            <a:ext cx="6388242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Visual inspection &amp; SEM analysis confirms </a:t>
            </a:r>
          </a:p>
          <a:p>
            <a:pPr algn="ctr">
              <a:spcAft>
                <a:spcPts val="600"/>
              </a:spcAft>
            </a:pPr>
            <a:r>
              <a:rPr lang="en-US" sz="2000" b="1" dirty="0"/>
              <a:t>     ductile Failure 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EDX analysis revealed that the material was in fact a Titanium alloy &amp; any material deficiency was absent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Ultimately the analysis combined with the</a:t>
            </a:r>
          </a:p>
          <a:p>
            <a:pPr algn="ctr">
              <a:spcAft>
                <a:spcPts val="600"/>
              </a:spcAft>
            </a:pPr>
            <a:r>
              <a:rPr lang="en-US" sz="2000" b="1" dirty="0"/>
              <a:t>     temperature attributes indicates a </a:t>
            </a:r>
          </a:p>
          <a:p>
            <a:pPr algn="ctr">
              <a:spcAft>
                <a:spcPts val="600"/>
              </a:spcAft>
            </a:pPr>
            <a:r>
              <a:rPr lang="en-US" sz="2000" b="1" dirty="0"/>
              <a:t>     </a:t>
            </a:r>
            <a:r>
              <a:rPr lang="en-US" sz="2000" b="1" dirty="0">
                <a:solidFill>
                  <a:srgbClr val="00B0F0"/>
                </a:solidFill>
              </a:rPr>
              <a:t>Low Temperature Creep Failure </a:t>
            </a:r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1026" name="Picture 2" descr="Clip Art Free Library Finding Clipart Marketing Research - Findings ...">
            <a:extLst>
              <a:ext uri="{FF2B5EF4-FFF2-40B4-BE49-F238E27FC236}">
                <a16:creationId xmlns:a16="http://schemas.microsoft.com/office/drawing/2014/main" id="{A3494D02-F1FF-46A9-86CC-1A8D9D810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9003" y="707820"/>
            <a:ext cx="3412514" cy="498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EC9799F-A0B8-45B9-8164-71F28389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A9F58-152F-0D13-5E40-6EEB94202D2B}"/>
              </a:ext>
            </a:extLst>
          </p:cNvPr>
          <p:cNvSpPr txBox="1"/>
          <p:nvPr/>
        </p:nvSpPr>
        <p:spPr>
          <a:xfrm>
            <a:off x="10968868" y="220474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22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4A04-A0C2-4CD1-B943-EB63DD15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2298E-FEE0-4923-B132-658097AE3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161767" cy="3760891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findings, we understands it is a creep mechanism. </a:t>
            </a:r>
          </a:p>
          <a:p>
            <a:r>
              <a:rPr lang="en-US" sz="2000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reep</a:t>
            </a:r>
            <a:r>
              <a:rPr lang="en-US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form of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tooltip="Diffusion cree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diffusion creep</a:t>
            </a:r>
            <a:r>
              <a:rPr lang="en-US" sz="20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is a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mechanism for </a:t>
            </a:r>
            <a:r>
              <a:rPr lang="en-US" sz="2000" b="0" i="0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Deformation (engineering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deformation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  </a:t>
            </a:r>
            <a:r>
              <a:rPr lang="en-US" sz="2000" b="0" i="0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Crystalli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crystalline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 tooltip="Soli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solids</a:t>
            </a:r>
            <a:r>
              <a:rPr lang="en-US" sz="20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 this case the creep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Occurred at relatively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temperature.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low temperature </a:t>
            </a:r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grain boundary diffusion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became more prominent than lattice diffusion</a:t>
            </a:r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 of  the Titanium alloy’s finer grains</a:t>
            </a:r>
            <a:r>
              <a:rPr lang="en-US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it became more susceptible to creep failure. As finer grains have more grain boundaries to transport vacancies or </a:t>
            </a:r>
            <a:r>
              <a:rPr lang="en-US" sz="20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disloactions</a:t>
            </a:r>
            <a:r>
              <a:rPr lang="en-US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i="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4A804-B439-DB72-5AC2-78818DF27224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1670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3F880-F437-4611-85AD-2AE97800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SEQUENCE</a:t>
            </a:r>
            <a:endParaRPr lang="en-US" sz="4800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E4B3D82-2238-4C21-9EAB-01D77FD0E4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593396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460A42D-D322-CE6E-F5EA-8A6DFCCC2C40}"/>
              </a:ext>
            </a:extLst>
          </p:cNvPr>
          <p:cNvSpPr txBox="1"/>
          <p:nvPr/>
        </p:nvSpPr>
        <p:spPr>
          <a:xfrm>
            <a:off x="10836788" y="254000"/>
            <a:ext cx="416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599733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B5C0-8A39-4A88-80D7-46212591B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SEQUENCE</a:t>
            </a:r>
            <a:endParaRPr lang="en-US" sz="4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F0BA0-B21E-4F07-AC20-0F92BCEAE7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933290"/>
              </p:ext>
            </p:extLst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1623B8-7377-9260-C014-5111B70A0270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83056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CD05-F217-4DB7-A6B1-E667C916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CREEP  PICTURE</a:t>
            </a:r>
          </a:p>
        </p:txBody>
      </p:sp>
      <p:pic>
        <p:nvPicPr>
          <p:cNvPr id="2052" name="Picture 4" descr="Engineering:Coble creep - HandWiki">
            <a:extLst>
              <a:ext uri="{FF2B5EF4-FFF2-40B4-BE49-F238E27FC236}">
                <a16:creationId xmlns:a16="http://schemas.microsoft.com/office/drawing/2014/main" id="{B264787E-584E-4660-B912-4CB455E0CF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067" y="2173592"/>
            <a:ext cx="3573640" cy="37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0C0D4D-70FE-40F8-9D73-62F8D69932B5}"/>
              </a:ext>
            </a:extLst>
          </p:cNvPr>
          <p:cNvSpPr txBox="1"/>
          <p:nvPr/>
        </p:nvSpPr>
        <p:spPr>
          <a:xfrm>
            <a:off x="1707293" y="3697173"/>
            <a:ext cx="533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: Mechanism of creep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CD3B1-E4CF-27BC-411A-DC00C748BA1D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3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EA29-86AC-4E9E-B56F-85A23C36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formulation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BB8B484-7C6F-45D1-9FDD-53F6E39F9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702" y="1991802"/>
            <a:ext cx="6079978" cy="4227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AA53B2-7085-251A-3EB2-5DF29ACAFF6E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202618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E91F3-DE56-4858-B4E9-1B19C4C0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  OF CREEP FAILURE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9AFE4B-6F46-47E0-A811-125C6FB57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955" y="2226261"/>
            <a:ext cx="5389205" cy="388299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8FBECA-6CFA-4EC1-82BD-CB6CDF3A0CED}"/>
              </a:ext>
            </a:extLst>
          </p:cNvPr>
          <p:cNvSpPr txBox="1"/>
          <p:nvPr/>
        </p:nvSpPr>
        <p:spPr>
          <a:xfrm>
            <a:off x="7409745" y="3063461"/>
            <a:ext cx="3745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graph ,it is visible evident that at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temperature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Creep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occur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64D4C-1A83-A1F6-3985-59294CCB4C78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1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5AD8-9570-4CCF-AE85-2431D7CB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Microstructure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CDF5E-FABB-4582-8E80-2D5A2FA56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079" y="1946082"/>
            <a:ext cx="4336201" cy="43456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9F7E3D-33FB-440E-A730-6C9F7305912C}"/>
              </a:ext>
            </a:extLst>
          </p:cNvPr>
          <p:cNvSpPr txBox="1"/>
          <p:nvPr/>
        </p:nvSpPr>
        <p:spPr>
          <a:xfrm>
            <a:off x="6096000" y="2396877"/>
            <a:ext cx="5221357" cy="577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Fig.a</a:t>
            </a:r>
            <a:r>
              <a:rPr lang="en-US" dirty="0"/>
              <a:t>: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Hexagonal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rhombohedral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dislocation networks,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 networks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Fig.c</a:t>
            </a:r>
            <a:r>
              <a:rPr lang="en-US" dirty="0" err="1"/>
              <a:t>:</a:t>
            </a:r>
            <a:r>
              <a:rPr lang="en-US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LAGBs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formed by </a:t>
            </a: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networks,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Quadrilateral dislocation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in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equiaxed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grains at the applied stress of 0.8</a:t>
            </a:r>
            <a:r>
              <a:rPr lang="en-US" sz="1800" dirty="0">
                <a:solidFill>
                  <a:srgbClr val="2222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σ</a:t>
            </a:r>
            <a:r>
              <a:rPr lang="en-US" sz="18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0.02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different colors in the illustration represented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different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Burgers vectors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C0438-FAD3-0B23-F89A-EE3BA006F24E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29684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2C91-9053-404A-9903-D8591DB4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Creep failure occurs  at </a:t>
            </a: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Ti-6Al-4V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7AC93-495F-45E5-BDA8-646115163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D460B-5DE0-4096-B585-2B1EF8134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761" y="1970693"/>
            <a:ext cx="4828239" cy="4372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DBC9D5-3CE9-4333-A2BD-5053EDD726DE}"/>
              </a:ext>
            </a:extLst>
          </p:cNvPr>
          <p:cNvSpPr txBox="1"/>
          <p:nvPr/>
        </p:nvSpPr>
        <p:spPr>
          <a:xfrm>
            <a:off x="6425979" y="2972983"/>
            <a:ext cx="43997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 BF-TEM micrographs showing (a)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 arrays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misorientation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by dislocation arrays,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networks,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LAGBs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equiaxed a grains at the applied stress of 0.9</a:t>
            </a:r>
            <a:r>
              <a:rPr lang="en-US" sz="1800" dirty="0">
                <a:solidFill>
                  <a:srgbClr val="2222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σ</a:t>
            </a:r>
            <a:r>
              <a:rPr lang="en-US" sz="18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0.02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3E374-1512-297E-7B8B-3F0832514D2C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40819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12AA-5A47-45FD-B1C3-CF01946F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Creep failure occurs  at </a:t>
            </a: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Ti-6Al-4V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bolts</a:t>
            </a:r>
            <a:endParaRPr lang="en-US" sz="40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9F89CD-32F7-409D-9FFA-92B305979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003" y="2474699"/>
            <a:ext cx="5686732" cy="3099607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A43C02-C028-4D99-93D0-DA66E479A8B4}"/>
              </a:ext>
            </a:extLst>
          </p:cNvPr>
          <p:cNvSpPr txBox="1"/>
          <p:nvPr/>
        </p:nvSpPr>
        <p:spPr>
          <a:xfrm>
            <a:off x="7526793" y="3285838"/>
            <a:ext cx="37768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Figure: e BF-TEM images showing </a:t>
            </a:r>
            <a:r>
              <a:rPr lang="en-US" b="1" dirty="0">
                <a:solidFill>
                  <a:schemeClr val="accent1"/>
                </a:solidFill>
              </a:rPr>
              <a:t>pyramidal dislocations </a:t>
            </a:r>
            <a:r>
              <a:rPr lang="en-US" b="1" dirty="0"/>
              <a:t>slip along (a) (1101) plane and (b) (0111) plane in </a:t>
            </a:r>
            <a:r>
              <a:rPr lang="en-US" b="1" dirty="0">
                <a:solidFill>
                  <a:schemeClr val="accent1"/>
                </a:solidFill>
              </a:rPr>
              <a:t>equiaxed a grains </a:t>
            </a:r>
            <a:r>
              <a:rPr lang="en-US" b="1" dirty="0"/>
              <a:t>at the applied stress of 0.95</a:t>
            </a:r>
            <a:r>
              <a:rPr lang="en-US" sz="1800" dirty="0">
                <a:solidFill>
                  <a:srgbClr val="2222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σ</a:t>
            </a:r>
            <a:r>
              <a:rPr lang="en-US" sz="18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0.2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r>
              <a:rPr lang="en-US" b="1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E43EB-CF99-216B-2E93-4CC31BECB06B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1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C07F-9060-4501-80E7-24D57EFF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Creep failure occurs  at </a:t>
            </a: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Ti-6Al-4V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bolts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EE95-2396-44DB-9DFF-487DA06A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697155" cy="4266095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summary can be described as follows. Due to the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thermo-mechanical treatment of the alloy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mobile dislocations and immobile dislocations (such as LAGBs) already existed in the grain before creep. After slipping for a certain distance, the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dislocations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eventually become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immobile dislocations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encountering the obstacles, such as other dislocations, phase interfaces,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grain boundaries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 on. And immobile dislocations can also hinder the glide of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dislocations.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mobile dislocations are produced in the constant stress stage when the applied stress is low, and no random mobile dislocations are left in the grain after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mobile dislocations become immobile dislocations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Thus,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creep deformation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low temperature could no longer proceed, and the creep saturation state was reached as shown in the creep curve with applied stress of 0.8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8</a:t>
            </a:r>
            <a:r>
              <a:rPr lang="en-US" sz="1800" dirty="0">
                <a:solidFill>
                  <a:srgbClr val="222222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σ</a:t>
            </a:r>
            <a:r>
              <a:rPr lang="en-US" sz="18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0.2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applied stress is high enough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new mobile dislocations are generated at the constant stress stage so </a:t>
            </a: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creep strain could continue to increase.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7E642-0988-2EA3-F21B-FE0510E0E32B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6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F505-D494-467C-AF3D-91C9C48AE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602A90-A682-4571-B701-7E281927D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57" y="2218347"/>
            <a:ext cx="6144482" cy="36200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9A5A6-0B90-44F2-B83E-95B489C98B57}"/>
              </a:ext>
            </a:extLst>
          </p:cNvPr>
          <p:cNvSpPr txBox="1"/>
          <p:nvPr/>
        </p:nvSpPr>
        <p:spPr>
          <a:xfrm>
            <a:off x="7447722" y="3429000"/>
            <a:ext cx="31937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Schematic map of the evolution of dislocation structures with applied stresses in the low temperature creep samples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B01B8-2A21-A9B4-1109-453C2D869D33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6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70B1-EE43-43D4-A73E-D5A8A3C9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1226800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analysis of creep features of Titanium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694CA6-F0ED-4DC1-A765-7BB89C2CB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777" y="2187935"/>
            <a:ext cx="5105859" cy="38471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3D9D31-05E7-4680-899C-F7E13CF92635}"/>
              </a:ext>
            </a:extLst>
          </p:cNvPr>
          <p:cNvSpPr txBox="1"/>
          <p:nvPr/>
        </p:nvSpPr>
        <p:spPr>
          <a:xfrm>
            <a:off x="6710680" y="2722438"/>
            <a:ext cx="46250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 (a) </a:t>
            </a:r>
            <a:r>
              <a:rPr lang="en-US" dirty="0">
                <a:solidFill>
                  <a:srgbClr val="00B0F0"/>
                </a:solidFill>
              </a:rPr>
              <a:t>Stress-strain curve </a:t>
            </a:r>
            <a:r>
              <a:rPr lang="en-US" dirty="0"/>
              <a:t>of the tensile test at room temperature under a constant strain rate </a:t>
            </a:r>
          </a:p>
          <a:p>
            <a:r>
              <a:rPr lang="en-US" dirty="0"/>
              <a:t>(b) experimental </a:t>
            </a:r>
            <a:r>
              <a:rPr lang="en-US" dirty="0">
                <a:solidFill>
                  <a:srgbClr val="00B0F0"/>
                </a:solidFill>
              </a:rPr>
              <a:t>creep curves </a:t>
            </a:r>
            <a:r>
              <a:rPr lang="en-US" dirty="0"/>
              <a:t>and </a:t>
            </a:r>
          </a:p>
          <a:p>
            <a:r>
              <a:rPr lang="en-US" dirty="0"/>
              <a:t>(c) the </a:t>
            </a:r>
            <a:r>
              <a:rPr lang="en-US" dirty="0">
                <a:solidFill>
                  <a:srgbClr val="00B0F0"/>
                </a:solidFill>
              </a:rPr>
              <a:t>fitting creep surface of Ti-6Al-4V </a:t>
            </a:r>
            <a:r>
              <a:rPr lang="en-US" dirty="0"/>
              <a:t> alloy under different applied stresses at low temperature.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A6DD8-5E82-1BA7-2130-134C6139276D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8BA-C0C7-49E0-A899-313980C8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4BE4B-A1EB-4AED-8C5C-06DB9C082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01" y="2227403"/>
            <a:ext cx="7645198" cy="333011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45AB2-7189-1566-F546-1822400536E2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9060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AB6E-D782-4751-8554-B811D29B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Remedy: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C933-906E-43F2-9BAF-B73B77344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0CFF4-13DD-1C21-A535-ECDB60F3627A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06DD2D7-AE24-0F52-A103-97555F5BE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966085"/>
              </p:ext>
            </p:extLst>
          </p:nvPr>
        </p:nvGraphicFramePr>
        <p:xfrm>
          <a:off x="2214880" y="1672583"/>
          <a:ext cx="7498080" cy="489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517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C061-341A-4B60-9EB6-9E27E5DC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B5FB-8BF8-4D53-AF80-464B2D93F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https://www.researchgate.net/publication/325857496_Investigation_of_In-service_Creep_Failures_of_Aircraft_Ti-6Al-4V_Bolts?fbclid=IwAR3gkfo6TzFuYYWG_M1a8RriqegYfFMZhtYFBVB4__Pye-PuRq0TG7pklqg</a:t>
            </a:r>
            <a:endParaRPr lang="en-US" b="1" dirty="0"/>
          </a:p>
          <a:p>
            <a:r>
              <a:rPr lang="en-US" b="1" dirty="0">
                <a:hlinkClick r:id="rId3"/>
              </a:rPr>
              <a:t>https://www.sciencedirect.com/science/article/pii/S223878542302450X</a:t>
            </a:r>
            <a:endParaRPr lang="en-US" b="1" dirty="0"/>
          </a:p>
          <a:p>
            <a:r>
              <a:rPr lang="en-US" b="1" dirty="0">
                <a:hlinkClick r:id="rId4"/>
              </a:rPr>
              <a:t>https://en.wikipedia.org/wiki/Coble_creep</a:t>
            </a:r>
            <a:r>
              <a:rPr lang="en-US" b="1" dirty="0"/>
              <a:t> </a:t>
            </a:r>
          </a:p>
          <a:p>
            <a:r>
              <a:rPr lang="en-US" b="1" dirty="0">
                <a:hlinkClick r:id="rId5"/>
              </a:rPr>
              <a:t>https://www.researchgate.net/publication/256446663_An_Automated_Visual_Inspection_System_for_the_Classification_of_the_Phases_of_Ti-6Al-4V_Titanium_Alloy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F0D69-D752-7A5E-CD60-F20342D6300A}"/>
              </a:ext>
            </a:extLst>
          </p:cNvPr>
          <p:cNvSpPr txBox="1"/>
          <p:nvPr/>
        </p:nvSpPr>
        <p:spPr>
          <a:xfrm>
            <a:off x="10836788" y="254000"/>
            <a:ext cx="416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21212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3B3B6C5-748F-437C-AE76-DB11FEA99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7CEB5D-9BB2-475C-BA8D-AC88BB8C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58724" y="457200"/>
            <a:ext cx="11274552" cy="59436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E354-7943-CB43-B0AC-7B8354DA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0588" y="965199"/>
            <a:ext cx="6766078" cy="49276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i="1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14AD1F-ADD5-46E7-966F-4C0290232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51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Retrospect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</TotalTime>
  <Words>1166</Words>
  <Application>Microsoft Office PowerPoint</Application>
  <PresentationFormat>Widescreen</PresentationFormat>
  <Paragraphs>163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Arial Nova Light</vt:lpstr>
      <vt:lpstr>Bembo</vt:lpstr>
      <vt:lpstr>Calibri</vt:lpstr>
      <vt:lpstr>Times New Roman</vt:lpstr>
      <vt:lpstr>Wingdings</vt:lpstr>
      <vt:lpstr>RetrospectVTI</vt:lpstr>
      <vt:lpstr>Creep failure chronicles</vt:lpstr>
      <vt:lpstr>PowerPoint Presentation</vt:lpstr>
      <vt:lpstr>Info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MECHANISM</vt:lpstr>
      <vt:lpstr>MECHANISM SEQUENCE</vt:lpstr>
      <vt:lpstr>MECHANISM SEQUENCE</vt:lpstr>
      <vt:lpstr>CREEP  PICTURE</vt:lpstr>
      <vt:lpstr>Mathematical formulation</vt:lpstr>
      <vt:lpstr>GRAPHICAL ANALYSIS  OF CREEP FAILURE</vt:lpstr>
      <vt:lpstr>Microstructure analysis</vt:lpstr>
      <vt:lpstr>How Creep failure occurs  at Ti-6Al-4V bolts</vt:lpstr>
      <vt:lpstr>How Creep failure occurs  at Ti-6Al-4V bolts</vt:lpstr>
      <vt:lpstr>How Creep failure occurs  at Ti-6Al-4V bolts</vt:lpstr>
      <vt:lpstr>Schematic diagram</vt:lpstr>
      <vt:lpstr>Graphical analysis of creep features of Titanium</vt:lpstr>
      <vt:lpstr>DATA  TABLE:</vt:lpstr>
      <vt:lpstr>Remedy: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Creep failure chronicles</dc:title>
  <dc:creator>2011050 - Shadman Nahiyan</dc:creator>
  <cp:lastModifiedBy>2010104 - Md. Amanullah Asif</cp:lastModifiedBy>
  <cp:revision>6</cp:revision>
  <dcterms:created xsi:type="dcterms:W3CDTF">2024-02-23T02:52:00Z</dcterms:created>
  <dcterms:modified xsi:type="dcterms:W3CDTF">2025-11-12T04:12:35Z</dcterms:modified>
</cp:coreProperties>
</file>