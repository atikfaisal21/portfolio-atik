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4" r:id="rId1"/>
  </p:sldMasterIdLst>
  <p:sldIdLst>
    <p:sldId id="256" r:id="rId2"/>
    <p:sldId id="257" r:id="rId3"/>
    <p:sldId id="258" r:id="rId4"/>
    <p:sldId id="259" r:id="rId5"/>
    <p:sldId id="260" r:id="rId6"/>
    <p:sldId id="262" r:id="rId7"/>
    <p:sldId id="261" r:id="rId8"/>
    <p:sldId id="264" r:id="rId9"/>
    <p:sldId id="270" r:id="rId10"/>
    <p:sldId id="271" r:id="rId11"/>
    <p:sldId id="263" r:id="rId12"/>
    <p:sldId id="265" r:id="rId13"/>
    <p:sldId id="266" r:id="rId14"/>
    <p:sldId id="268" r:id="rId15"/>
    <p:sldId id="267"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3E5CBF-0732-4EB6-B49A-460457CEAE5D}" v="2810" dt="2024-02-20T07:41:00.8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data1.xml><?xml version="1.0" encoding="utf-8"?>
<dgm:dataModel xmlns:dgm="http://schemas.openxmlformats.org/drawingml/2006/diagram" xmlns:a="http://schemas.openxmlformats.org/drawingml/2006/main">
  <dgm:ptLst>
    <dgm:pt modelId="{833521FB-5886-43EA-858D-3447E62565A8}" type="doc">
      <dgm:prSet loTypeId="urn:microsoft.com/office/officeart/2018/5/layout/IconCircleLabel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D9329FF3-B270-4B05-A0B9-B196A4504C9F}">
      <dgm:prSet/>
      <dgm:spPr/>
      <dgm:t>
        <a:bodyPr/>
        <a:lstStyle/>
        <a:p>
          <a:pPr>
            <a:lnSpc>
              <a:spcPct val="100000"/>
            </a:lnSpc>
            <a:defRPr cap="all"/>
          </a:pPr>
          <a:r>
            <a:rPr lang="en-US"/>
            <a:t>NDT testing</a:t>
          </a:r>
        </a:p>
      </dgm:t>
    </dgm:pt>
    <dgm:pt modelId="{EF78A558-9D29-4403-9AEF-2D1690A4CBC1}" type="parTrans" cxnId="{80AB080A-4DFD-4051-98E6-09889F64BE89}">
      <dgm:prSet/>
      <dgm:spPr/>
      <dgm:t>
        <a:bodyPr/>
        <a:lstStyle/>
        <a:p>
          <a:endParaRPr lang="en-US"/>
        </a:p>
      </dgm:t>
    </dgm:pt>
    <dgm:pt modelId="{F7EAB81B-1E67-4A8A-A2BB-782B0FEFF2A9}" type="sibTrans" cxnId="{80AB080A-4DFD-4051-98E6-09889F64BE89}">
      <dgm:prSet/>
      <dgm:spPr/>
      <dgm:t>
        <a:bodyPr/>
        <a:lstStyle/>
        <a:p>
          <a:endParaRPr lang="en-US"/>
        </a:p>
      </dgm:t>
    </dgm:pt>
    <dgm:pt modelId="{3937501B-7714-40F2-9E66-298327E930CA}">
      <dgm:prSet/>
      <dgm:spPr/>
      <dgm:t>
        <a:bodyPr/>
        <a:lstStyle/>
        <a:p>
          <a:pPr>
            <a:lnSpc>
              <a:spcPct val="100000"/>
            </a:lnSpc>
            <a:defRPr cap="all"/>
          </a:pPr>
          <a:r>
            <a:rPr lang="en-US"/>
            <a:t>Proper fatigue life calculation using SN curve</a:t>
          </a:r>
        </a:p>
      </dgm:t>
    </dgm:pt>
    <dgm:pt modelId="{1080162C-E9ED-4D75-9E59-1FAE6B8A97FE}" type="parTrans" cxnId="{CBB2527E-C729-4332-8566-607FF09B6BDE}">
      <dgm:prSet/>
      <dgm:spPr/>
      <dgm:t>
        <a:bodyPr/>
        <a:lstStyle/>
        <a:p>
          <a:endParaRPr lang="en-US"/>
        </a:p>
      </dgm:t>
    </dgm:pt>
    <dgm:pt modelId="{6649FF36-AC5E-4E15-A84D-382ED9220B6A}" type="sibTrans" cxnId="{CBB2527E-C729-4332-8566-607FF09B6BDE}">
      <dgm:prSet/>
      <dgm:spPr/>
      <dgm:t>
        <a:bodyPr/>
        <a:lstStyle/>
        <a:p>
          <a:endParaRPr lang="en-US"/>
        </a:p>
      </dgm:t>
    </dgm:pt>
    <dgm:pt modelId="{22683C97-5979-4F05-9F9F-79B51D02B577}">
      <dgm:prSet/>
      <dgm:spPr/>
      <dgm:t>
        <a:bodyPr/>
        <a:lstStyle/>
        <a:p>
          <a:pPr>
            <a:lnSpc>
              <a:spcPct val="100000"/>
            </a:lnSpc>
            <a:defRPr cap="all"/>
          </a:pPr>
          <a:r>
            <a:rPr lang="en-US"/>
            <a:t>Adjusting cycle loading cycles and stress</a:t>
          </a:r>
        </a:p>
      </dgm:t>
    </dgm:pt>
    <dgm:pt modelId="{A28BD981-4372-409B-B648-27397174C65C}" type="parTrans" cxnId="{88B9B7EA-2399-4264-BA2E-9AF3EBA4E499}">
      <dgm:prSet/>
      <dgm:spPr/>
      <dgm:t>
        <a:bodyPr/>
        <a:lstStyle/>
        <a:p>
          <a:endParaRPr lang="en-US"/>
        </a:p>
      </dgm:t>
    </dgm:pt>
    <dgm:pt modelId="{161EA9D3-3A00-4291-B105-A017231F1BDE}" type="sibTrans" cxnId="{88B9B7EA-2399-4264-BA2E-9AF3EBA4E499}">
      <dgm:prSet/>
      <dgm:spPr/>
      <dgm:t>
        <a:bodyPr/>
        <a:lstStyle/>
        <a:p>
          <a:endParaRPr lang="en-US"/>
        </a:p>
      </dgm:t>
    </dgm:pt>
    <dgm:pt modelId="{FB8D1D1A-CB4C-4159-A1AA-F18D79C69FD0}">
      <dgm:prSet/>
      <dgm:spPr/>
      <dgm:t>
        <a:bodyPr/>
        <a:lstStyle/>
        <a:p>
          <a:pPr>
            <a:lnSpc>
              <a:spcPct val="100000"/>
            </a:lnSpc>
            <a:defRPr cap="all"/>
          </a:pPr>
          <a:r>
            <a:rPr lang="en-US"/>
            <a:t>Shot peening at surface</a:t>
          </a:r>
        </a:p>
      </dgm:t>
    </dgm:pt>
    <dgm:pt modelId="{621DD25D-5FDB-4C4E-ABD2-4B6B90543D39}" type="parTrans" cxnId="{8F28F879-C740-4D6C-B8AD-B1A2C7A737B1}">
      <dgm:prSet/>
      <dgm:spPr/>
      <dgm:t>
        <a:bodyPr/>
        <a:lstStyle/>
        <a:p>
          <a:endParaRPr lang="en-US"/>
        </a:p>
      </dgm:t>
    </dgm:pt>
    <dgm:pt modelId="{94F6D795-DE6A-464E-844A-961A2B085C61}" type="sibTrans" cxnId="{8F28F879-C740-4D6C-B8AD-B1A2C7A737B1}">
      <dgm:prSet/>
      <dgm:spPr/>
      <dgm:t>
        <a:bodyPr/>
        <a:lstStyle/>
        <a:p>
          <a:endParaRPr lang="en-US"/>
        </a:p>
      </dgm:t>
    </dgm:pt>
    <dgm:pt modelId="{F37CFC4D-B406-469C-ADA2-8C40BB9C12D2}">
      <dgm:prSet/>
      <dgm:spPr/>
      <dgm:t>
        <a:bodyPr/>
        <a:lstStyle/>
        <a:p>
          <a:pPr>
            <a:lnSpc>
              <a:spcPct val="100000"/>
            </a:lnSpc>
            <a:defRPr cap="all"/>
          </a:pPr>
          <a:r>
            <a:rPr lang="en-US"/>
            <a:t>Laser peening</a:t>
          </a:r>
        </a:p>
      </dgm:t>
    </dgm:pt>
    <dgm:pt modelId="{10380FB6-F9E9-4CDD-9DF6-419F2B38AD18}" type="parTrans" cxnId="{468E4B00-479C-478E-B6EB-C51873EB66E4}">
      <dgm:prSet/>
      <dgm:spPr/>
      <dgm:t>
        <a:bodyPr/>
        <a:lstStyle/>
        <a:p>
          <a:endParaRPr lang="en-US"/>
        </a:p>
      </dgm:t>
    </dgm:pt>
    <dgm:pt modelId="{4D15297E-F31E-45DA-87B0-A8AC2376654A}" type="sibTrans" cxnId="{468E4B00-479C-478E-B6EB-C51873EB66E4}">
      <dgm:prSet/>
      <dgm:spPr/>
      <dgm:t>
        <a:bodyPr/>
        <a:lstStyle/>
        <a:p>
          <a:endParaRPr lang="en-US"/>
        </a:p>
      </dgm:t>
    </dgm:pt>
    <dgm:pt modelId="{66EED023-2678-49AA-858B-4F873BF433E2}" type="pres">
      <dgm:prSet presAssocID="{833521FB-5886-43EA-858D-3447E62565A8}" presName="root" presStyleCnt="0">
        <dgm:presLayoutVars>
          <dgm:dir/>
          <dgm:resizeHandles val="exact"/>
        </dgm:presLayoutVars>
      </dgm:prSet>
      <dgm:spPr/>
    </dgm:pt>
    <dgm:pt modelId="{41AB6B03-726D-45DC-8BF7-C05C50578914}" type="pres">
      <dgm:prSet presAssocID="{D9329FF3-B270-4B05-A0B9-B196A4504C9F}" presName="compNode" presStyleCnt="0"/>
      <dgm:spPr/>
    </dgm:pt>
    <dgm:pt modelId="{8EC9696A-6DD6-4668-93AB-C32225342AB2}" type="pres">
      <dgm:prSet presAssocID="{D9329FF3-B270-4B05-A0B9-B196A4504C9F}" presName="iconBgRect" presStyleLbl="bgShp" presStyleIdx="0" presStyleCnt="5"/>
      <dgm:spPr/>
    </dgm:pt>
    <dgm:pt modelId="{4FF06604-EB32-45B5-B646-5BA379FCE706}" type="pres">
      <dgm:prSet presAssocID="{D9329FF3-B270-4B05-A0B9-B196A4504C9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91849F0D-D2DA-4F2D-8C81-437E32A829D2}" type="pres">
      <dgm:prSet presAssocID="{D9329FF3-B270-4B05-A0B9-B196A4504C9F}" presName="spaceRect" presStyleCnt="0"/>
      <dgm:spPr/>
    </dgm:pt>
    <dgm:pt modelId="{52D3973C-8968-4114-BBFE-F30C7833D4DC}" type="pres">
      <dgm:prSet presAssocID="{D9329FF3-B270-4B05-A0B9-B196A4504C9F}" presName="textRect" presStyleLbl="revTx" presStyleIdx="0" presStyleCnt="5">
        <dgm:presLayoutVars>
          <dgm:chMax val="1"/>
          <dgm:chPref val="1"/>
        </dgm:presLayoutVars>
      </dgm:prSet>
      <dgm:spPr/>
    </dgm:pt>
    <dgm:pt modelId="{91FA1261-2FDA-4D02-8A47-94742F4C8CB4}" type="pres">
      <dgm:prSet presAssocID="{F7EAB81B-1E67-4A8A-A2BB-782B0FEFF2A9}" presName="sibTrans" presStyleCnt="0"/>
      <dgm:spPr/>
    </dgm:pt>
    <dgm:pt modelId="{FB30AE8D-1C3E-42CE-83DE-342B785F3EB9}" type="pres">
      <dgm:prSet presAssocID="{3937501B-7714-40F2-9E66-298327E930CA}" presName="compNode" presStyleCnt="0"/>
      <dgm:spPr/>
    </dgm:pt>
    <dgm:pt modelId="{98361B7F-A718-49AF-A3B0-9758E94095A6}" type="pres">
      <dgm:prSet presAssocID="{3937501B-7714-40F2-9E66-298327E930CA}" presName="iconBgRect" presStyleLbl="bgShp" presStyleIdx="1" presStyleCnt="5"/>
      <dgm:spPr/>
    </dgm:pt>
    <dgm:pt modelId="{3DBDB766-1459-4F2F-9980-E592732F36EF}" type="pres">
      <dgm:prSet presAssocID="{3937501B-7714-40F2-9E66-298327E930C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D00D46A9-48AE-4E1D-9AE1-A349EDDB6EDD}" type="pres">
      <dgm:prSet presAssocID="{3937501B-7714-40F2-9E66-298327E930CA}" presName="spaceRect" presStyleCnt="0"/>
      <dgm:spPr/>
    </dgm:pt>
    <dgm:pt modelId="{DCF8D63E-A284-4375-A16F-15EE505F0565}" type="pres">
      <dgm:prSet presAssocID="{3937501B-7714-40F2-9E66-298327E930CA}" presName="textRect" presStyleLbl="revTx" presStyleIdx="1" presStyleCnt="5">
        <dgm:presLayoutVars>
          <dgm:chMax val="1"/>
          <dgm:chPref val="1"/>
        </dgm:presLayoutVars>
      </dgm:prSet>
      <dgm:spPr/>
    </dgm:pt>
    <dgm:pt modelId="{E890583A-383F-43D6-ADC2-9690632EC1E7}" type="pres">
      <dgm:prSet presAssocID="{6649FF36-AC5E-4E15-A84D-382ED9220B6A}" presName="sibTrans" presStyleCnt="0"/>
      <dgm:spPr/>
    </dgm:pt>
    <dgm:pt modelId="{F82E024F-B03A-427D-ABB5-ABE06AABD236}" type="pres">
      <dgm:prSet presAssocID="{22683C97-5979-4F05-9F9F-79B51D02B577}" presName="compNode" presStyleCnt="0"/>
      <dgm:spPr/>
    </dgm:pt>
    <dgm:pt modelId="{5421AD7C-ADC8-42C4-8BF7-2074773F6EBA}" type="pres">
      <dgm:prSet presAssocID="{22683C97-5979-4F05-9F9F-79B51D02B577}" presName="iconBgRect" presStyleLbl="bgShp" presStyleIdx="2" presStyleCnt="5"/>
      <dgm:spPr/>
    </dgm:pt>
    <dgm:pt modelId="{302E24C3-2E76-427C-A148-426E9F375877}" type="pres">
      <dgm:prSet presAssocID="{22683C97-5979-4F05-9F9F-79B51D02B577}"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peat"/>
        </a:ext>
      </dgm:extLst>
    </dgm:pt>
    <dgm:pt modelId="{0A238C20-D10F-445B-A17D-CD1385168A7C}" type="pres">
      <dgm:prSet presAssocID="{22683C97-5979-4F05-9F9F-79B51D02B577}" presName="spaceRect" presStyleCnt="0"/>
      <dgm:spPr/>
    </dgm:pt>
    <dgm:pt modelId="{8902C276-6A0F-4829-AE0B-E344EEF24552}" type="pres">
      <dgm:prSet presAssocID="{22683C97-5979-4F05-9F9F-79B51D02B577}" presName="textRect" presStyleLbl="revTx" presStyleIdx="2" presStyleCnt="5">
        <dgm:presLayoutVars>
          <dgm:chMax val="1"/>
          <dgm:chPref val="1"/>
        </dgm:presLayoutVars>
      </dgm:prSet>
      <dgm:spPr/>
    </dgm:pt>
    <dgm:pt modelId="{C3DFDB33-435B-484E-9A1F-96E9CF0D7771}" type="pres">
      <dgm:prSet presAssocID="{161EA9D3-3A00-4291-B105-A017231F1BDE}" presName="sibTrans" presStyleCnt="0"/>
      <dgm:spPr/>
    </dgm:pt>
    <dgm:pt modelId="{B635D883-AC40-4D2A-882A-0DE13F487DD3}" type="pres">
      <dgm:prSet presAssocID="{FB8D1D1A-CB4C-4159-A1AA-F18D79C69FD0}" presName="compNode" presStyleCnt="0"/>
      <dgm:spPr/>
    </dgm:pt>
    <dgm:pt modelId="{05090038-AB81-4F26-A71D-D6AD40A6547B}" type="pres">
      <dgm:prSet presAssocID="{FB8D1D1A-CB4C-4159-A1AA-F18D79C69FD0}" presName="iconBgRect" presStyleLbl="bgShp" presStyleIdx="3" presStyleCnt="5"/>
      <dgm:spPr/>
    </dgm:pt>
    <dgm:pt modelId="{A93BB7D8-2AB7-4DE0-BBDC-96038183ED47}" type="pres">
      <dgm:prSet presAssocID="{FB8D1D1A-CB4C-4159-A1AA-F18D79C69FD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amera"/>
        </a:ext>
      </dgm:extLst>
    </dgm:pt>
    <dgm:pt modelId="{7DBB488C-55DD-4333-BFA4-39DA91F3A7EB}" type="pres">
      <dgm:prSet presAssocID="{FB8D1D1A-CB4C-4159-A1AA-F18D79C69FD0}" presName="spaceRect" presStyleCnt="0"/>
      <dgm:spPr/>
    </dgm:pt>
    <dgm:pt modelId="{AC4358F3-F445-4DA8-8536-BFC1DE697120}" type="pres">
      <dgm:prSet presAssocID="{FB8D1D1A-CB4C-4159-A1AA-F18D79C69FD0}" presName="textRect" presStyleLbl="revTx" presStyleIdx="3" presStyleCnt="5">
        <dgm:presLayoutVars>
          <dgm:chMax val="1"/>
          <dgm:chPref val="1"/>
        </dgm:presLayoutVars>
      </dgm:prSet>
      <dgm:spPr/>
    </dgm:pt>
    <dgm:pt modelId="{E27921B3-612F-4325-8F97-DD15168E495E}" type="pres">
      <dgm:prSet presAssocID="{94F6D795-DE6A-464E-844A-961A2B085C61}" presName="sibTrans" presStyleCnt="0"/>
      <dgm:spPr/>
    </dgm:pt>
    <dgm:pt modelId="{53598346-014C-4770-B86D-7DDFB6C31828}" type="pres">
      <dgm:prSet presAssocID="{F37CFC4D-B406-469C-ADA2-8C40BB9C12D2}" presName="compNode" presStyleCnt="0"/>
      <dgm:spPr/>
    </dgm:pt>
    <dgm:pt modelId="{54A87848-493B-44D3-80A0-14C76B314072}" type="pres">
      <dgm:prSet presAssocID="{F37CFC4D-B406-469C-ADA2-8C40BB9C12D2}" presName="iconBgRect" presStyleLbl="bgShp" presStyleIdx="4" presStyleCnt="5"/>
      <dgm:spPr/>
    </dgm:pt>
    <dgm:pt modelId="{2B2CC775-BC7D-4351-9EAE-406DFB8BB312}" type="pres">
      <dgm:prSet presAssocID="{F37CFC4D-B406-469C-ADA2-8C40BB9C12D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Line Arrow: Straight"/>
        </a:ext>
      </dgm:extLst>
    </dgm:pt>
    <dgm:pt modelId="{1DEFEACB-A365-4E90-98C0-4BD57634CD64}" type="pres">
      <dgm:prSet presAssocID="{F37CFC4D-B406-469C-ADA2-8C40BB9C12D2}" presName="spaceRect" presStyleCnt="0"/>
      <dgm:spPr/>
    </dgm:pt>
    <dgm:pt modelId="{87DF9094-67AB-496B-B7DD-A38C59868082}" type="pres">
      <dgm:prSet presAssocID="{F37CFC4D-B406-469C-ADA2-8C40BB9C12D2}" presName="textRect" presStyleLbl="revTx" presStyleIdx="4" presStyleCnt="5">
        <dgm:presLayoutVars>
          <dgm:chMax val="1"/>
          <dgm:chPref val="1"/>
        </dgm:presLayoutVars>
      </dgm:prSet>
      <dgm:spPr/>
    </dgm:pt>
  </dgm:ptLst>
  <dgm:cxnLst>
    <dgm:cxn modelId="{468E4B00-479C-478E-B6EB-C51873EB66E4}" srcId="{833521FB-5886-43EA-858D-3447E62565A8}" destId="{F37CFC4D-B406-469C-ADA2-8C40BB9C12D2}" srcOrd="4" destOrd="0" parTransId="{10380FB6-F9E9-4CDD-9DF6-419F2B38AD18}" sibTransId="{4D15297E-F31E-45DA-87B0-A8AC2376654A}"/>
    <dgm:cxn modelId="{80AB080A-4DFD-4051-98E6-09889F64BE89}" srcId="{833521FB-5886-43EA-858D-3447E62565A8}" destId="{D9329FF3-B270-4B05-A0B9-B196A4504C9F}" srcOrd="0" destOrd="0" parTransId="{EF78A558-9D29-4403-9AEF-2D1690A4CBC1}" sibTransId="{F7EAB81B-1E67-4A8A-A2BB-782B0FEFF2A9}"/>
    <dgm:cxn modelId="{0D501832-345E-4EFA-B526-A901566AB022}" type="presOf" srcId="{FB8D1D1A-CB4C-4159-A1AA-F18D79C69FD0}" destId="{AC4358F3-F445-4DA8-8536-BFC1DE697120}" srcOrd="0" destOrd="0" presId="urn:microsoft.com/office/officeart/2018/5/layout/IconCircleLabelList"/>
    <dgm:cxn modelId="{5DD43264-D078-4B2C-843E-67EA7722C9C1}" type="presOf" srcId="{833521FB-5886-43EA-858D-3447E62565A8}" destId="{66EED023-2678-49AA-858B-4F873BF433E2}" srcOrd="0" destOrd="0" presId="urn:microsoft.com/office/officeart/2018/5/layout/IconCircleLabelList"/>
    <dgm:cxn modelId="{8F28F879-C740-4D6C-B8AD-B1A2C7A737B1}" srcId="{833521FB-5886-43EA-858D-3447E62565A8}" destId="{FB8D1D1A-CB4C-4159-A1AA-F18D79C69FD0}" srcOrd="3" destOrd="0" parTransId="{621DD25D-5FDB-4C4E-ABD2-4B6B90543D39}" sibTransId="{94F6D795-DE6A-464E-844A-961A2B085C61}"/>
    <dgm:cxn modelId="{CBB2527E-C729-4332-8566-607FF09B6BDE}" srcId="{833521FB-5886-43EA-858D-3447E62565A8}" destId="{3937501B-7714-40F2-9E66-298327E930CA}" srcOrd="1" destOrd="0" parTransId="{1080162C-E9ED-4D75-9E59-1FAE6B8A97FE}" sibTransId="{6649FF36-AC5E-4E15-A84D-382ED9220B6A}"/>
    <dgm:cxn modelId="{165015AC-B47B-4B58-B83D-B38F7E7562FA}" type="presOf" srcId="{3937501B-7714-40F2-9E66-298327E930CA}" destId="{DCF8D63E-A284-4375-A16F-15EE505F0565}" srcOrd="0" destOrd="0" presId="urn:microsoft.com/office/officeart/2018/5/layout/IconCircleLabelList"/>
    <dgm:cxn modelId="{B78581BB-A63D-4DF7-97D3-8F8A11D9999B}" type="presOf" srcId="{F37CFC4D-B406-469C-ADA2-8C40BB9C12D2}" destId="{87DF9094-67AB-496B-B7DD-A38C59868082}" srcOrd="0" destOrd="0" presId="urn:microsoft.com/office/officeart/2018/5/layout/IconCircleLabelList"/>
    <dgm:cxn modelId="{C58791E1-1A0F-491F-A3A0-7064F19CAA22}" type="presOf" srcId="{D9329FF3-B270-4B05-A0B9-B196A4504C9F}" destId="{52D3973C-8968-4114-BBFE-F30C7833D4DC}" srcOrd="0" destOrd="0" presId="urn:microsoft.com/office/officeart/2018/5/layout/IconCircleLabelList"/>
    <dgm:cxn modelId="{88B9B7EA-2399-4264-BA2E-9AF3EBA4E499}" srcId="{833521FB-5886-43EA-858D-3447E62565A8}" destId="{22683C97-5979-4F05-9F9F-79B51D02B577}" srcOrd="2" destOrd="0" parTransId="{A28BD981-4372-409B-B648-27397174C65C}" sibTransId="{161EA9D3-3A00-4291-B105-A017231F1BDE}"/>
    <dgm:cxn modelId="{035992FF-21DE-46C7-9611-3FB3764FB59E}" type="presOf" srcId="{22683C97-5979-4F05-9F9F-79B51D02B577}" destId="{8902C276-6A0F-4829-AE0B-E344EEF24552}" srcOrd="0" destOrd="0" presId="urn:microsoft.com/office/officeart/2018/5/layout/IconCircleLabelList"/>
    <dgm:cxn modelId="{F7266FC4-5FE5-4357-ABD4-6357ED2CF96E}" type="presParOf" srcId="{66EED023-2678-49AA-858B-4F873BF433E2}" destId="{41AB6B03-726D-45DC-8BF7-C05C50578914}" srcOrd="0" destOrd="0" presId="urn:microsoft.com/office/officeart/2018/5/layout/IconCircleLabelList"/>
    <dgm:cxn modelId="{68127D6F-8369-4EAC-B461-8BD7D2480609}" type="presParOf" srcId="{41AB6B03-726D-45DC-8BF7-C05C50578914}" destId="{8EC9696A-6DD6-4668-93AB-C32225342AB2}" srcOrd="0" destOrd="0" presId="urn:microsoft.com/office/officeart/2018/5/layout/IconCircleLabelList"/>
    <dgm:cxn modelId="{E85E7F5D-BB10-4879-B156-BDB665F69AD9}" type="presParOf" srcId="{41AB6B03-726D-45DC-8BF7-C05C50578914}" destId="{4FF06604-EB32-45B5-B646-5BA379FCE706}" srcOrd="1" destOrd="0" presId="urn:microsoft.com/office/officeart/2018/5/layout/IconCircleLabelList"/>
    <dgm:cxn modelId="{3C1E405E-7BE5-4ED2-A088-901175842BA9}" type="presParOf" srcId="{41AB6B03-726D-45DC-8BF7-C05C50578914}" destId="{91849F0D-D2DA-4F2D-8C81-437E32A829D2}" srcOrd="2" destOrd="0" presId="urn:microsoft.com/office/officeart/2018/5/layout/IconCircleLabelList"/>
    <dgm:cxn modelId="{479E92EE-513D-4D2B-928C-9577FA50B26C}" type="presParOf" srcId="{41AB6B03-726D-45DC-8BF7-C05C50578914}" destId="{52D3973C-8968-4114-BBFE-F30C7833D4DC}" srcOrd="3" destOrd="0" presId="urn:microsoft.com/office/officeart/2018/5/layout/IconCircleLabelList"/>
    <dgm:cxn modelId="{7DB8731B-BCEA-433F-A422-69775EC3D71C}" type="presParOf" srcId="{66EED023-2678-49AA-858B-4F873BF433E2}" destId="{91FA1261-2FDA-4D02-8A47-94742F4C8CB4}" srcOrd="1" destOrd="0" presId="urn:microsoft.com/office/officeart/2018/5/layout/IconCircleLabelList"/>
    <dgm:cxn modelId="{F1DDD80E-6343-47F4-BFC0-699BE3B5F533}" type="presParOf" srcId="{66EED023-2678-49AA-858B-4F873BF433E2}" destId="{FB30AE8D-1C3E-42CE-83DE-342B785F3EB9}" srcOrd="2" destOrd="0" presId="urn:microsoft.com/office/officeart/2018/5/layout/IconCircleLabelList"/>
    <dgm:cxn modelId="{6B10963A-F013-4AA3-8333-0FA695E77582}" type="presParOf" srcId="{FB30AE8D-1C3E-42CE-83DE-342B785F3EB9}" destId="{98361B7F-A718-49AF-A3B0-9758E94095A6}" srcOrd="0" destOrd="0" presId="urn:microsoft.com/office/officeart/2018/5/layout/IconCircleLabelList"/>
    <dgm:cxn modelId="{D486CBEE-32BD-433B-A374-65FEB7BF10AF}" type="presParOf" srcId="{FB30AE8D-1C3E-42CE-83DE-342B785F3EB9}" destId="{3DBDB766-1459-4F2F-9980-E592732F36EF}" srcOrd="1" destOrd="0" presId="urn:microsoft.com/office/officeart/2018/5/layout/IconCircleLabelList"/>
    <dgm:cxn modelId="{5A47485C-D6EF-4CDE-967E-3248756C3081}" type="presParOf" srcId="{FB30AE8D-1C3E-42CE-83DE-342B785F3EB9}" destId="{D00D46A9-48AE-4E1D-9AE1-A349EDDB6EDD}" srcOrd="2" destOrd="0" presId="urn:microsoft.com/office/officeart/2018/5/layout/IconCircleLabelList"/>
    <dgm:cxn modelId="{F523FB2D-6660-4353-998C-2276212FDF50}" type="presParOf" srcId="{FB30AE8D-1C3E-42CE-83DE-342B785F3EB9}" destId="{DCF8D63E-A284-4375-A16F-15EE505F0565}" srcOrd="3" destOrd="0" presId="urn:microsoft.com/office/officeart/2018/5/layout/IconCircleLabelList"/>
    <dgm:cxn modelId="{A2F1EA96-F5C1-4DD9-A9B3-8734B5CE6789}" type="presParOf" srcId="{66EED023-2678-49AA-858B-4F873BF433E2}" destId="{E890583A-383F-43D6-ADC2-9690632EC1E7}" srcOrd="3" destOrd="0" presId="urn:microsoft.com/office/officeart/2018/5/layout/IconCircleLabelList"/>
    <dgm:cxn modelId="{9C8151B6-FEBD-4507-8ACE-E689D902F33F}" type="presParOf" srcId="{66EED023-2678-49AA-858B-4F873BF433E2}" destId="{F82E024F-B03A-427D-ABB5-ABE06AABD236}" srcOrd="4" destOrd="0" presId="urn:microsoft.com/office/officeart/2018/5/layout/IconCircleLabelList"/>
    <dgm:cxn modelId="{6E0F4732-CFE4-454C-9D5E-56964A42DA89}" type="presParOf" srcId="{F82E024F-B03A-427D-ABB5-ABE06AABD236}" destId="{5421AD7C-ADC8-42C4-8BF7-2074773F6EBA}" srcOrd="0" destOrd="0" presId="urn:microsoft.com/office/officeart/2018/5/layout/IconCircleLabelList"/>
    <dgm:cxn modelId="{B90C12A9-F26B-4682-A196-2ACE7C0FD328}" type="presParOf" srcId="{F82E024F-B03A-427D-ABB5-ABE06AABD236}" destId="{302E24C3-2E76-427C-A148-426E9F375877}" srcOrd="1" destOrd="0" presId="urn:microsoft.com/office/officeart/2018/5/layout/IconCircleLabelList"/>
    <dgm:cxn modelId="{07DE7F14-3508-4325-9AEF-DB2E4E614AB3}" type="presParOf" srcId="{F82E024F-B03A-427D-ABB5-ABE06AABD236}" destId="{0A238C20-D10F-445B-A17D-CD1385168A7C}" srcOrd="2" destOrd="0" presId="urn:microsoft.com/office/officeart/2018/5/layout/IconCircleLabelList"/>
    <dgm:cxn modelId="{DCDC00D3-9942-44C7-AC98-B6D940F0A2FF}" type="presParOf" srcId="{F82E024F-B03A-427D-ABB5-ABE06AABD236}" destId="{8902C276-6A0F-4829-AE0B-E344EEF24552}" srcOrd="3" destOrd="0" presId="urn:microsoft.com/office/officeart/2018/5/layout/IconCircleLabelList"/>
    <dgm:cxn modelId="{D510AA00-C5C9-4C0C-A341-B789B6C591BA}" type="presParOf" srcId="{66EED023-2678-49AA-858B-4F873BF433E2}" destId="{C3DFDB33-435B-484E-9A1F-96E9CF0D7771}" srcOrd="5" destOrd="0" presId="urn:microsoft.com/office/officeart/2018/5/layout/IconCircleLabelList"/>
    <dgm:cxn modelId="{4000B658-0C73-446D-8C46-A355514C29D3}" type="presParOf" srcId="{66EED023-2678-49AA-858B-4F873BF433E2}" destId="{B635D883-AC40-4D2A-882A-0DE13F487DD3}" srcOrd="6" destOrd="0" presId="urn:microsoft.com/office/officeart/2018/5/layout/IconCircleLabelList"/>
    <dgm:cxn modelId="{84E698FD-8F30-4F7C-86B1-ABCD3DF528F0}" type="presParOf" srcId="{B635D883-AC40-4D2A-882A-0DE13F487DD3}" destId="{05090038-AB81-4F26-A71D-D6AD40A6547B}" srcOrd="0" destOrd="0" presId="urn:microsoft.com/office/officeart/2018/5/layout/IconCircleLabelList"/>
    <dgm:cxn modelId="{BA10E7A4-FA9D-43CF-A0FB-4EFBBE8BAF28}" type="presParOf" srcId="{B635D883-AC40-4D2A-882A-0DE13F487DD3}" destId="{A93BB7D8-2AB7-4DE0-BBDC-96038183ED47}" srcOrd="1" destOrd="0" presId="urn:microsoft.com/office/officeart/2018/5/layout/IconCircleLabelList"/>
    <dgm:cxn modelId="{0DE94905-4066-45F7-874C-212F08A8792A}" type="presParOf" srcId="{B635D883-AC40-4D2A-882A-0DE13F487DD3}" destId="{7DBB488C-55DD-4333-BFA4-39DA91F3A7EB}" srcOrd="2" destOrd="0" presId="urn:microsoft.com/office/officeart/2018/5/layout/IconCircleLabelList"/>
    <dgm:cxn modelId="{4A79E132-1FB9-4FBD-9187-9F958D41F67A}" type="presParOf" srcId="{B635D883-AC40-4D2A-882A-0DE13F487DD3}" destId="{AC4358F3-F445-4DA8-8536-BFC1DE697120}" srcOrd="3" destOrd="0" presId="urn:microsoft.com/office/officeart/2018/5/layout/IconCircleLabelList"/>
    <dgm:cxn modelId="{4F5EDD07-E57E-4A68-8ED3-0193E9A0F56B}" type="presParOf" srcId="{66EED023-2678-49AA-858B-4F873BF433E2}" destId="{E27921B3-612F-4325-8F97-DD15168E495E}" srcOrd="7" destOrd="0" presId="urn:microsoft.com/office/officeart/2018/5/layout/IconCircleLabelList"/>
    <dgm:cxn modelId="{CAA8E943-D0A1-4491-BE9F-7FE6A74373B7}" type="presParOf" srcId="{66EED023-2678-49AA-858B-4F873BF433E2}" destId="{53598346-014C-4770-B86D-7DDFB6C31828}" srcOrd="8" destOrd="0" presId="urn:microsoft.com/office/officeart/2018/5/layout/IconCircleLabelList"/>
    <dgm:cxn modelId="{6702E390-E214-48D6-B91A-0DEB760A0F53}" type="presParOf" srcId="{53598346-014C-4770-B86D-7DDFB6C31828}" destId="{54A87848-493B-44D3-80A0-14C76B314072}" srcOrd="0" destOrd="0" presId="urn:microsoft.com/office/officeart/2018/5/layout/IconCircleLabelList"/>
    <dgm:cxn modelId="{1A7BB518-DFAD-4BB7-AD08-02E9A93111EF}" type="presParOf" srcId="{53598346-014C-4770-B86D-7DDFB6C31828}" destId="{2B2CC775-BC7D-4351-9EAE-406DFB8BB312}" srcOrd="1" destOrd="0" presId="urn:microsoft.com/office/officeart/2018/5/layout/IconCircleLabelList"/>
    <dgm:cxn modelId="{B8E06A5B-844A-4445-9904-158BC0A1CF23}" type="presParOf" srcId="{53598346-014C-4770-B86D-7DDFB6C31828}" destId="{1DEFEACB-A365-4E90-98C0-4BD57634CD64}" srcOrd="2" destOrd="0" presId="urn:microsoft.com/office/officeart/2018/5/layout/IconCircleLabelList"/>
    <dgm:cxn modelId="{E83C984B-4AEF-4AC8-BF9E-358253CC483A}" type="presParOf" srcId="{53598346-014C-4770-B86D-7DDFB6C31828}" destId="{87DF9094-67AB-496B-B7DD-A38C5986808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C9696A-6DD6-4668-93AB-C32225342AB2}">
      <dsp:nvSpPr>
        <dsp:cNvPr id="0" name=""/>
        <dsp:cNvSpPr/>
      </dsp:nvSpPr>
      <dsp:spPr>
        <a:xfrm>
          <a:off x="745500" y="870818"/>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F06604-EB32-45B5-B646-5BA379FCE706}">
      <dsp:nvSpPr>
        <dsp:cNvPr id="0" name=""/>
        <dsp:cNvSpPr/>
      </dsp:nvSpPr>
      <dsp:spPr>
        <a:xfrm>
          <a:off x="979500" y="1104819"/>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D3973C-8968-4114-BBFE-F30C7833D4DC}">
      <dsp:nvSpPr>
        <dsp:cNvPr id="0" name=""/>
        <dsp:cNvSpPr/>
      </dsp:nvSpPr>
      <dsp:spPr>
        <a:xfrm>
          <a:off x="394500" y="231081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NDT testing</a:t>
          </a:r>
        </a:p>
      </dsp:txBody>
      <dsp:txXfrm>
        <a:off x="394500" y="2310819"/>
        <a:ext cx="1800000" cy="720000"/>
      </dsp:txXfrm>
    </dsp:sp>
    <dsp:sp modelId="{98361B7F-A718-49AF-A3B0-9758E94095A6}">
      <dsp:nvSpPr>
        <dsp:cNvPr id="0" name=""/>
        <dsp:cNvSpPr/>
      </dsp:nvSpPr>
      <dsp:spPr>
        <a:xfrm>
          <a:off x="2860500" y="870818"/>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BDB766-1459-4F2F-9980-E592732F36EF}">
      <dsp:nvSpPr>
        <dsp:cNvPr id="0" name=""/>
        <dsp:cNvSpPr/>
      </dsp:nvSpPr>
      <dsp:spPr>
        <a:xfrm>
          <a:off x="3094500" y="1104819"/>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F8D63E-A284-4375-A16F-15EE505F0565}">
      <dsp:nvSpPr>
        <dsp:cNvPr id="0" name=""/>
        <dsp:cNvSpPr/>
      </dsp:nvSpPr>
      <dsp:spPr>
        <a:xfrm>
          <a:off x="2509500" y="231081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Proper fatigue life calculation using SN curve</a:t>
          </a:r>
        </a:p>
      </dsp:txBody>
      <dsp:txXfrm>
        <a:off x="2509500" y="2310819"/>
        <a:ext cx="1800000" cy="720000"/>
      </dsp:txXfrm>
    </dsp:sp>
    <dsp:sp modelId="{5421AD7C-ADC8-42C4-8BF7-2074773F6EBA}">
      <dsp:nvSpPr>
        <dsp:cNvPr id="0" name=""/>
        <dsp:cNvSpPr/>
      </dsp:nvSpPr>
      <dsp:spPr>
        <a:xfrm>
          <a:off x="4975500" y="870818"/>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2E24C3-2E76-427C-A148-426E9F375877}">
      <dsp:nvSpPr>
        <dsp:cNvPr id="0" name=""/>
        <dsp:cNvSpPr/>
      </dsp:nvSpPr>
      <dsp:spPr>
        <a:xfrm>
          <a:off x="5209500" y="1104819"/>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02C276-6A0F-4829-AE0B-E344EEF24552}">
      <dsp:nvSpPr>
        <dsp:cNvPr id="0" name=""/>
        <dsp:cNvSpPr/>
      </dsp:nvSpPr>
      <dsp:spPr>
        <a:xfrm>
          <a:off x="4624500" y="231081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Adjusting cycle loading cycles and stress</a:t>
          </a:r>
        </a:p>
      </dsp:txBody>
      <dsp:txXfrm>
        <a:off x="4624500" y="2310819"/>
        <a:ext cx="1800000" cy="720000"/>
      </dsp:txXfrm>
    </dsp:sp>
    <dsp:sp modelId="{05090038-AB81-4F26-A71D-D6AD40A6547B}">
      <dsp:nvSpPr>
        <dsp:cNvPr id="0" name=""/>
        <dsp:cNvSpPr/>
      </dsp:nvSpPr>
      <dsp:spPr>
        <a:xfrm>
          <a:off x="7090500" y="870818"/>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3BB7D8-2AB7-4DE0-BBDC-96038183ED47}">
      <dsp:nvSpPr>
        <dsp:cNvPr id="0" name=""/>
        <dsp:cNvSpPr/>
      </dsp:nvSpPr>
      <dsp:spPr>
        <a:xfrm>
          <a:off x="7324500" y="1104819"/>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4358F3-F445-4DA8-8536-BFC1DE697120}">
      <dsp:nvSpPr>
        <dsp:cNvPr id="0" name=""/>
        <dsp:cNvSpPr/>
      </dsp:nvSpPr>
      <dsp:spPr>
        <a:xfrm>
          <a:off x="6739500" y="231081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Shot peening at surface</a:t>
          </a:r>
        </a:p>
      </dsp:txBody>
      <dsp:txXfrm>
        <a:off x="6739500" y="2310819"/>
        <a:ext cx="1800000" cy="720000"/>
      </dsp:txXfrm>
    </dsp:sp>
    <dsp:sp modelId="{54A87848-493B-44D3-80A0-14C76B314072}">
      <dsp:nvSpPr>
        <dsp:cNvPr id="0" name=""/>
        <dsp:cNvSpPr/>
      </dsp:nvSpPr>
      <dsp:spPr>
        <a:xfrm>
          <a:off x="9205500" y="870818"/>
          <a:ext cx="1098000" cy="1098000"/>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2CC775-BC7D-4351-9EAE-406DFB8BB312}">
      <dsp:nvSpPr>
        <dsp:cNvPr id="0" name=""/>
        <dsp:cNvSpPr/>
      </dsp:nvSpPr>
      <dsp:spPr>
        <a:xfrm>
          <a:off x="9439500" y="1104819"/>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7DF9094-67AB-496B-B7DD-A38C59868082}">
      <dsp:nvSpPr>
        <dsp:cNvPr id="0" name=""/>
        <dsp:cNvSpPr/>
      </dsp:nvSpPr>
      <dsp:spPr>
        <a:xfrm>
          <a:off x="8854500" y="2310819"/>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Laser peening</a:t>
          </a:r>
        </a:p>
      </dsp:txBody>
      <dsp:txXfrm>
        <a:off x="8854500" y="2310819"/>
        <a:ext cx="18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5C89-2E28-4777-95B0-BA7EECAE3BA4}"/>
              </a:ext>
            </a:extLst>
          </p:cNvPr>
          <p:cNvSpPr>
            <a:spLocks noGrp="1"/>
          </p:cNvSpPr>
          <p:nvPr>
            <p:ph type="ctrTitle"/>
          </p:nvPr>
        </p:nvSpPr>
        <p:spPr>
          <a:xfrm>
            <a:off x="1709928" y="987552"/>
            <a:ext cx="8385048" cy="3081528"/>
          </a:xfrm>
        </p:spPr>
        <p:txBody>
          <a:bodyPr anchor="b"/>
          <a:lstStyle>
            <a:lvl1pPr algn="ctr">
              <a:defRPr sz="4800"/>
            </a:lvl1pPr>
          </a:lstStyle>
          <a:p>
            <a:r>
              <a:rPr lang="en-US" dirty="0"/>
              <a:t>Click to edit Master title style</a:t>
            </a:r>
          </a:p>
        </p:txBody>
      </p:sp>
      <p:sp>
        <p:nvSpPr>
          <p:cNvPr id="3" name="Subtitle 2">
            <a:extLst>
              <a:ext uri="{FF2B5EF4-FFF2-40B4-BE49-F238E27FC236}">
                <a16:creationId xmlns:a16="http://schemas.microsoft.com/office/drawing/2014/main" id="{59052321-4D71-4DA8-BD2C-DC22FC1525CB}"/>
              </a:ext>
            </a:extLst>
          </p:cNvPr>
          <p:cNvSpPr>
            <a:spLocks noGrp="1"/>
          </p:cNvSpPr>
          <p:nvPr>
            <p:ph type="subTitle" idx="1"/>
          </p:nvPr>
        </p:nvSpPr>
        <p:spPr>
          <a:xfrm>
            <a:off x="2905506" y="4480561"/>
            <a:ext cx="5993892" cy="1166495"/>
          </a:xfrm>
        </p:spPr>
        <p:txBody>
          <a:bodyPr>
            <a:normAutofit/>
          </a:bodyPr>
          <a:lstStyle>
            <a:lvl1pPr marL="0" indent="0" algn="ctr">
              <a:buNone/>
              <a:defRPr sz="1400"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B1D37183-71EA-4A92-8609-41ECB53F447E}"/>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5" name="Footer Placeholder 4">
            <a:extLst>
              <a:ext uri="{FF2B5EF4-FFF2-40B4-BE49-F238E27FC236}">
                <a16:creationId xmlns:a16="http://schemas.microsoft.com/office/drawing/2014/main" id="{CA09F2E6-1ECC-4081-8EBF-C80C6C94A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C3FA67-CD72-4503-BA25-FEC880107BC4}"/>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964144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A523-EF01-4656-9D54-347E984FD3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5" name="Footer Placeholder 4">
            <a:extLst>
              <a:ext uri="{FF2B5EF4-FFF2-40B4-BE49-F238E27FC236}">
                <a16:creationId xmlns:a16="http://schemas.microsoft.com/office/drawing/2014/main" id="{9E94444B-9FC3-414D-8EA0-15AB806D5E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4C8B8A27-DF03-4546-BA93-21C967D57E5C}" type="slidenum">
              <a:rPr lang="en-US" smtClean="0"/>
              <a:t>‹#›</a:t>
            </a:fld>
            <a:endParaRPr lang="en-US" dirty="0"/>
          </a:p>
        </p:txBody>
      </p:sp>
    </p:spTree>
    <p:extLst>
      <p:ext uri="{BB962C8B-B14F-4D97-AF65-F5344CB8AC3E}">
        <p14:creationId xmlns:p14="http://schemas.microsoft.com/office/powerpoint/2010/main" val="128982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79BA-620F-4443-807B-BE44F36F98F1}"/>
              </a:ext>
            </a:extLst>
          </p:cNvPr>
          <p:cNvSpPr>
            <a:spLocks noGrp="1"/>
          </p:cNvSpPr>
          <p:nvPr>
            <p:ph type="title"/>
          </p:nvPr>
        </p:nvSpPr>
        <p:spPr>
          <a:xfrm>
            <a:off x="1069848" y="1709738"/>
            <a:ext cx="9430811" cy="2852737"/>
          </a:xfrm>
        </p:spPr>
        <p:txBody>
          <a:bodyPr anchor="b">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30C9A625-6442-4047-B545-433C4451210A}"/>
              </a:ext>
            </a:extLst>
          </p:cNvPr>
          <p:cNvSpPr>
            <a:spLocks noGrp="1"/>
          </p:cNvSpPr>
          <p:nvPr>
            <p:ph type="body" idx="1"/>
          </p:nvPr>
        </p:nvSpPr>
        <p:spPr>
          <a:xfrm>
            <a:off x="1069848" y="4589463"/>
            <a:ext cx="943081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F8EAA30-3B1A-4BEA-9835-33D2072451F9}"/>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5" name="Footer Placeholder 4">
            <a:extLst>
              <a:ext uri="{FF2B5EF4-FFF2-40B4-BE49-F238E27FC236}">
                <a16:creationId xmlns:a16="http://schemas.microsoft.com/office/drawing/2014/main" id="{BB256440-3149-446F-8105-485333B18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FEDB1-D604-4E10-B334-5DB303498B12}"/>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32896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p:nvPr>
        </p:nvSpPr>
        <p:spPr>
          <a:xfrm>
            <a:off x="1069848" y="1825625"/>
            <a:ext cx="468405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C6B04C-FB9E-4A9E-8892-4B5B702898B4}"/>
              </a:ext>
            </a:extLst>
          </p:cNvPr>
          <p:cNvSpPr>
            <a:spLocks noGrp="1"/>
          </p:cNvSpPr>
          <p:nvPr>
            <p:ph sz="half" idx="2"/>
          </p:nvPr>
        </p:nvSpPr>
        <p:spPr>
          <a:xfrm>
            <a:off x="6019802" y="1825625"/>
            <a:ext cx="468405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2689264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2E5C-0B2D-4DB5-95F6-3C2C825DFE54}"/>
              </a:ext>
            </a:extLst>
          </p:cNvPr>
          <p:cNvSpPr>
            <a:spLocks noGrp="1"/>
          </p:cNvSpPr>
          <p:nvPr>
            <p:ph type="title"/>
          </p:nvPr>
        </p:nvSpPr>
        <p:spPr>
          <a:xfrm>
            <a:off x="839788" y="365125"/>
            <a:ext cx="989993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8F1C53-3F27-42E6-BE80-1DF57985741C}"/>
              </a:ext>
            </a:extLst>
          </p:cNvPr>
          <p:cNvSpPr>
            <a:spLocks noGrp="1"/>
          </p:cNvSpPr>
          <p:nvPr>
            <p:ph type="body" idx="1"/>
          </p:nvPr>
        </p:nvSpPr>
        <p:spPr>
          <a:xfrm>
            <a:off x="839789" y="1681163"/>
            <a:ext cx="4872132"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38CC6CB-F028-4322-B54F-571203106F23}"/>
              </a:ext>
            </a:extLst>
          </p:cNvPr>
          <p:cNvSpPr>
            <a:spLocks noGrp="1"/>
          </p:cNvSpPr>
          <p:nvPr>
            <p:ph sz="half" idx="2"/>
          </p:nvPr>
        </p:nvSpPr>
        <p:spPr>
          <a:xfrm>
            <a:off x="839787" y="2510632"/>
            <a:ext cx="4872133" cy="3684588"/>
          </a:xfrm>
        </p:spPr>
        <p:txBody>
          <a:bodyPr/>
          <a:lstStyle>
            <a:lvl2pPr>
              <a:defRPr b="1"/>
            </a:lvl2pPr>
            <a:lvl3pPr>
              <a:defRPr b="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2AD2CD7-554E-4EAA-BAF6-86ABB7E81D25}"/>
              </a:ext>
            </a:extLst>
          </p:cNvPr>
          <p:cNvSpPr>
            <a:spLocks noGrp="1"/>
          </p:cNvSpPr>
          <p:nvPr>
            <p:ph type="body" sz="quarter" idx="3"/>
          </p:nvPr>
        </p:nvSpPr>
        <p:spPr>
          <a:xfrm>
            <a:off x="5889809" y="1681163"/>
            <a:ext cx="4849909"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982A2D6-379C-4D26-90AC-9F2F46DCE7F3}"/>
              </a:ext>
            </a:extLst>
          </p:cNvPr>
          <p:cNvSpPr>
            <a:spLocks noGrp="1"/>
          </p:cNvSpPr>
          <p:nvPr>
            <p:ph sz="quarter" idx="4"/>
          </p:nvPr>
        </p:nvSpPr>
        <p:spPr>
          <a:xfrm>
            <a:off x="5889810" y="2505075"/>
            <a:ext cx="4872134" cy="3684588"/>
          </a:xfrm>
        </p:spPr>
        <p:txBody>
          <a:bodyPr/>
          <a:lstStyle>
            <a:lvl2pPr>
              <a:defRPr b="1"/>
            </a:lvl2pPr>
            <a:lvl3pPr>
              <a:defRPr b="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DEA0E4F3-8A65-4788-AE96-1FB2060F48D2}"/>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8" name="Footer Placeholder 7">
            <a:extLst>
              <a:ext uri="{FF2B5EF4-FFF2-40B4-BE49-F238E27FC236}">
                <a16:creationId xmlns:a16="http://schemas.microsoft.com/office/drawing/2014/main" id="{97522DA4-5EE1-440C-ADDE-D7B4F77B4E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BC291E-B8EF-4ED7-A04A-23426C220CF0}"/>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867414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B818-E8D0-497B-9A7E-4F281D0DBC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E82B9D-CD58-4C05-8A78-CB6E0E9D49DC}"/>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4" name="Footer Placeholder 3">
            <a:extLst>
              <a:ext uri="{FF2B5EF4-FFF2-40B4-BE49-F238E27FC236}">
                <a16:creationId xmlns:a16="http://schemas.microsoft.com/office/drawing/2014/main" id="{BADE60CD-D6F3-40A7-BB8B-FEC8E3156A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02B832-C4FE-4F88-85EA-DDC16A82B9A9}"/>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2086514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75B2FC-801A-44A4-96BF-26A9E8B2A1C6}"/>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3" name="Footer Placeholder 2">
            <a:extLst>
              <a:ext uri="{FF2B5EF4-FFF2-40B4-BE49-F238E27FC236}">
                <a16:creationId xmlns:a16="http://schemas.microsoft.com/office/drawing/2014/main" id="{A8127F04-7E7E-485C-8B30-6B89E5A69F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933C81-AA74-4BCE-AA9E-56E5791D078C}"/>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883581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D3CB-0541-46AD-B35E-0E0A1375E8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F8EFDE-1D7D-46B8-AB55-A3C02EDD1888}"/>
              </a:ext>
            </a:extLst>
          </p:cNvPr>
          <p:cNvSpPr>
            <a:spLocks noGrp="1"/>
          </p:cNvSpPr>
          <p:nvPr>
            <p:ph idx="1"/>
          </p:nvPr>
        </p:nvSpPr>
        <p:spPr>
          <a:xfrm>
            <a:off x="5183188" y="457201"/>
            <a:ext cx="5652153" cy="5403850"/>
          </a:xfrm>
        </p:spPr>
        <p:txBody>
          <a:bodyPr/>
          <a:lstStyle>
            <a:lvl1pPr>
              <a:defRPr sz="3200"/>
            </a:lvl1pPr>
            <a:lvl2pPr>
              <a:defRPr sz="2800" b="1"/>
            </a:lvl2pPr>
            <a:lvl3pPr>
              <a:defRPr sz="2400" b="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6411D2F5-DB36-4943-8A14-96AFC48830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C07D4-6597-444C-9EFD-62021AE7618C}"/>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6" name="Footer Placeholder 5">
            <a:extLst>
              <a:ext uri="{FF2B5EF4-FFF2-40B4-BE49-F238E27FC236}">
                <a16:creationId xmlns:a16="http://schemas.microsoft.com/office/drawing/2014/main" id="{712D0D2C-70E8-4A24-9727-BEAF10B17D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9E0F6-7216-48A1-8BCA-770C6DE3875B}"/>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808003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BEBD-5F1A-4111-A7F2-1CE82C9A69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0517FB-4008-4F68-B193-482971BA72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606C5F-0885-458F-9B21-47E60171B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86F2E-B752-4D78-8DC4-C96A1A00E670}"/>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6" name="Footer Placeholder 5">
            <a:extLst>
              <a:ext uri="{FF2B5EF4-FFF2-40B4-BE49-F238E27FC236}">
                <a16:creationId xmlns:a16="http://schemas.microsoft.com/office/drawing/2014/main" id="{4FC37751-8BB8-4224-870A-A2953E760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42CE94-BD7E-44B3-9B5E-67D4BD317E99}"/>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984792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83CBE-1EA9-4E8B-A281-C50B792E55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2EB1A0-A59D-4CB9-BABB-C6BF1D2E99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E6265B-940D-433C-AD76-2D6A42449307}"/>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5" name="Footer Placeholder 4">
            <a:extLst>
              <a:ext uri="{FF2B5EF4-FFF2-40B4-BE49-F238E27FC236}">
                <a16:creationId xmlns:a16="http://schemas.microsoft.com/office/drawing/2014/main" id="{EDCAB98E-314F-45C4-9A64-AD3FAE051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49F32-B214-4A0C-8669-7FE4BA445965}"/>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4192520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DE4A6D-DAA1-4551-A093-3C36C1C8C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25FDA9-71CD-4B86-B291-BEBA43D8ED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9F5B1-B635-4479-A426-B1D4066502DB}"/>
              </a:ext>
            </a:extLst>
          </p:cNvPr>
          <p:cNvSpPr>
            <a:spLocks noGrp="1"/>
          </p:cNvSpPr>
          <p:nvPr>
            <p:ph type="dt" sz="half" idx="10"/>
          </p:nvPr>
        </p:nvSpPr>
        <p:spPr/>
        <p:txBody>
          <a:bodyPr/>
          <a:lstStyle/>
          <a:p>
            <a:fld id="{B5898F52-2787-4BA2-BBBC-9395E9F86D50}" type="datetimeFigureOut">
              <a:rPr lang="en-US" smtClean="0"/>
              <a:t>2/19/2024</a:t>
            </a:fld>
            <a:endParaRPr lang="en-US"/>
          </a:p>
        </p:txBody>
      </p:sp>
      <p:sp>
        <p:nvSpPr>
          <p:cNvPr id="5" name="Footer Placeholder 4">
            <a:extLst>
              <a:ext uri="{FF2B5EF4-FFF2-40B4-BE49-F238E27FC236}">
                <a16:creationId xmlns:a16="http://schemas.microsoft.com/office/drawing/2014/main" id="{6B833098-8769-47C3-80B2-C2942F984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A9297-65D4-45BE-BE6C-5531FC6A5E1E}"/>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392891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1AFD227-869A-489C-A9B5-3F0498DF3C0C}"/>
              </a:ext>
            </a:extLst>
          </p:cNvPr>
          <p:cNvGrpSpPr/>
          <p:nvPr/>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62704B34-199B-4964-9C78-3AB9735915AA}"/>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 name="Freeform 10">
              <a:extLst>
                <a:ext uri="{FF2B5EF4-FFF2-40B4-BE49-F238E27FC236}">
                  <a16:creationId xmlns:a16="http://schemas.microsoft.com/office/drawing/2014/main" id="{8B1E8DB8-017D-454E-849F-EE5742849FD4}"/>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15">
              <a:extLst>
                <a:ext uri="{FF2B5EF4-FFF2-40B4-BE49-F238E27FC236}">
                  <a16:creationId xmlns:a16="http://schemas.microsoft.com/office/drawing/2014/main" id="{16D80E5D-5099-41C4-A80A-1B1538C382FC}"/>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18">
              <a:extLst>
                <a:ext uri="{FF2B5EF4-FFF2-40B4-BE49-F238E27FC236}">
                  <a16:creationId xmlns:a16="http://schemas.microsoft.com/office/drawing/2014/main" id="{947751E1-E2F4-467E-B547-3BD4BAB7F560}"/>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 name="Freeform 19">
              <a:extLst>
                <a:ext uri="{FF2B5EF4-FFF2-40B4-BE49-F238E27FC236}">
                  <a16:creationId xmlns:a16="http://schemas.microsoft.com/office/drawing/2014/main" id="{55D8869B-B701-4268-9856-876345C8AE3F}"/>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20">
              <a:extLst>
                <a:ext uri="{FF2B5EF4-FFF2-40B4-BE49-F238E27FC236}">
                  <a16:creationId xmlns:a16="http://schemas.microsoft.com/office/drawing/2014/main" id="{A25CA59C-849F-4CE4-A9B0-293F98DE2C7C}"/>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22">
              <a:extLst>
                <a:ext uri="{FF2B5EF4-FFF2-40B4-BE49-F238E27FC236}">
                  <a16:creationId xmlns:a16="http://schemas.microsoft.com/office/drawing/2014/main" id="{FE000DB1-AAA1-4BFF-8F14-53624C2F9E0B}"/>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23">
              <a:extLst>
                <a:ext uri="{FF2B5EF4-FFF2-40B4-BE49-F238E27FC236}">
                  <a16:creationId xmlns:a16="http://schemas.microsoft.com/office/drawing/2014/main" id="{5EEFBC14-7E5B-47B2-B5E3-E90991F89191}"/>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26">
              <a:extLst>
                <a:ext uri="{FF2B5EF4-FFF2-40B4-BE49-F238E27FC236}">
                  <a16:creationId xmlns:a16="http://schemas.microsoft.com/office/drawing/2014/main" id="{00AFF6E4-A34A-4FD3-8C57-BB96114822D1}"/>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27">
              <a:extLst>
                <a:ext uri="{FF2B5EF4-FFF2-40B4-BE49-F238E27FC236}">
                  <a16:creationId xmlns:a16="http://schemas.microsoft.com/office/drawing/2014/main" id="{C63A8474-C075-4441-A0B3-52286EA50093}"/>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28">
              <a:extLst>
                <a:ext uri="{FF2B5EF4-FFF2-40B4-BE49-F238E27FC236}">
                  <a16:creationId xmlns:a16="http://schemas.microsoft.com/office/drawing/2014/main" id="{35DA4698-A2ED-4512-8887-F12D3F14372A}"/>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30">
              <a:extLst>
                <a:ext uri="{FF2B5EF4-FFF2-40B4-BE49-F238E27FC236}">
                  <a16:creationId xmlns:a16="http://schemas.microsoft.com/office/drawing/2014/main" id="{3358E118-D590-4E50-B21C-6CDAA1CCAFCB}"/>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43">
              <a:extLst>
                <a:ext uri="{FF2B5EF4-FFF2-40B4-BE49-F238E27FC236}">
                  <a16:creationId xmlns:a16="http://schemas.microsoft.com/office/drawing/2014/main" id="{F1EE889E-60FF-423F-ADCB-6CBEE853A040}"/>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1" name="Freeform 51">
              <a:extLst>
                <a:ext uri="{FF2B5EF4-FFF2-40B4-BE49-F238E27FC236}">
                  <a16:creationId xmlns:a16="http://schemas.microsoft.com/office/drawing/2014/main" id="{A4AA0634-0A7C-4A35-8EB7-775200F129FD}"/>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52">
              <a:extLst>
                <a:ext uri="{FF2B5EF4-FFF2-40B4-BE49-F238E27FC236}">
                  <a16:creationId xmlns:a16="http://schemas.microsoft.com/office/drawing/2014/main" id="{EBA21558-CAC3-445C-8882-5D4A0C6D2A0E}"/>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53">
              <a:extLst>
                <a:ext uri="{FF2B5EF4-FFF2-40B4-BE49-F238E27FC236}">
                  <a16:creationId xmlns:a16="http://schemas.microsoft.com/office/drawing/2014/main" id="{2E9415F1-5D31-4C25-9E26-203EEF500877}"/>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 name="Freeform 54">
              <a:extLst>
                <a:ext uri="{FF2B5EF4-FFF2-40B4-BE49-F238E27FC236}">
                  <a16:creationId xmlns:a16="http://schemas.microsoft.com/office/drawing/2014/main" id="{622FC1F6-879A-45BA-8752-08020C39CE29}"/>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 name="Freeform 55">
              <a:extLst>
                <a:ext uri="{FF2B5EF4-FFF2-40B4-BE49-F238E27FC236}">
                  <a16:creationId xmlns:a16="http://schemas.microsoft.com/office/drawing/2014/main" id="{BA09826C-58E2-48C5-9666-333326C2CA44}"/>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56">
              <a:extLst>
                <a:ext uri="{FF2B5EF4-FFF2-40B4-BE49-F238E27FC236}">
                  <a16:creationId xmlns:a16="http://schemas.microsoft.com/office/drawing/2014/main" id="{A6D3555F-4EA1-4EA7-9D08-2D75CE51927B}"/>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57">
              <a:extLst>
                <a:ext uri="{FF2B5EF4-FFF2-40B4-BE49-F238E27FC236}">
                  <a16:creationId xmlns:a16="http://schemas.microsoft.com/office/drawing/2014/main" id="{60FA20E8-EDAA-4310-B870-97807901AC18}"/>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 name="Freeform 59">
              <a:extLst>
                <a:ext uri="{FF2B5EF4-FFF2-40B4-BE49-F238E27FC236}">
                  <a16:creationId xmlns:a16="http://schemas.microsoft.com/office/drawing/2014/main" id="{F5552AA2-C2AB-4D59-B6EF-E8E5EE110E52}"/>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60">
              <a:extLst>
                <a:ext uri="{FF2B5EF4-FFF2-40B4-BE49-F238E27FC236}">
                  <a16:creationId xmlns:a16="http://schemas.microsoft.com/office/drawing/2014/main" id="{0BA267D0-8F6B-4803-B948-70E29B4587EB}"/>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0" name="Freeform 61">
              <a:extLst>
                <a:ext uri="{FF2B5EF4-FFF2-40B4-BE49-F238E27FC236}">
                  <a16:creationId xmlns:a16="http://schemas.microsoft.com/office/drawing/2014/main" id="{86E372A3-B9F4-4FEE-8B96-D9AD879E214E}"/>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1" name="Freeform 5">
              <a:extLst>
                <a:ext uri="{FF2B5EF4-FFF2-40B4-BE49-F238E27FC236}">
                  <a16:creationId xmlns:a16="http://schemas.microsoft.com/office/drawing/2014/main" id="{FF0C4564-5DA6-4224-A8B7-85CE1323DE8F}"/>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 name="Freeform 6">
              <a:extLst>
                <a:ext uri="{FF2B5EF4-FFF2-40B4-BE49-F238E27FC236}">
                  <a16:creationId xmlns:a16="http://schemas.microsoft.com/office/drawing/2014/main" id="{19F31D0D-C43D-4BB0-A13C-9524B84117D4}"/>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7">
              <a:extLst>
                <a:ext uri="{FF2B5EF4-FFF2-40B4-BE49-F238E27FC236}">
                  <a16:creationId xmlns:a16="http://schemas.microsoft.com/office/drawing/2014/main" id="{6B32FB03-B0FE-4731-BE41-C59AFB49FBF5}"/>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 name="Freeform 8">
              <a:extLst>
                <a:ext uri="{FF2B5EF4-FFF2-40B4-BE49-F238E27FC236}">
                  <a16:creationId xmlns:a16="http://schemas.microsoft.com/office/drawing/2014/main" id="{BDD5B6F0-1E17-4DCD-AE5F-ED8C48892FEF}"/>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 name="Freeform 9">
              <a:extLst>
                <a:ext uri="{FF2B5EF4-FFF2-40B4-BE49-F238E27FC236}">
                  <a16:creationId xmlns:a16="http://schemas.microsoft.com/office/drawing/2014/main" id="{0290BE17-E89B-4AF9-B3F6-AF4884D52467}"/>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11">
              <a:extLst>
                <a:ext uri="{FF2B5EF4-FFF2-40B4-BE49-F238E27FC236}">
                  <a16:creationId xmlns:a16="http://schemas.microsoft.com/office/drawing/2014/main" id="{85F63089-F77F-4F02-8417-AAC1847FBCA7}"/>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 name="Freeform 12">
              <a:extLst>
                <a:ext uri="{FF2B5EF4-FFF2-40B4-BE49-F238E27FC236}">
                  <a16:creationId xmlns:a16="http://schemas.microsoft.com/office/drawing/2014/main" id="{7B01CD5E-570F-4CBF-9904-94F30D928C54}"/>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 name="Freeform 13">
              <a:extLst>
                <a:ext uri="{FF2B5EF4-FFF2-40B4-BE49-F238E27FC236}">
                  <a16:creationId xmlns:a16="http://schemas.microsoft.com/office/drawing/2014/main" id="{7EE6A672-2915-4B03-99A9-9364D5F1521E}"/>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 name="Freeform 14">
              <a:extLst>
                <a:ext uri="{FF2B5EF4-FFF2-40B4-BE49-F238E27FC236}">
                  <a16:creationId xmlns:a16="http://schemas.microsoft.com/office/drawing/2014/main" id="{2136B643-14E1-443A-BC1C-06ADAE65C30F}"/>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 name="Freeform 16">
              <a:extLst>
                <a:ext uri="{FF2B5EF4-FFF2-40B4-BE49-F238E27FC236}">
                  <a16:creationId xmlns:a16="http://schemas.microsoft.com/office/drawing/2014/main" id="{867FA393-4F37-4E1A-870B-F96775FAB7E8}"/>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 name="Freeform 17">
              <a:extLst>
                <a:ext uri="{FF2B5EF4-FFF2-40B4-BE49-F238E27FC236}">
                  <a16:creationId xmlns:a16="http://schemas.microsoft.com/office/drawing/2014/main" id="{E225A1BE-FAD2-4764-A7E4-A6DA07D0573B}"/>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 name="Freeform 21">
              <a:extLst>
                <a:ext uri="{FF2B5EF4-FFF2-40B4-BE49-F238E27FC236}">
                  <a16:creationId xmlns:a16="http://schemas.microsoft.com/office/drawing/2014/main" id="{25D65388-C7E0-4C07-822A-03C5009C6D1E}"/>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 name="Freeform 25">
              <a:extLst>
                <a:ext uri="{FF2B5EF4-FFF2-40B4-BE49-F238E27FC236}">
                  <a16:creationId xmlns:a16="http://schemas.microsoft.com/office/drawing/2014/main" id="{E1D79822-C494-449C-B439-F437DAD4F218}"/>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 name="Freeform 29">
              <a:extLst>
                <a:ext uri="{FF2B5EF4-FFF2-40B4-BE49-F238E27FC236}">
                  <a16:creationId xmlns:a16="http://schemas.microsoft.com/office/drawing/2014/main" id="{CDB324E5-E8D9-40E3-BAB4-1F87E67E4F46}"/>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 name="Freeform 31">
              <a:extLst>
                <a:ext uri="{FF2B5EF4-FFF2-40B4-BE49-F238E27FC236}">
                  <a16:creationId xmlns:a16="http://schemas.microsoft.com/office/drawing/2014/main" id="{15404AB3-12EB-462E-85A2-AF4A7E91D729}"/>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 name="Freeform 32">
              <a:extLst>
                <a:ext uri="{FF2B5EF4-FFF2-40B4-BE49-F238E27FC236}">
                  <a16:creationId xmlns:a16="http://schemas.microsoft.com/office/drawing/2014/main" id="{228021CB-53B3-4BCC-A14C-0B6951FC971F}"/>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 name="Freeform 33">
              <a:extLst>
                <a:ext uri="{FF2B5EF4-FFF2-40B4-BE49-F238E27FC236}">
                  <a16:creationId xmlns:a16="http://schemas.microsoft.com/office/drawing/2014/main" id="{B353D0BC-00A6-4EA4-9311-9FCB88CC2021}"/>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 name="Freeform 34">
              <a:extLst>
                <a:ext uri="{FF2B5EF4-FFF2-40B4-BE49-F238E27FC236}">
                  <a16:creationId xmlns:a16="http://schemas.microsoft.com/office/drawing/2014/main" id="{0E001FD3-6EDD-47A3-9916-826E1595DAB3}"/>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9" name="Freeform 35">
              <a:extLst>
                <a:ext uri="{FF2B5EF4-FFF2-40B4-BE49-F238E27FC236}">
                  <a16:creationId xmlns:a16="http://schemas.microsoft.com/office/drawing/2014/main" id="{FE214D5B-D151-4E09-A01E-BEAAF9C679ED}"/>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0" name="Freeform 36">
              <a:extLst>
                <a:ext uri="{FF2B5EF4-FFF2-40B4-BE49-F238E27FC236}">
                  <a16:creationId xmlns:a16="http://schemas.microsoft.com/office/drawing/2014/main" id="{3024EF13-0A45-49DD-B0F4-FA3A5169EFFE}"/>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1" name="Freeform 37">
              <a:extLst>
                <a:ext uri="{FF2B5EF4-FFF2-40B4-BE49-F238E27FC236}">
                  <a16:creationId xmlns:a16="http://schemas.microsoft.com/office/drawing/2014/main" id="{95E0BDAE-48A7-4752-A150-74DA4BAE5E4B}"/>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2" name="Freeform 38">
              <a:extLst>
                <a:ext uri="{FF2B5EF4-FFF2-40B4-BE49-F238E27FC236}">
                  <a16:creationId xmlns:a16="http://schemas.microsoft.com/office/drawing/2014/main" id="{DE128EDB-3179-4F47-8B37-BEDE3B82FFC7}"/>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Freeform 39">
              <a:extLst>
                <a:ext uri="{FF2B5EF4-FFF2-40B4-BE49-F238E27FC236}">
                  <a16:creationId xmlns:a16="http://schemas.microsoft.com/office/drawing/2014/main" id="{E09CDD49-7B7B-42C0-A09E-6CFB3CDFF6A1}"/>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4" name="Freeform 40">
              <a:extLst>
                <a:ext uri="{FF2B5EF4-FFF2-40B4-BE49-F238E27FC236}">
                  <a16:creationId xmlns:a16="http://schemas.microsoft.com/office/drawing/2014/main" id="{93C5D839-4CD5-4165-9091-7D9B92CDC1D2}"/>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5" name="Freeform 41">
              <a:extLst>
                <a:ext uri="{FF2B5EF4-FFF2-40B4-BE49-F238E27FC236}">
                  <a16:creationId xmlns:a16="http://schemas.microsoft.com/office/drawing/2014/main" id="{3C7F638A-BB6D-4B24-A7F9-03BF8087459B}"/>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6" name="Freeform 42">
              <a:extLst>
                <a:ext uri="{FF2B5EF4-FFF2-40B4-BE49-F238E27FC236}">
                  <a16:creationId xmlns:a16="http://schemas.microsoft.com/office/drawing/2014/main" id="{5B59DB64-329B-45EA-8A67-4213A886B5B2}"/>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7" name="Freeform 44">
              <a:extLst>
                <a:ext uri="{FF2B5EF4-FFF2-40B4-BE49-F238E27FC236}">
                  <a16:creationId xmlns:a16="http://schemas.microsoft.com/office/drawing/2014/main" id="{D8DAB003-6484-4D1D-85AE-93FA09BC5EF5}"/>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8" name="Freeform 45">
              <a:extLst>
                <a:ext uri="{FF2B5EF4-FFF2-40B4-BE49-F238E27FC236}">
                  <a16:creationId xmlns:a16="http://schemas.microsoft.com/office/drawing/2014/main" id="{D49280A1-ACA8-4CD6-9012-AF12660F07E4}"/>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9" name="Freeform 46">
              <a:extLst>
                <a:ext uri="{FF2B5EF4-FFF2-40B4-BE49-F238E27FC236}">
                  <a16:creationId xmlns:a16="http://schemas.microsoft.com/office/drawing/2014/main" id="{C03EAE8C-6089-40E5-9361-2E266A1EEBA3}"/>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0" name="Freeform 47">
              <a:extLst>
                <a:ext uri="{FF2B5EF4-FFF2-40B4-BE49-F238E27FC236}">
                  <a16:creationId xmlns:a16="http://schemas.microsoft.com/office/drawing/2014/main" id="{02E3A077-F087-4E14-A13E-4E9D4369B1F6}"/>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1" name="Freeform 48">
              <a:extLst>
                <a:ext uri="{FF2B5EF4-FFF2-40B4-BE49-F238E27FC236}">
                  <a16:creationId xmlns:a16="http://schemas.microsoft.com/office/drawing/2014/main" id="{7CE4FAAA-45E7-4C86-B59A-F284B79EFD23}"/>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2" name="Freeform 49">
              <a:extLst>
                <a:ext uri="{FF2B5EF4-FFF2-40B4-BE49-F238E27FC236}">
                  <a16:creationId xmlns:a16="http://schemas.microsoft.com/office/drawing/2014/main" id="{E2689B62-CCA1-4EE5-B622-FBA516868916}"/>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 name="Freeform 8">
              <a:extLst>
                <a:ext uri="{FF2B5EF4-FFF2-40B4-BE49-F238E27FC236}">
                  <a16:creationId xmlns:a16="http://schemas.microsoft.com/office/drawing/2014/main" id="{113638EE-3BCF-4315-A329-3C6766A3890B}"/>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 name="Freeform 106">
              <a:extLst>
                <a:ext uri="{FF2B5EF4-FFF2-40B4-BE49-F238E27FC236}">
                  <a16:creationId xmlns:a16="http://schemas.microsoft.com/office/drawing/2014/main" id="{4FB36B8F-335B-40F2-83BB-C2B2689DC2E9}"/>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itle Placeholder 1">
            <a:extLst>
              <a:ext uri="{FF2B5EF4-FFF2-40B4-BE49-F238E27FC236}">
                <a16:creationId xmlns:a16="http://schemas.microsoft.com/office/drawing/2014/main" id="{7A05E913-A9D9-4639-B104-1F07A4AF6A56}"/>
              </a:ext>
            </a:extLst>
          </p:cNvPr>
          <p:cNvSpPr>
            <a:spLocks noGrp="1"/>
          </p:cNvSpPr>
          <p:nvPr>
            <p:ph type="title"/>
          </p:nvPr>
        </p:nvSpPr>
        <p:spPr>
          <a:xfrm>
            <a:off x="1069848" y="502920"/>
            <a:ext cx="9634011" cy="1325563"/>
          </a:xfrm>
          <a:prstGeom prst="rect">
            <a:avLst/>
          </a:prstGeom>
        </p:spPr>
        <p:txBody>
          <a:bodyPr lIns="109728" tIns="109728" rIns="109728" bIns="91440" anchor="ctr"/>
          <a:lstStyle/>
          <a:p>
            <a:r>
              <a:rPr lang="en-US" dirty="0"/>
              <a:t>Click to edit Master title style</a:t>
            </a:r>
          </a:p>
        </p:txBody>
      </p:sp>
      <p:sp>
        <p:nvSpPr>
          <p:cNvPr id="3" name="Text Placeholder 2">
            <a:extLst>
              <a:ext uri="{FF2B5EF4-FFF2-40B4-BE49-F238E27FC236}">
                <a16:creationId xmlns:a16="http://schemas.microsoft.com/office/drawing/2014/main" id="{09940CEB-B6D7-46E6-9843-51534214017A}"/>
              </a:ext>
            </a:extLst>
          </p:cNvPr>
          <p:cNvSpPr>
            <a:spLocks noGrp="1"/>
          </p:cNvSpPr>
          <p:nvPr>
            <p:ph type="body" idx="1"/>
          </p:nvPr>
        </p:nvSpPr>
        <p:spPr>
          <a:xfrm>
            <a:off x="1069848" y="1874520"/>
            <a:ext cx="9634011" cy="4351338"/>
          </a:xfrm>
          <a:prstGeom prst="rect">
            <a:avLst/>
          </a:prstGeom>
        </p:spPr>
        <p:txBody>
          <a:bodyPr lIns="109728" tIns="109728" rIns="109728" bIns="9144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5BAC8B5-8DFB-4920-8580-54824C831A94}"/>
              </a:ext>
            </a:extLst>
          </p:cNvPr>
          <p:cNvSpPr>
            <a:spLocks noGrp="1"/>
          </p:cNvSpPr>
          <p:nvPr>
            <p:ph type="dt" sz="half" idx="2"/>
          </p:nvPr>
        </p:nvSpPr>
        <p:spPr>
          <a:xfrm>
            <a:off x="173736" y="6382512"/>
            <a:ext cx="2845901" cy="365125"/>
          </a:xfrm>
          <a:prstGeom prst="rect">
            <a:avLst/>
          </a:prstGeom>
        </p:spPr>
        <p:txBody>
          <a:bodyPr lIns="109728" tIns="109728" rIns="109728" bIns="91440" anchor="ctr"/>
          <a:lstStyle>
            <a:lvl1pPr algn="l">
              <a:defRPr sz="1050">
                <a:solidFill>
                  <a:schemeClr val="tx2"/>
                </a:solidFill>
              </a:defRPr>
            </a:lvl1pPr>
          </a:lstStyle>
          <a:p>
            <a:fld id="{B5898F52-2787-4BA2-BBBC-9395E9F86D50}" type="datetimeFigureOut">
              <a:rPr lang="en-US" smtClean="0"/>
              <a:pPr/>
              <a:t>2/19/2024</a:t>
            </a:fld>
            <a:endParaRPr lang="en-US" dirty="0"/>
          </a:p>
        </p:txBody>
      </p:sp>
      <p:sp>
        <p:nvSpPr>
          <p:cNvPr id="5" name="Footer Placeholder 4">
            <a:extLst>
              <a:ext uri="{FF2B5EF4-FFF2-40B4-BE49-F238E27FC236}">
                <a16:creationId xmlns:a16="http://schemas.microsoft.com/office/drawing/2014/main" id="{3A9E2D5D-B616-4048-9CB8-4D316BBDB1FB}"/>
              </a:ext>
            </a:extLst>
          </p:cNvPr>
          <p:cNvSpPr>
            <a:spLocks noGrp="1"/>
          </p:cNvSpPr>
          <p:nvPr>
            <p:ph type="ftr" sz="quarter" idx="3"/>
          </p:nvPr>
        </p:nvSpPr>
        <p:spPr>
          <a:xfrm rot="5400000">
            <a:off x="-1754871" y="2093199"/>
            <a:ext cx="4157472" cy="416082"/>
          </a:xfrm>
          <a:prstGeom prst="rect">
            <a:avLst/>
          </a:prstGeom>
        </p:spPr>
        <p:txBody>
          <a:bodyPr lIns="109728" tIns="109728" rIns="109728" bIns="91440" anchor="ctr"/>
          <a:lstStyle>
            <a:lvl1pPr algn="l">
              <a:defRPr sz="105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63F322F0-8F3D-4AC5-9873-24666D0E0D34}"/>
              </a:ext>
            </a:extLst>
          </p:cNvPr>
          <p:cNvSpPr>
            <a:spLocks noGrp="1"/>
          </p:cNvSpPr>
          <p:nvPr>
            <p:ph type="sldNum" sz="quarter" idx="4"/>
          </p:nvPr>
        </p:nvSpPr>
        <p:spPr>
          <a:xfrm>
            <a:off x="11457919" y="6382512"/>
            <a:ext cx="500997" cy="365125"/>
          </a:xfrm>
          <a:prstGeom prst="rect">
            <a:avLst/>
          </a:prstGeom>
        </p:spPr>
        <p:txBody>
          <a:bodyPr lIns="109728" tIns="109728" rIns="109728" bIns="91440" anchor="ctr"/>
          <a:lstStyle>
            <a:lvl1pPr algn="r">
              <a:defRPr sz="1050">
                <a:solidFill>
                  <a:schemeClr val="tx2"/>
                </a:solidFill>
              </a:defRPr>
            </a:lvl1pPr>
          </a:lstStyle>
          <a:p>
            <a:fld id="{4C8B8A27-DF03-4546-BA93-21C967D57E5C}" type="slidenum">
              <a:rPr lang="en-US" smtClean="0"/>
              <a:pPr/>
              <a:t>‹#›</a:t>
            </a:fld>
            <a:endParaRPr lang="en-US"/>
          </a:p>
        </p:txBody>
      </p:sp>
    </p:spTree>
    <p:extLst>
      <p:ext uri="{BB962C8B-B14F-4D97-AF65-F5344CB8AC3E}">
        <p14:creationId xmlns:p14="http://schemas.microsoft.com/office/powerpoint/2010/main" val="417979030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17" r:id="rId6"/>
    <p:sldLayoutId id="2147483713" r:id="rId7"/>
    <p:sldLayoutId id="2147483714" r:id="rId8"/>
    <p:sldLayoutId id="2147483715" r:id="rId9"/>
    <p:sldLayoutId id="2147483716" r:id="rId10"/>
    <p:sldLayoutId id="2147483718" r:id="rId11"/>
  </p:sldLayoutIdLst>
  <p:txStyles>
    <p:titleStyle>
      <a:lvl1pPr algn="l" defTabSz="914400" rtl="0" eaLnBrk="1" latinLnBrk="0" hangingPunct="1">
        <a:lnSpc>
          <a:spcPct val="100000"/>
        </a:lnSpc>
        <a:spcBef>
          <a:spcPct val="0"/>
        </a:spcBef>
        <a:buNone/>
        <a:defRPr sz="4000" b="1" kern="1200" spc="120">
          <a:solidFill>
            <a:schemeClr val="tx2"/>
          </a:solidFill>
          <a:latin typeface="+mj-lt"/>
          <a:ea typeface="+mj-ea"/>
          <a:cs typeface="+mj-cs"/>
        </a:defRPr>
      </a:lvl1pPr>
    </p:titleStyle>
    <p:bodyStyle>
      <a:lvl1pPr marL="228600" indent="-228600" algn="l" defTabSz="914400" rtl="0" eaLnBrk="1" latinLnBrk="0" hangingPunct="1">
        <a:lnSpc>
          <a:spcPct val="150000"/>
        </a:lnSpc>
        <a:spcBef>
          <a:spcPts val="1000"/>
        </a:spcBef>
        <a:buClr>
          <a:schemeClr val="bg2">
            <a:lumMod val="75000"/>
          </a:schemeClr>
        </a:buClr>
        <a:buFont typeface="Arial" panose="020B0604020202020204" pitchFamily="34" charset="0"/>
        <a:buChar char="•"/>
        <a:defRPr sz="2000" kern="1200" spc="110">
          <a:solidFill>
            <a:schemeClr val="tx2"/>
          </a:solidFill>
          <a:latin typeface="+mn-lt"/>
          <a:ea typeface="+mn-ea"/>
          <a:cs typeface="+mn-cs"/>
        </a:defRPr>
      </a:lvl1pPr>
      <a:lvl2pPr marL="228600" indent="0" algn="l" defTabSz="914400" rtl="0" eaLnBrk="1" latinLnBrk="0" hangingPunct="1">
        <a:lnSpc>
          <a:spcPct val="150000"/>
        </a:lnSpc>
        <a:spcBef>
          <a:spcPts val="500"/>
        </a:spcBef>
        <a:buClr>
          <a:schemeClr val="bg2">
            <a:lumMod val="75000"/>
          </a:schemeClr>
        </a:buClr>
        <a:buFontTx/>
        <a:buNone/>
        <a:defRPr sz="1800" kern="1200" spc="110">
          <a:solidFill>
            <a:schemeClr val="tx2"/>
          </a:solidFill>
          <a:latin typeface="+mn-lt"/>
          <a:ea typeface="+mn-ea"/>
          <a:cs typeface="+mn-cs"/>
        </a:defRPr>
      </a:lvl2pPr>
      <a:lvl3pPr marL="54864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600" b="1" kern="1200" spc="110">
          <a:solidFill>
            <a:schemeClr val="tx2"/>
          </a:solidFill>
          <a:latin typeface="+mn-lt"/>
          <a:ea typeface="+mn-ea"/>
          <a:cs typeface="+mn-cs"/>
        </a:defRPr>
      </a:lvl3pPr>
      <a:lvl4pPr marL="548640" indent="0" algn="l" defTabSz="914400" rtl="0" eaLnBrk="1" latinLnBrk="0" hangingPunct="1">
        <a:lnSpc>
          <a:spcPct val="150000"/>
        </a:lnSpc>
        <a:spcBef>
          <a:spcPts val="500"/>
        </a:spcBef>
        <a:buClr>
          <a:schemeClr val="bg2">
            <a:lumMod val="75000"/>
          </a:schemeClr>
        </a:buClr>
        <a:buFontTx/>
        <a:buNone/>
        <a:defRPr sz="1400" kern="1200" spc="110">
          <a:solidFill>
            <a:schemeClr val="tx2"/>
          </a:solidFill>
          <a:latin typeface="+mn-lt"/>
          <a:ea typeface="+mn-ea"/>
          <a:cs typeface="+mn-cs"/>
        </a:defRPr>
      </a:lvl4pPr>
      <a:lvl5pPr marL="83439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400" kern="1200" spc="11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google.com/search?sca_esv=ffb514d24184130b&amp;sxsrf=ACQVn0-rIbiyyPPETTlPsWoNti_RjOQD9A:1708405068524&amp;q=aloha+airlines+flight+243+number+of+deaths&amp;stick=H4sIAAAAAAAAAOPgE-LUz9U3MEpLsizR0swot9JPzs_JSU0uyczP00_JLE4sLkktKrbKK81NSi1SyE9TSElNLMkoXsSqlZiTn5GokJhZlJOZl1qskJaTmZ5RomBkYqyArhgAKSDCuGUAAAA&amp;sa=X&amp;ved=2ahUKEwjdpvfpkLmEAxUsUGwGHUDUDXIQ6BMoAHoECE4QAg" TargetMode="External"/><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https://www.google.com/search?sca_esv=ffb514d24184130b&amp;sxsrf=ACQVn0-rIbiyyPPETTlPsWoNti_RjOQD9A:1708405068524&amp;q=aloha+airlines+flight+243+injuries+nonfatal&amp;stick=H4sIAAAAAAAAAD3KsQ2DQAwAwCoSaVIwgWsoPoI0YRtD_HkjY0tvI_ZhUjquvubVPtOW3kOev9H15ZjSYiK0BJumHzt6UPVJ922mCpaBdd0rk5-PHsUKAnIVVnLIwv8SMHzGO4GaZgyUC3upCyJoAAAA&amp;sa=X&amp;ved=2ahUKEwjdpvfpkLmEAxUsUGwGHUDUDXIQ6BMoAHoECFIQAg"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searchgate.net/publication/362731719_Fatigue_Studies_in_Aviation_in_Light_of_the_1988_Aloha_Airlines_Incident" TargetMode="External"/><Relationship Id="rId2" Type="http://schemas.openxmlformats.org/officeDocument/2006/relationships/hyperlink" Target="https://stonybrook.digication.com/weixiangfang/Additional_Material_and_Failure_Case_Study?fbclid=IwAR3sxmU-8Nw0yVB_i1HQLrFxvOYwroIkXM1cdqo2_C3PZSCeFDmTuduemHY" TargetMode="External"/><Relationship Id="rId1" Type="http://schemas.openxmlformats.org/officeDocument/2006/relationships/slideLayout" Target="../slideLayouts/slideLayout2.xml"/><Relationship Id="rId5" Type="http://schemas.openxmlformats.org/officeDocument/2006/relationships/hyperlink" Target="https://www.ntsb.gov/investigations/AccidentReports/Reports/AAR8903.pdf?fbclid=IwAR2a6HdlCQ4iEvJYgDm7jXZv6z3OEYfFFi1SChmGCoD_rQLK9OydMjqWfXU" TargetMode="External"/><Relationship Id="rId4" Type="http://schemas.openxmlformats.org/officeDocument/2006/relationships/hyperlink" Target="https://master-dissertation.com/essays/case-studies/case-study-analysis-aloha-airlines-flight-243.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4" name="Rectangle 123">
            <a:extLst>
              <a:ext uri="{FF2B5EF4-FFF2-40B4-BE49-F238E27FC236}">
                <a16:creationId xmlns:a16="http://schemas.microsoft.com/office/drawing/2014/main" id="{945D478C-A9A5-4832-89D8-703607711B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68"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0FB7F7C0-216C-466B-8AF5-7744BB340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74" y="4764840"/>
            <a:ext cx="12205536" cy="20931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644829" y="5082748"/>
            <a:ext cx="8895351" cy="812767"/>
          </a:xfrm>
        </p:spPr>
        <p:txBody>
          <a:bodyPr>
            <a:normAutofit/>
          </a:bodyPr>
          <a:lstStyle/>
          <a:p>
            <a:r>
              <a:rPr lang="en-US" sz="4000">
                <a:cs typeface="Calibri Light"/>
              </a:rPr>
              <a:t>A Case Study in Material Failure</a:t>
            </a:r>
            <a:endParaRPr lang="en-US" sz="4000"/>
          </a:p>
        </p:txBody>
      </p:sp>
      <p:sp>
        <p:nvSpPr>
          <p:cNvPr id="3" name="Subtitle 2"/>
          <p:cNvSpPr>
            <a:spLocks noGrp="1"/>
          </p:cNvSpPr>
          <p:nvPr>
            <p:ph type="subTitle" idx="1"/>
          </p:nvPr>
        </p:nvSpPr>
        <p:spPr>
          <a:xfrm>
            <a:off x="2918357" y="5972350"/>
            <a:ext cx="6200489" cy="606527"/>
          </a:xfrm>
        </p:spPr>
        <p:txBody>
          <a:bodyPr vert="horz" lIns="91440" tIns="45720" rIns="91440" bIns="45720" rtlCol="0">
            <a:normAutofit/>
          </a:bodyPr>
          <a:lstStyle/>
          <a:p>
            <a:pPr>
              <a:lnSpc>
                <a:spcPct val="140000"/>
              </a:lnSpc>
            </a:pPr>
            <a:r>
              <a:rPr lang="en-US" sz="1000" b="1">
                <a:cs typeface="Calibri"/>
              </a:rPr>
              <a:t>Understanding the catastrophic consequences of fatigue and Corrosion</a:t>
            </a:r>
            <a:endParaRPr lang="en-US" sz="1000" b="1">
              <a:ea typeface="Yu Gothic"/>
            </a:endParaRPr>
          </a:p>
          <a:p>
            <a:pPr>
              <a:lnSpc>
                <a:spcPct val="140000"/>
              </a:lnSpc>
            </a:pPr>
            <a:endParaRPr lang="en-US" sz="1000" b="1">
              <a:ea typeface="Yu Gothic"/>
              <a:cs typeface="Calibri"/>
            </a:endParaRPr>
          </a:p>
        </p:txBody>
      </p:sp>
      <p:pic>
        <p:nvPicPr>
          <p:cNvPr id="4" name="Picture 3" descr="A group of people sitting on an airplane&#10;&#10;Description automatically generated">
            <a:extLst>
              <a:ext uri="{FF2B5EF4-FFF2-40B4-BE49-F238E27FC236}">
                <a16:creationId xmlns:a16="http://schemas.microsoft.com/office/drawing/2014/main" id="{86886297-F10D-8EA9-0C4F-8E4B33CD41DF}"/>
              </a:ext>
            </a:extLst>
          </p:cNvPr>
          <p:cNvPicPr>
            <a:picLocks noChangeAspect="1"/>
          </p:cNvPicPr>
          <p:nvPr/>
        </p:nvPicPr>
        <p:blipFill>
          <a:blip r:embed="rId2"/>
          <a:stretch>
            <a:fillRect/>
          </a:stretch>
        </p:blipFill>
        <p:spPr>
          <a:xfrm>
            <a:off x="3052751" y="649174"/>
            <a:ext cx="6160751" cy="3053935"/>
          </a:xfrm>
          <a:prstGeom prst="rect">
            <a:avLst/>
          </a:prstGeom>
        </p:spPr>
      </p:pic>
      <p:grpSp>
        <p:nvGrpSpPr>
          <p:cNvPr id="128" name="Group 127">
            <a:extLst>
              <a:ext uri="{FF2B5EF4-FFF2-40B4-BE49-F238E27FC236}">
                <a16:creationId xmlns:a16="http://schemas.microsoft.com/office/drawing/2014/main" id="{67A83510-2790-4866-911D-2E1588DF5F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459" y="4517731"/>
            <a:ext cx="12157773" cy="494218"/>
            <a:chOff x="18956" y="5952517"/>
            <a:chExt cx="12157773" cy="494218"/>
          </a:xfrm>
          <a:solidFill>
            <a:schemeClr val="bg2">
              <a:lumMod val="90000"/>
            </a:schemeClr>
          </a:solidFill>
        </p:grpSpPr>
        <p:sp>
          <p:nvSpPr>
            <p:cNvPr id="129" name="Freeform 10">
              <a:extLst>
                <a:ext uri="{FF2B5EF4-FFF2-40B4-BE49-F238E27FC236}">
                  <a16:creationId xmlns:a16="http://schemas.microsoft.com/office/drawing/2014/main" id="{DAB74ACE-7603-4829-88FE-C3C2B05EBD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637219" y="6356157"/>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0" name="Freeform 15">
              <a:extLst>
                <a:ext uri="{FF2B5EF4-FFF2-40B4-BE49-F238E27FC236}">
                  <a16:creationId xmlns:a16="http://schemas.microsoft.com/office/drawing/2014/main" id="{DE3E37A0-8723-42F4-9435-F06BD01914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139192" y="6359421"/>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1" name="Freeform 18">
              <a:extLst>
                <a:ext uri="{FF2B5EF4-FFF2-40B4-BE49-F238E27FC236}">
                  <a16:creationId xmlns:a16="http://schemas.microsoft.com/office/drawing/2014/main" id="{0C5FE567-8965-4799-B1E6-8A6E1A8488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384660" y="6368396"/>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2" name="Freeform 22">
              <a:extLst>
                <a:ext uri="{FF2B5EF4-FFF2-40B4-BE49-F238E27FC236}">
                  <a16:creationId xmlns:a16="http://schemas.microsoft.com/office/drawing/2014/main" id="{BA3FF2FD-6394-4F97-B186-BD4A98C619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653573" y="6308012"/>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3" name="Freeform 8">
              <a:extLst>
                <a:ext uri="{FF2B5EF4-FFF2-40B4-BE49-F238E27FC236}">
                  <a16:creationId xmlns:a16="http://schemas.microsoft.com/office/drawing/2014/main" id="{1A361C9F-AD97-4338-B557-8766AFD033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8956" y="5956599"/>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4" name="Freeform 19">
              <a:extLst>
                <a:ext uri="{FF2B5EF4-FFF2-40B4-BE49-F238E27FC236}">
                  <a16:creationId xmlns:a16="http://schemas.microsoft.com/office/drawing/2014/main" id="{F4FAA936-A80F-43B5-8A7D-17CC7CF771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709370" y="6291575"/>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5" name="Freeform 20">
              <a:extLst>
                <a:ext uri="{FF2B5EF4-FFF2-40B4-BE49-F238E27FC236}">
                  <a16:creationId xmlns:a16="http://schemas.microsoft.com/office/drawing/2014/main" id="{21246F32-1BA7-40E4-9AF9-CA517D4413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452381" y="6295774"/>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6" name="Freeform 23">
              <a:extLst>
                <a:ext uri="{FF2B5EF4-FFF2-40B4-BE49-F238E27FC236}">
                  <a16:creationId xmlns:a16="http://schemas.microsoft.com/office/drawing/2014/main" id="{C18EE8CE-BCF9-4C64-B335-C7830B03F3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883090" y="6322699"/>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7" name="Freeform 26">
              <a:extLst>
                <a:ext uri="{FF2B5EF4-FFF2-40B4-BE49-F238E27FC236}">
                  <a16:creationId xmlns:a16="http://schemas.microsoft.com/office/drawing/2014/main" id="{64AC2B2B-568F-4175-8D84-AD8F6B563F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404559" y="6308010"/>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8" name="Freeform 27">
              <a:extLst>
                <a:ext uri="{FF2B5EF4-FFF2-40B4-BE49-F238E27FC236}">
                  <a16:creationId xmlns:a16="http://schemas.microsoft.com/office/drawing/2014/main" id="{D9C6CF5C-8CF6-4274-86E0-CAF4A31F43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937280" y="6282192"/>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39" name="Freeform 28">
              <a:extLst>
                <a:ext uri="{FF2B5EF4-FFF2-40B4-BE49-F238E27FC236}">
                  <a16:creationId xmlns:a16="http://schemas.microsoft.com/office/drawing/2014/main" id="{3BFC56A2-55B3-432A-BD3B-4B2423A683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194538" y="6290059"/>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0" name="Freeform 30">
              <a:extLst>
                <a:ext uri="{FF2B5EF4-FFF2-40B4-BE49-F238E27FC236}">
                  <a16:creationId xmlns:a16="http://schemas.microsoft.com/office/drawing/2014/main" id="{BB036CEA-B307-404A-89D6-9414F417D2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742191" y="6338204"/>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1" name="Freeform 43">
              <a:extLst>
                <a:ext uri="{FF2B5EF4-FFF2-40B4-BE49-F238E27FC236}">
                  <a16:creationId xmlns:a16="http://schemas.microsoft.com/office/drawing/2014/main" id="{CB37E5F5-B903-4611-A739-0B7FBE8510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902106" y="6043523"/>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2" name="Freeform 51">
              <a:extLst>
                <a:ext uri="{FF2B5EF4-FFF2-40B4-BE49-F238E27FC236}">
                  <a16:creationId xmlns:a16="http://schemas.microsoft.com/office/drawing/2014/main" id="{B1012F2B-A8F1-4FD5-8E6F-1CC97D0AA8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710297" y="6035458"/>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3" name="Freeform 52">
              <a:extLst>
                <a:ext uri="{FF2B5EF4-FFF2-40B4-BE49-F238E27FC236}">
                  <a16:creationId xmlns:a16="http://schemas.microsoft.com/office/drawing/2014/main" id="{C04C6E0B-838E-4B10-91CA-29C498382A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277444" y="6038724"/>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4" name="Freeform 53">
              <a:extLst>
                <a:ext uri="{FF2B5EF4-FFF2-40B4-BE49-F238E27FC236}">
                  <a16:creationId xmlns:a16="http://schemas.microsoft.com/office/drawing/2014/main" id="{15D6CFEB-4FC5-45C3-8BDF-95EAD1EDFC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471034" y="6035460"/>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5" name="Freeform 54">
              <a:extLst>
                <a:ext uri="{FF2B5EF4-FFF2-40B4-BE49-F238E27FC236}">
                  <a16:creationId xmlns:a16="http://schemas.microsoft.com/office/drawing/2014/main" id="{EA8E01BA-7055-4707-906A-F08E2E2535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094009" y="6011795"/>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6" name="Freeform 55">
              <a:extLst>
                <a:ext uri="{FF2B5EF4-FFF2-40B4-BE49-F238E27FC236}">
                  <a16:creationId xmlns:a16="http://schemas.microsoft.com/office/drawing/2014/main" id="{CDA2DE76-0D5E-4F6F-95E7-508B725F8A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264556" y="6041988"/>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7" name="Freeform 56">
              <a:extLst>
                <a:ext uri="{FF2B5EF4-FFF2-40B4-BE49-F238E27FC236}">
                  <a16:creationId xmlns:a16="http://schemas.microsoft.com/office/drawing/2014/main" id="{669578C5-3D06-4B77-A897-A014B441B5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392340" y="5985586"/>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8" name="Freeform 57">
              <a:extLst>
                <a:ext uri="{FF2B5EF4-FFF2-40B4-BE49-F238E27FC236}">
                  <a16:creationId xmlns:a16="http://schemas.microsoft.com/office/drawing/2014/main" id="{85AA3005-AAD0-4587-B352-ECD937D61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037697" y="6020771"/>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49" name="Freeform 59">
              <a:extLst>
                <a:ext uri="{FF2B5EF4-FFF2-40B4-BE49-F238E27FC236}">
                  <a16:creationId xmlns:a16="http://schemas.microsoft.com/office/drawing/2014/main" id="{B4E9730F-E8B1-4F7C-BA99-3B3016F104E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473186" y="605207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0" name="Freeform 60">
              <a:extLst>
                <a:ext uri="{FF2B5EF4-FFF2-40B4-BE49-F238E27FC236}">
                  <a16:creationId xmlns:a16="http://schemas.microsoft.com/office/drawing/2014/main" id="{A8922D05-C325-4918-84E6-1C62AD7BE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825017" y="6002818"/>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1" name="Freeform 61">
              <a:extLst>
                <a:ext uri="{FF2B5EF4-FFF2-40B4-BE49-F238E27FC236}">
                  <a16:creationId xmlns:a16="http://schemas.microsoft.com/office/drawing/2014/main" id="{38DD42E8-8604-45E3-99FE-72D479AF2C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572460" y="5957121"/>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2" name="Freeform 5">
              <a:extLst>
                <a:ext uri="{FF2B5EF4-FFF2-40B4-BE49-F238E27FC236}">
                  <a16:creationId xmlns:a16="http://schemas.microsoft.com/office/drawing/2014/main" id="{2E946C70-11C9-4C85-BE3B-1149117F38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908414" y="6286792"/>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3" name="Freeform 6">
              <a:extLst>
                <a:ext uri="{FF2B5EF4-FFF2-40B4-BE49-F238E27FC236}">
                  <a16:creationId xmlns:a16="http://schemas.microsoft.com/office/drawing/2014/main" id="{48F637C4-CFB7-4421-9DAB-6730244B2C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634353" y="6266141"/>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4" name="Freeform 7">
              <a:extLst>
                <a:ext uri="{FF2B5EF4-FFF2-40B4-BE49-F238E27FC236}">
                  <a16:creationId xmlns:a16="http://schemas.microsoft.com/office/drawing/2014/main" id="{6E137FD9-DCB4-4E5A-960B-350C3627EE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177783" y="6246129"/>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5" name="Freeform 8">
              <a:extLst>
                <a:ext uri="{FF2B5EF4-FFF2-40B4-BE49-F238E27FC236}">
                  <a16:creationId xmlns:a16="http://schemas.microsoft.com/office/drawing/2014/main" id="{9DCD8437-9BFD-44B4-AAC8-75388190F2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982245" y="6242949"/>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6" name="Freeform 9">
              <a:extLst>
                <a:ext uri="{FF2B5EF4-FFF2-40B4-BE49-F238E27FC236}">
                  <a16:creationId xmlns:a16="http://schemas.microsoft.com/office/drawing/2014/main" id="{C9EEBF9B-D5F1-4EE3-A46A-A5A5E396A4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268040" y="6282192"/>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7" name="Freeform 11">
              <a:extLst>
                <a:ext uri="{FF2B5EF4-FFF2-40B4-BE49-F238E27FC236}">
                  <a16:creationId xmlns:a16="http://schemas.microsoft.com/office/drawing/2014/main" id="{3A77B17D-E4D2-444B-8D75-F0171A3E85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510851" y="6246285"/>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8" name="Freeform 12">
              <a:extLst>
                <a:ext uri="{FF2B5EF4-FFF2-40B4-BE49-F238E27FC236}">
                  <a16:creationId xmlns:a16="http://schemas.microsoft.com/office/drawing/2014/main" id="{5FDB9442-6054-49E2-948E-D30AD9E09F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028371" y="6264238"/>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59" name="Freeform 13">
              <a:extLst>
                <a:ext uri="{FF2B5EF4-FFF2-40B4-BE49-F238E27FC236}">
                  <a16:creationId xmlns:a16="http://schemas.microsoft.com/office/drawing/2014/main" id="{3E1DF8B7-7CB2-4181-8525-4EE2D5D9EE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656011" y="6301648"/>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0" name="Freeform 14">
              <a:extLst>
                <a:ext uri="{FF2B5EF4-FFF2-40B4-BE49-F238E27FC236}">
                  <a16:creationId xmlns:a16="http://schemas.microsoft.com/office/drawing/2014/main" id="{4B3B2382-7947-4BAF-BF2F-830393F8EF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333279" y="6267101"/>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1" name="Freeform 16">
              <a:extLst>
                <a:ext uri="{FF2B5EF4-FFF2-40B4-BE49-F238E27FC236}">
                  <a16:creationId xmlns:a16="http://schemas.microsoft.com/office/drawing/2014/main" id="{AC95E7F5-BA75-4053-AC8F-81ACC42626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773156" y="6239757"/>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2" name="Freeform 17">
              <a:extLst>
                <a:ext uri="{FF2B5EF4-FFF2-40B4-BE49-F238E27FC236}">
                  <a16:creationId xmlns:a16="http://schemas.microsoft.com/office/drawing/2014/main" id="{8D431126-FDB6-42AF-BC9E-58E4C417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398709" y="6264239"/>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3" name="Freeform 21">
              <a:extLst>
                <a:ext uri="{FF2B5EF4-FFF2-40B4-BE49-F238E27FC236}">
                  <a16:creationId xmlns:a16="http://schemas.microsoft.com/office/drawing/2014/main" id="{4AA2BE9B-BD88-4958-B98E-7363A0FD5C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47787" y="6218542"/>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4" name="Freeform 25">
              <a:extLst>
                <a:ext uri="{FF2B5EF4-FFF2-40B4-BE49-F238E27FC236}">
                  <a16:creationId xmlns:a16="http://schemas.microsoft.com/office/drawing/2014/main" id="{BA18EADE-8501-4251-ADCD-EB02B73DF1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90115" y="6200589"/>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5" name="Freeform 29">
              <a:extLst>
                <a:ext uri="{FF2B5EF4-FFF2-40B4-BE49-F238E27FC236}">
                  <a16:creationId xmlns:a16="http://schemas.microsoft.com/office/drawing/2014/main" id="{D1886B2F-FFB5-4032-A012-EAE8464DDA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11181" y="6179372"/>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6" name="Freeform 31">
              <a:extLst>
                <a:ext uri="{FF2B5EF4-FFF2-40B4-BE49-F238E27FC236}">
                  <a16:creationId xmlns:a16="http://schemas.microsoft.com/office/drawing/2014/main" id="{65048464-3972-4F85-858C-BD0D6CC8A6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543201" y="6241343"/>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7" name="Freeform 32">
              <a:extLst>
                <a:ext uri="{FF2B5EF4-FFF2-40B4-BE49-F238E27FC236}">
                  <a16:creationId xmlns:a16="http://schemas.microsoft.com/office/drawing/2014/main" id="{9B136B45-B116-4EA4-802D-0D9EC238C9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406775" y="5979446"/>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8" name="Freeform 33">
              <a:extLst>
                <a:ext uri="{FF2B5EF4-FFF2-40B4-BE49-F238E27FC236}">
                  <a16:creationId xmlns:a16="http://schemas.microsoft.com/office/drawing/2014/main" id="{F7DA7C34-DDA0-41AB-A47F-E981F63E2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327423" y="6028408"/>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69" name="Freeform 34">
              <a:extLst>
                <a:ext uri="{FF2B5EF4-FFF2-40B4-BE49-F238E27FC236}">
                  <a16:creationId xmlns:a16="http://schemas.microsoft.com/office/drawing/2014/main" id="{BB16C09B-E126-49FC-B0C4-2CB43FA0387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334031" y="6019431"/>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0" name="Freeform 35">
              <a:extLst>
                <a:ext uri="{FF2B5EF4-FFF2-40B4-BE49-F238E27FC236}">
                  <a16:creationId xmlns:a16="http://schemas.microsoft.com/office/drawing/2014/main" id="{A12A7CBF-E4C8-4085-88C3-03102FE468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124491" y="6012903"/>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1" name="Freeform 36">
              <a:extLst>
                <a:ext uri="{FF2B5EF4-FFF2-40B4-BE49-F238E27FC236}">
                  <a16:creationId xmlns:a16="http://schemas.microsoft.com/office/drawing/2014/main" id="{55CA9A4D-ABE6-426B-B7F0-F5B933349C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57884" y="5982710"/>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2" name="Freeform 37">
              <a:extLst>
                <a:ext uri="{FF2B5EF4-FFF2-40B4-BE49-F238E27FC236}">
                  <a16:creationId xmlns:a16="http://schemas.microsoft.com/office/drawing/2014/main" id="{8A4F3A5B-B199-4716-ADF4-5E33A7C0D1A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649584" y="5970470"/>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3" name="Freeform 38">
              <a:extLst>
                <a:ext uri="{FF2B5EF4-FFF2-40B4-BE49-F238E27FC236}">
                  <a16:creationId xmlns:a16="http://schemas.microsoft.com/office/drawing/2014/main" id="{5846F32E-5DDD-4AF4-BE1C-5F1A3FF10D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829398" y="601045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4" name="Freeform 39">
              <a:extLst>
                <a:ext uri="{FF2B5EF4-FFF2-40B4-BE49-F238E27FC236}">
                  <a16:creationId xmlns:a16="http://schemas.microsoft.com/office/drawing/2014/main" id="{AFE38B2F-69BC-4661-84A3-EA04CDC3FE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580384" y="5998215"/>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5" name="Freeform 40">
              <a:extLst>
                <a:ext uri="{FF2B5EF4-FFF2-40B4-BE49-F238E27FC236}">
                  <a16:creationId xmlns:a16="http://schemas.microsoft.com/office/drawing/2014/main" id="{5CA6F12C-4208-48A6-B7B0-DD18CB3992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121911" y="5994951"/>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6" name="Freeform 41">
              <a:extLst>
                <a:ext uri="{FF2B5EF4-FFF2-40B4-BE49-F238E27FC236}">
                  <a16:creationId xmlns:a16="http://schemas.microsoft.com/office/drawing/2014/main" id="{0F08EA53-C6C6-49F1-B8DA-E20FFD6078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438116" y="599495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7" name="Freeform 42">
              <a:extLst>
                <a:ext uri="{FF2B5EF4-FFF2-40B4-BE49-F238E27FC236}">
                  <a16:creationId xmlns:a16="http://schemas.microsoft.com/office/drawing/2014/main" id="{6B6EA655-7497-4604-92DF-43CE7322ED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10716" y="5973734"/>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8" name="Freeform 44">
              <a:extLst>
                <a:ext uri="{FF2B5EF4-FFF2-40B4-BE49-F238E27FC236}">
                  <a16:creationId xmlns:a16="http://schemas.microsoft.com/office/drawing/2014/main" id="{082FFE9A-67C2-471A-AF37-ED9C238DB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639354" y="5976998"/>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79" name="Freeform 45">
              <a:extLst>
                <a:ext uri="{FF2B5EF4-FFF2-40B4-BE49-F238E27FC236}">
                  <a16:creationId xmlns:a16="http://schemas.microsoft.com/office/drawing/2014/main" id="{B0FD6176-7431-446D-91DB-56644A93C1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67906" y="5952517"/>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0" name="Freeform 46">
              <a:extLst>
                <a:ext uri="{FF2B5EF4-FFF2-40B4-BE49-F238E27FC236}">
                  <a16:creationId xmlns:a16="http://schemas.microsoft.com/office/drawing/2014/main" id="{A46603FA-6405-410B-AD8A-3D75BE7A85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895937" y="6000664"/>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1" name="Freeform 47">
              <a:extLst>
                <a:ext uri="{FF2B5EF4-FFF2-40B4-BE49-F238E27FC236}">
                  <a16:creationId xmlns:a16="http://schemas.microsoft.com/office/drawing/2014/main" id="{6BE439BF-AE87-4F53-9DC9-72414AD1F1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865326" y="5973733"/>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2" name="Freeform 48">
              <a:extLst>
                <a:ext uri="{FF2B5EF4-FFF2-40B4-BE49-F238E27FC236}">
                  <a16:creationId xmlns:a16="http://schemas.microsoft.com/office/drawing/2014/main" id="{55C88911-7FE8-4196-8D02-DAB1B62D97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3115444" y="5992749"/>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3" name="Freeform 49">
              <a:extLst>
                <a:ext uri="{FF2B5EF4-FFF2-40B4-BE49-F238E27FC236}">
                  <a16:creationId xmlns:a16="http://schemas.microsoft.com/office/drawing/2014/main" id="{BAD26C77-660F-4C9C-9A98-234048198B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215687" y="5955781"/>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4" name="Freeform 8">
              <a:extLst>
                <a:ext uri="{FF2B5EF4-FFF2-40B4-BE49-F238E27FC236}">
                  <a16:creationId xmlns:a16="http://schemas.microsoft.com/office/drawing/2014/main" id="{507A2021-3F23-43FC-AB0D-130B575906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683670" y="6019431"/>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5" name="Freeform 106">
              <a:extLst>
                <a:ext uri="{FF2B5EF4-FFF2-40B4-BE49-F238E27FC236}">
                  <a16:creationId xmlns:a16="http://schemas.microsoft.com/office/drawing/2014/main" id="{CB855C11-52EB-43D9-8831-1A26FCE12A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9451" y="6204541"/>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6" name="Freeform 19">
              <a:extLst>
                <a:ext uri="{FF2B5EF4-FFF2-40B4-BE49-F238E27FC236}">
                  <a16:creationId xmlns:a16="http://schemas.microsoft.com/office/drawing/2014/main" id="{1A6AD416-1A17-49A9-8301-8C0A5A78CA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397390" y="6351960"/>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7" name="Freeform 20">
              <a:extLst>
                <a:ext uri="{FF2B5EF4-FFF2-40B4-BE49-F238E27FC236}">
                  <a16:creationId xmlns:a16="http://schemas.microsoft.com/office/drawing/2014/main" id="{F03687D9-14CC-461B-B4B5-907E10B6A1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140401" y="6356159"/>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8" name="Freeform 26">
              <a:extLst>
                <a:ext uri="{FF2B5EF4-FFF2-40B4-BE49-F238E27FC236}">
                  <a16:creationId xmlns:a16="http://schemas.microsoft.com/office/drawing/2014/main" id="{FCC639BE-A7F9-46A2-955A-3ACA454554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2049121" y="6351959"/>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89" name="Freeform 27">
              <a:extLst>
                <a:ext uri="{FF2B5EF4-FFF2-40B4-BE49-F238E27FC236}">
                  <a16:creationId xmlns:a16="http://schemas.microsoft.com/office/drawing/2014/main" id="{B3FED40E-A961-4D78-947A-5AC1BD510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625300" y="6342577"/>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0" name="Freeform 28">
              <a:extLst>
                <a:ext uri="{FF2B5EF4-FFF2-40B4-BE49-F238E27FC236}">
                  <a16:creationId xmlns:a16="http://schemas.microsoft.com/office/drawing/2014/main" id="{1445BCDF-9E07-46AD-A6B5-5BEFA223C1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851300" y="6351959"/>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1" name="Freeform 55">
              <a:extLst>
                <a:ext uri="{FF2B5EF4-FFF2-40B4-BE49-F238E27FC236}">
                  <a16:creationId xmlns:a16="http://schemas.microsoft.com/office/drawing/2014/main" id="{23324DC7-93D9-451A-9ABF-1B4D92BF22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988188" y="6083917"/>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2" name="Freeform 56">
              <a:extLst>
                <a:ext uri="{FF2B5EF4-FFF2-40B4-BE49-F238E27FC236}">
                  <a16:creationId xmlns:a16="http://schemas.microsoft.com/office/drawing/2014/main" id="{003474BA-A947-4598-96BB-BAACE2411D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080360" y="6045971"/>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3" name="Freeform 57">
              <a:extLst>
                <a:ext uri="{FF2B5EF4-FFF2-40B4-BE49-F238E27FC236}">
                  <a16:creationId xmlns:a16="http://schemas.microsoft.com/office/drawing/2014/main" id="{04426A72-0FD0-478F-AAC5-B49E142535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725717" y="6081156"/>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4" name="Freeform 60">
              <a:extLst>
                <a:ext uri="{FF2B5EF4-FFF2-40B4-BE49-F238E27FC236}">
                  <a16:creationId xmlns:a16="http://schemas.microsoft.com/office/drawing/2014/main" id="{17260BB0-9DCA-4927-89A5-1314AD40EB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513037" y="606320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5" name="Freeform 61">
              <a:extLst>
                <a:ext uri="{FF2B5EF4-FFF2-40B4-BE49-F238E27FC236}">
                  <a16:creationId xmlns:a16="http://schemas.microsoft.com/office/drawing/2014/main" id="{F459656F-63AC-4FC7-8D12-282B9B0C4C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1260480" y="6017506"/>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6" name="Freeform 5">
              <a:extLst>
                <a:ext uri="{FF2B5EF4-FFF2-40B4-BE49-F238E27FC236}">
                  <a16:creationId xmlns:a16="http://schemas.microsoft.com/office/drawing/2014/main" id="{5C345A48-BE33-4B10-AF97-207DC7E2CC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596434" y="6347177"/>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7" name="Freeform 6">
              <a:extLst>
                <a:ext uri="{FF2B5EF4-FFF2-40B4-BE49-F238E27FC236}">
                  <a16:creationId xmlns:a16="http://schemas.microsoft.com/office/drawing/2014/main" id="{65503F74-3A89-46DD-AD4D-9BB164E252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310592" y="6345841"/>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8" name="Freeform 7">
              <a:extLst>
                <a:ext uri="{FF2B5EF4-FFF2-40B4-BE49-F238E27FC236}">
                  <a16:creationId xmlns:a16="http://schemas.microsoft.com/office/drawing/2014/main" id="{5D8D4A6C-9C30-46E6-953F-8FFE24534F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865803" y="6306514"/>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199" name="Freeform 8">
              <a:extLst>
                <a:ext uri="{FF2B5EF4-FFF2-40B4-BE49-F238E27FC236}">
                  <a16:creationId xmlns:a16="http://schemas.microsoft.com/office/drawing/2014/main" id="{844B12AB-BDBA-412B-8127-0671AB6BF8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670714" y="633931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0" name="Freeform 9">
              <a:extLst>
                <a:ext uri="{FF2B5EF4-FFF2-40B4-BE49-F238E27FC236}">
                  <a16:creationId xmlns:a16="http://schemas.microsoft.com/office/drawing/2014/main" id="{84AE8FA4-8AC5-4D0E-9FF8-B6F6D961FC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956060" y="6342577"/>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1" name="Freeform 11">
              <a:extLst>
                <a:ext uri="{FF2B5EF4-FFF2-40B4-BE49-F238E27FC236}">
                  <a16:creationId xmlns:a16="http://schemas.microsoft.com/office/drawing/2014/main" id="{462515DF-512D-49E0-B5FE-637D9E352B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198871" y="6306670"/>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2" name="Freeform 12">
              <a:extLst>
                <a:ext uri="{FF2B5EF4-FFF2-40B4-BE49-F238E27FC236}">
                  <a16:creationId xmlns:a16="http://schemas.microsoft.com/office/drawing/2014/main" id="{342CB8A0-096D-4A9F-B962-294DB670BD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716391" y="6324623"/>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3" name="Freeform 13">
              <a:extLst>
                <a:ext uri="{FF2B5EF4-FFF2-40B4-BE49-F238E27FC236}">
                  <a16:creationId xmlns:a16="http://schemas.microsoft.com/office/drawing/2014/main" id="{6870353D-6B96-4946-8BB5-015BF6E6E2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344031" y="6362033"/>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4" name="Freeform 14">
              <a:extLst>
                <a:ext uri="{FF2B5EF4-FFF2-40B4-BE49-F238E27FC236}">
                  <a16:creationId xmlns:a16="http://schemas.microsoft.com/office/drawing/2014/main" id="{20249E38-6114-4065-8836-941D6C55D5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070859" y="6318096"/>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5" name="Freeform 16">
              <a:extLst>
                <a:ext uri="{FF2B5EF4-FFF2-40B4-BE49-F238E27FC236}">
                  <a16:creationId xmlns:a16="http://schemas.microsoft.com/office/drawing/2014/main" id="{BDA5073D-3C1B-4779-8DEF-FD9CD5308D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461176" y="6300142"/>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6" name="Freeform 17">
              <a:extLst>
                <a:ext uri="{FF2B5EF4-FFF2-40B4-BE49-F238E27FC236}">
                  <a16:creationId xmlns:a16="http://schemas.microsoft.com/office/drawing/2014/main" id="{79505220-ED85-46B5-A218-0991FA5794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039205" y="6341355"/>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7" name="Freeform 21">
              <a:extLst>
                <a:ext uri="{FF2B5EF4-FFF2-40B4-BE49-F238E27FC236}">
                  <a16:creationId xmlns:a16="http://schemas.microsoft.com/office/drawing/2014/main" id="{A8513416-DF87-4A83-8026-AF40654BAE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730057" y="6318096"/>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8" name="Freeform 25">
              <a:extLst>
                <a:ext uri="{FF2B5EF4-FFF2-40B4-BE49-F238E27FC236}">
                  <a16:creationId xmlns:a16="http://schemas.microsoft.com/office/drawing/2014/main" id="{AF0489C4-7984-4A49-9D02-ACE2DD3EC8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930591" y="6309120"/>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09" name="Freeform 29">
              <a:extLst>
                <a:ext uri="{FF2B5EF4-FFF2-40B4-BE49-F238E27FC236}">
                  <a16:creationId xmlns:a16="http://schemas.microsoft.com/office/drawing/2014/main" id="{3DB0DE7C-BF6D-4059-94C4-FD4D6E7BA9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497041" y="6299934"/>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0" name="Freeform 31">
              <a:extLst>
                <a:ext uri="{FF2B5EF4-FFF2-40B4-BE49-F238E27FC236}">
                  <a16:creationId xmlns:a16="http://schemas.microsoft.com/office/drawing/2014/main" id="{5B58E23E-6D06-4F24-B6F8-98AE632C2A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207517" y="6336989"/>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1" name="Freeform 32">
              <a:extLst>
                <a:ext uri="{FF2B5EF4-FFF2-40B4-BE49-F238E27FC236}">
                  <a16:creationId xmlns:a16="http://schemas.microsoft.com/office/drawing/2014/main" id="{7D87D95A-4B48-4140-BB5C-9A33AACBFA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094795" y="6039831"/>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2" name="Freeform 33">
              <a:extLst>
                <a:ext uri="{FF2B5EF4-FFF2-40B4-BE49-F238E27FC236}">
                  <a16:creationId xmlns:a16="http://schemas.microsoft.com/office/drawing/2014/main" id="{6D78BEA4-B995-4BEC-A3B4-C580D646AD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015443" y="608879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3" name="Freeform 34">
              <a:extLst>
                <a:ext uri="{FF2B5EF4-FFF2-40B4-BE49-F238E27FC236}">
                  <a16:creationId xmlns:a16="http://schemas.microsoft.com/office/drawing/2014/main" id="{C075F1AC-7155-4487-8B7A-0C74E2C65D9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022051" y="6079816"/>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4" name="Freeform 35">
              <a:extLst>
                <a:ext uri="{FF2B5EF4-FFF2-40B4-BE49-F238E27FC236}">
                  <a16:creationId xmlns:a16="http://schemas.microsoft.com/office/drawing/2014/main" id="{2923812A-0930-464A-B863-8232CDF9BE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806684" y="6076799"/>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5" name="Freeform 36">
              <a:extLst>
                <a:ext uri="{FF2B5EF4-FFF2-40B4-BE49-F238E27FC236}">
                  <a16:creationId xmlns:a16="http://schemas.microsoft.com/office/drawing/2014/main" id="{5B22D5AF-1F95-4943-ADBD-50BF0DDC9B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345904" y="6043095"/>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6" name="Freeform 37">
              <a:extLst>
                <a:ext uri="{FF2B5EF4-FFF2-40B4-BE49-F238E27FC236}">
                  <a16:creationId xmlns:a16="http://schemas.microsoft.com/office/drawing/2014/main" id="{09709304-5160-4325-BE4E-F970450FA8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337604" y="6030855"/>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7" name="Freeform 38">
              <a:extLst>
                <a:ext uri="{FF2B5EF4-FFF2-40B4-BE49-F238E27FC236}">
                  <a16:creationId xmlns:a16="http://schemas.microsoft.com/office/drawing/2014/main" id="{6086BD94-D139-4DEE-9FB6-849360DABF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517418" y="6070840"/>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8" name="Freeform 39">
              <a:extLst>
                <a:ext uri="{FF2B5EF4-FFF2-40B4-BE49-F238E27FC236}">
                  <a16:creationId xmlns:a16="http://schemas.microsoft.com/office/drawing/2014/main" id="{84B8A4B1-C709-4864-851E-6A76DE4E525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8268404" y="6058600"/>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19" name="Freeform 40">
              <a:extLst>
                <a:ext uri="{FF2B5EF4-FFF2-40B4-BE49-F238E27FC236}">
                  <a16:creationId xmlns:a16="http://schemas.microsoft.com/office/drawing/2014/main" id="{51183B3E-65BA-45BB-9238-E5553DA7E2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809931" y="6055336"/>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0" name="Freeform 41">
              <a:extLst>
                <a:ext uri="{FF2B5EF4-FFF2-40B4-BE49-F238E27FC236}">
                  <a16:creationId xmlns:a16="http://schemas.microsoft.com/office/drawing/2014/main" id="{B456CBC6-D8DB-4226-8743-8355D0C1E2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126136" y="6055335"/>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1" name="Freeform 42">
              <a:extLst>
                <a:ext uri="{FF2B5EF4-FFF2-40B4-BE49-F238E27FC236}">
                  <a16:creationId xmlns:a16="http://schemas.microsoft.com/office/drawing/2014/main" id="{2A43AE63-9201-415C-A88E-C52685BF9A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798736" y="6034119"/>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2" name="Freeform 44">
              <a:extLst>
                <a:ext uri="{FF2B5EF4-FFF2-40B4-BE49-F238E27FC236}">
                  <a16:creationId xmlns:a16="http://schemas.microsoft.com/office/drawing/2014/main" id="{0BB8C75E-6B9A-4E95-85CF-ACD2D2AD2B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327374" y="6037383"/>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3" name="Freeform 45">
              <a:extLst>
                <a:ext uri="{FF2B5EF4-FFF2-40B4-BE49-F238E27FC236}">
                  <a16:creationId xmlns:a16="http://schemas.microsoft.com/office/drawing/2014/main" id="{F593E6EC-FB46-40CB-825C-C1305B1FB1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7555926" y="6012902"/>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4" name="Freeform 46">
              <a:extLst>
                <a:ext uri="{FF2B5EF4-FFF2-40B4-BE49-F238E27FC236}">
                  <a16:creationId xmlns:a16="http://schemas.microsoft.com/office/drawing/2014/main" id="{517F36F0-8630-4831-9057-6CA9B217B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10583957" y="6061049"/>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5" name="Freeform 47">
              <a:extLst>
                <a:ext uri="{FF2B5EF4-FFF2-40B4-BE49-F238E27FC236}">
                  <a16:creationId xmlns:a16="http://schemas.microsoft.com/office/drawing/2014/main" id="{9614B5E6-3CE1-465E-8381-646179E1B1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553346" y="6034118"/>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6" name="Freeform 48">
              <a:extLst>
                <a:ext uri="{FF2B5EF4-FFF2-40B4-BE49-F238E27FC236}">
                  <a16:creationId xmlns:a16="http://schemas.microsoft.com/office/drawing/2014/main" id="{5A40C31A-16AE-42C0-AC3B-52DCA2F5A2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9804575" y="6052072"/>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sp>
          <p:nvSpPr>
            <p:cNvPr id="227" name="Freeform 49">
              <a:extLst>
                <a:ext uri="{FF2B5EF4-FFF2-40B4-BE49-F238E27FC236}">
                  <a16:creationId xmlns:a16="http://schemas.microsoft.com/office/drawing/2014/main" id="{CE95CDB5-B8FA-431B-B9BE-7791AD92C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0800000">
              <a:off x="6903707" y="6016166"/>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rgbClr val="FFFFFF"/>
                </a:solidFill>
              </a:endParaRPr>
            </a:p>
          </p:txBody>
        </p:sp>
      </p:grpSp>
      <p:sp>
        <p:nvSpPr>
          <p:cNvPr id="6" name="TextBox 5">
            <a:extLst>
              <a:ext uri="{FF2B5EF4-FFF2-40B4-BE49-F238E27FC236}">
                <a16:creationId xmlns:a16="http://schemas.microsoft.com/office/drawing/2014/main" id="{259D37F0-256E-6949-763A-D72728853517}"/>
              </a:ext>
            </a:extLst>
          </p:cNvPr>
          <p:cNvSpPr txBox="1"/>
          <p:nvPr/>
        </p:nvSpPr>
        <p:spPr>
          <a:xfrm>
            <a:off x="3226281" y="3828038"/>
            <a:ext cx="23686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dirty="0">
                <a:ea typeface="Yu Gothic"/>
              </a:rPr>
              <a:t>2011049</a:t>
            </a:r>
          </a:p>
          <a:p>
            <a:pPr marL="285750" indent="-285750">
              <a:buFont typeface="Arial"/>
              <a:buChar char="•"/>
            </a:pPr>
            <a:r>
              <a:rPr lang="en-US" dirty="0">
                <a:ea typeface="Yu Gothic"/>
              </a:rPr>
              <a:t>2011050</a:t>
            </a:r>
          </a:p>
        </p:txBody>
      </p:sp>
      <p:sp>
        <p:nvSpPr>
          <p:cNvPr id="7" name="TextBox 6">
            <a:extLst>
              <a:ext uri="{FF2B5EF4-FFF2-40B4-BE49-F238E27FC236}">
                <a16:creationId xmlns:a16="http://schemas.microsoft.com/office/drawing/2014/main" id="{74659C29-8E32-E111-0F1D-3EC269F8096E}"/>
              </a:ext>
            </a:extLst>
          </p:cNvPr>
          <p:cNvSpPr txBox="1"/>
          <p:nvPr/>
        </p:nvSpPr>
        <p:spPr>
          <a:xfrm>
            <a:off x="5537750" y="3825334"/>
            <a:ext cx="193307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en-US" dirty="0">
                <a:ea typeface="Yu Gothic"/>
              </a:rPr>
              <a:t>2011051</a:t>
            </a:r>
          </a:p>
          <a:p>
            <a:pPr marL="285750" indent="-285750">
              <a:buFont typeface="Arial"/>
              <a:buChar char="•"/>
            </a:pPr>
            <a:r>
              <a:rPr lang="en-US">
                <a:ea typeface="Yu Gothic"/>
              </a:rPr>
              <a:t>2011052</a:t>
            </a:r>
          </a:p>
          <a:p>
            <a:pPr marL="285750" indent="-285750">
              <a:buFont typeface="Arial"/>
              <a:buChar char="•"/>
            </a:pPr>
            <a:endParaRPr lang="en-US" dirty="0">
              <a:ea typeface="Yu Gothic"/>
            </a:endParaRPr>
          </a:p>
        </p:txBody>
      </p:sp>
      <p:sp>
        <p:nvSpPr>
          <p:cNvPr id="8" name="TextBox 7">
            <a:extLst>
              <a:ext uri="{FF2B5EF4-FFF2-40B4-BE49-F238E27FC236}">
                <a16:creationId xmlns:a16="http://schemas.microsoft.com/office/drawing/2014/main" id="{3D57AD95-0702-2A22-F44B-58CE904612F0}"/>
              </a:ext>
            </a:extLst>
          </p:cNvPr>
          <p:cNvSpPr txBox="1"/>
          <p:nvPr/>
        </p:nvSpPr>
        <p:spPr>
          <a:xfrm>
            <a:off x="7715911" y="3822607"/>
            <a:ext cx="161997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Yu Gothic"/>
              </a:rPr>
              <a:t>2011053</a:t>
            </a:r>
          </a:p>
          <a:p>
            <a:pPr marL="285750" indent="-285750" algn="l">
              <a:buFont typeface="Arial"/>
              <a:buChar char="•"/>
            </a:pPr>
            <a:r>
              <a:rPr lang="en-US">
                <a:ea typeface="Yu Gothic"/>
              </a:rPr>
              <a:t>2011054</a:t>
            </a:r>
            <a:endParaRPr lang="en-US" dirty="0">
              <a:ea typeface="Yu Gothic"/>
            </a:endParaRPr>
          </a:p>
        </p:txBody>
      </p:sp>
      <p:sp>
        <p:nvSpPr>
          <p:cNvPr id="10" name="TextBox 9">
            <a:extLst>
              <a:ext uri="{FF2B5EF4-FFF2-40B4-BE49-F238E27FC236}">
                <a16:creationId xmlns:a16="http://schemas.microsoft.com/office/drawing/2014/main" id="{2B4DE9AB-B0FC-0690-E3E7-2113B0FA5FBA}"/>
              </a:ext>
            </a:extLst>
          </p:cNvPr>
          <p:cNvSpPr txBox="1"/>
          <p:nvPr/>
        </p:nvSpPr>
        <p:spPr>
          <a:xfrm>
            <a:off x="4941642" y="6572451"/>
            <a:ext cx="260012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ea typeface="Yu Gothic"/>
              </a:rPr>
              <a:t>Group - G7</a:t>
            </a:r>
            <a:endParaRPr lang="en-US" sz="1600">
              <a:ea typeface="Yu Gothic"/>
            </a:endParaRPr>
          </a:p>
        </p:txBody>
      </p:sp>
    </p:spTree>
    <p:extLst>
      <p:ext uri="{BB962C8B-B14F-4D97-AF65-F5344CB8AC3E}">
        <p14:creationId xmlns:p14="http://schemas.microsoft.com/office/powerpoint/2010/main" val="1098572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69239DF-EAA4-47C3-B4E3-79C6BCB24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3" y="5267"/>
            <a:ext cx="6635041" cy="684746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3D3E1A-27D0-5F3E-4674-4F825D09BE57}"/>
              </a:ext>
            </a:extLst>
          </p:cNvPr>
          <p:cNvSpPr>
            <a:spLocks noGrp="1"/>
          </p:cNvSpPr>
          <p:nvPr>
            <p:ph type="title"/>
          </p:nvPr>
        </p:nvSpPr>
        <p:spPr>
          <a:xfrm>
            <a:off x="803932" y="571500"/>
            <a:ext cx="5110909" cy="1691969"/>
          </a:xfrm>
        </p:spPr>
        <p:txBody>
          <a:bodyPr>
            <a:normAutofit/>
          </a:bodyPr>
          <a:lstStyle/>
          <a:p>
            <a:pPr algn="ctr"/>
            <a:r>
              <a:rPr lang="en-US" dirty="0">
                <a:ea typeface="Yu Gothic"/>
              </a:rPr>
              <a:t>Case:</a:t>
            </a:r>
            <a:endParaRPr lang="en-US"/>
          </a:p>
        </p:txBody>
      </p:sp>
      <p:sp>
        <p:nvSpPr>
          <p:cNvPr id="3" name="Content Placeholder 2">
            <a:extLst>
              <a:ext uri="{FF2B5EF4-FFF2-40B4-BE49-F238E27FC236}">
                <a16:creationId xmlns:a16="http://schemas.microsoft.com/office/drawing/2014/main" id="{023AADA9-3E6E-AD49-D412-0888088DF581}"/>
              </a:ext>
            </a:extLst>
          </p:cNvPr>
          <p:cNvSpPr>
            <a:spLocks noGrp="1"/>
          </p:cNvSpPr>
          <p:nvPr>
            <p:ph idx="1"/>
          </p:nvPr>
        </p:nvSpPr>
        <p:spPr>
          <a:xfrm>
            <a:off x="1230085" y="2132350"/>
            <a:ext cx="4539129" cy="3699747"/>
          </a:xfrm>
        </p:spPr>
        <p:txBody>
          <a:bodyPr lIns="109728" tIns="109728" rIns="109728" bIns="91440" anchor="t">
            <a:noAutofit/>
          </a:bodyPr>
          <a:lstStyle/>
          <a:p>
            <a:pPr marL="0" indent="0">
              <a:lnSpc>
                <a:spcPct val="140000"/>
              </a:lnSpc>
              <a:buNone/>
            </a:pPr>
            <a:r>
              <a:rPr lang="en-US" sz="1600" b="1">
                <a:latin typeface="Segoe UI Historic"/>
                <a:ea typeface="Segoe UI Historic"/>
                <a:cs typeface="Segoe UI Historic"/>
              </a:rPr>
              <a:t>Aloha Airlines Flight 243 was a scheduled Aloha Airlines flight between Hilo and Honolulu in Hawaii. On April 28, 1988, a Boeing 737-297 serving the flight suffered extensive damage. While the aircraft was climbing to cruising altitude, the separation of 18 feet of the cabin skin, structure aft of the cabin entrance door, and above the passenger floor-line </a:t>
            </a:r>
            <a:r>
              <a:rPr lang="en-US" sz="1600" b="1" err="1">
                <a:latin typeface="Segoe UI Historic"/>
                <a:ea typeface="Segoe UI Historic"/>
                <a:cs typeface="Segoe UI Historic"/>
              </a:rPr>
              <a:t>occured</a:t>
            </a:r>
            <a:r>
              <a:rPr lang="en-US" sz="1600" b="1">
                <a:latin typeface="Segoe UI Historic"/>
                <a:ea typeface="Segoe UI Historic"/>
                <a:cs typeface="Segoe UI Historic"/>
              </a:rPr>
              <a:t>  due to poor maintenance and metal fatigue. </a:t>
            </a:r>
            <a:endParaRPr lang="en-US" sz="1600" b="1">
              <a:ea typeface="Yu Gothic"/>
            </a:endParaRPr>
          </a:p>
        </p:txBody>
      </p:sp>
      <p:grpSp>
        <p:nvGrpSpPr>
          <p:cNvPr id="8" name="Group 7">
            <a:extLst>
              <a:ext uri="{FF2B5EF4-FFF2-40B4-BE49-F238E27FC236}">
                <a16:creationId xmlns:a16="http://schemas.microsoft.com/office/drawing/2014/main" id="{3389B237-4CAB-4403-A95C-C04D71F4B4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45458" y="-31769"/>
            <a:ext cx="510538" cy="6804779"/>
            <a:chOff x="11445458" y="-31769"/>
            <a:chExt cx="510538" cy="6804779"/>
          </a:xfrm>
        </p:grpSpPr>
        <p:sp>
          <p:nvSpPr>
            <p:cNvPr id="14" name="Freeform 8">
              <a:extLst>
                <a:ext uri="{FF2B5EF4-FFF2-40B4-BE49-F238E27FC236}">
                  <a16:creationId xmlns:a16="http://schemas.microsoft.com/office/drawing/2014/main" id="{57652216-AF47-4D6B-A81B-2DC28B6255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7521" y="6663369"/>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43">
              <a:extLst>
                <a:ext uri="{FF2B5EF4-FFF2-40B4-BE49-F238E27FC236}">
                  <a16:creationId xmlns:a16="http://schemas.microsoft.com/office/drawing/2014/main" id="{0E53B701-E5D9-4269-97AD-69F3087D28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8634" y="742112"/>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1">
              <a:extLst>
                <a:ext uri="{FF2B5EF4-FFF2-40B4-BE49-F238E27FC236}">
                  <a16:creationId xmlns:a16="http://schemas.microsoft.com/office/drawing/2014/main" id="{53F3EB0D-ADA8-4F65-9811-0A990FE6BE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806592" y="959823"/>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3">
              <a:extLst>
                <a:ext uri="{FF2B5EF4-FFF2-40B4-BE49-F238E27FC236}">
                  <a16:creationId xmlns:a16="http://schemas.microsoft.com/office/drawing/2014/main" id="{7FC10137-17E1-4C6D-B7A2-CD86B7C148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94678" y="1198596"/>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4">
              <a:extLst>
                <a:ext uri="{FF2B5EF4-FFF2-40B4-BE49-F238E27FC236}">
                  <a16:creationId xmlns:a16="http://schemas.microsoft.com/office/drawing/2014/main" id="{983715DD-6794-4B57-8585-E0EFF671E7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8560" y="447364"/>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55">
              <a:extLst>
                <a:ext uri="{FF2B5EF4-FFF2-40B4-BE49-F238E27FC236}">
                  <a16:creationId xmlns:a16="http://schemas.microsoft.com/office/drawing/2014/main" id="{6B8B9805-E14F-4943-B15E-48460BFD60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94538" y="1408197"/>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56">
              <a:extLst>
                <a:ext uri="{FF2B5EF4-FFF2-40B4-BE49-F238E27FC236}">
                  <a16:creationId xmlns:a16="http://schemas.microsoft.com/office/drawing/2014/main" id="{112C42C6-34DE-404D-B18A-8E94E76A3C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94234" y="2238233"/>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57">
              <a:extLst>
                <a:ext uri="{FF2B5EF4-FFF2-40B4-BE49-F238E27FC236}">
                  <a16:creationId xmlns:a16="http://schemas.microsoft.com/office/drawing/2014/main" id="{105114E3-B528-44FB-AD64-31F7940A69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80687" y="1617942"/>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9">
              <a:extLst>
                <a:ext uri="{FF2B5EF4-FFF2-40B4-BE49-F238E27FC236}">
                  <a16:creationId xmlns:a16="http://schemas.microsoft.com/office/drawing/2014/main" id="{66162961-2E66-4F1D-AD08-A09C28C5E0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0137" y="200295"/>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60">
              <a:extLst>
                <a:ext uri="{FF2B5EF4-FFF2-40B4-BE49-F238E27FC236}">
                  <a16:creationId xmlns:a16="http://schemas.microsoft.com/office/drawing/2014/main" id="{7DF10D80-7F03-41B7-BF83-7086CFB705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5368" y="1847736"/>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1">
              <a:extLst>
                <a:ext uri="{FF2B5EF4-FFF2-40B4-BE49-F238E27FC236}">
                  <a16:creationId xmlns:a16="http://schemas.microsoft.com/office/drawing/2014/main" id="{60E5BEF8-88A7-4088-8382-FC596B16B9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4067" y="-12868"/>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78">
              <a:extLst>
                <a:ext uri="{FF2B5EF4-FFF2-40B4-BE49-F238E27FC236}">
                  <a16:creationId xmlns:a16="http://schemas.microsoft.com/office/drawing/2014/main" id="{4850C240-229E-44CC-9B0C-7C70B85241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40903" y="665835"/>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79">
              <a:extLst>
                <a:ext uri="{FF2B5EF4-FFF2-40B4-BE49-F238E27FC236}">
                  <a16:creationId xmlns:a16="http://schemas.microsoft.com/office/drawing/2014/main" id="{0C20C1F3-97C9-485A-BBF1-F712C6FDD9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53275" y="896880"/>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80">
              <a:extLst>
                <a:ext uri="{FF2B5EF4-FFF2-40B4-BE49-F238E27FC236}">
                  <a16:creationId xmlns:a16="http://schemas.microsoft.com/office/drawing/2014/main" id="{5FB7F486-D669-4315-848B-079715C0A6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47934" y="1134675"/>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84943FC-F8F5-47A2-8C6C-AD8385B0F3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30984" y="2147729"/>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82">
              <a:extLst>
                <a:ext uri="{FF2B5EF4-FFF2-40B4-BE49-F238E27FC236}">
                  <a16:creationId xmlns:a16="http://schemas.microsoft.com/office/drawing/2014/main" id="{FBD1CFD7-B550-428B-99C5-E70AE1117A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38820" y="1925276"/>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3">
              <a:extLst>
                <a:ext uri="{FF2B5EF4-FFF2-40B4-BE49-F238E27FC236}">
                  <a16:creationId xmlns:a16="http://schemas.microsoft.com/office/drawing/2014/main" id="{86464553-DBB1-4FDD-A906-723DE0BFAF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1377" y="1610488"/>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41C1AA59-6A1E-4A61-8483-8056A09E0C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22393" y="461249"/>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6">
              <a:extLst>
                <a:ext uri="{FF2B5EF4-FFF2-40B4-BE49-F238E27FC236}">
                  <a16:creationId xmlns:a16="http://schemas.microsoft.com/office/drawing/2014/main" id="{851A3E4E-2857-4A69-AEC0-79CF8C413D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6789" y="39307"/>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9">
              <a:extLst>
                <a:ext uri="{FF2B5EF4-FFF2-40B4-BE49-F238E27FC236}">
                  <a16:creationId xmlns:a16="http://schemas.microsoft.com/office/drawing/2014/main" id="{363F6E9F-7E05-4464-BE66-BB27B4589D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7165" y="1398137"/>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90">
              <a:extLst>
                <a:ext uri="{FF2B5EF4-FFF2-40B4-BE49-F238E27FC236}">
                  <a16:creationId xmlns:a16="http://schemas.microsoft.com/office/drawing/2014/main" id="{CE4367E1-2C4E-4A0B-A9E2-2DC3B3BCDC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65017" y="2021046"/>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05">
              <a:extLst>
                <a:ext uri="{FF2B5EF4-FFF2-40B4-BE49-F238E27FC236}">
                  <a16:creationId xmlns:a16="http://schemas.microsoft.com/office/drawing/2014/main" id="{EE215DA3-ED82-4F29-9835-DD3B5ADD4D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839032" y="2023516"/>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06">
              <a:extLst>
                <a:ext uri="{FF2B5EF4-FFF2-40B4-BE49-F238E27FC236}">
                  <a16:creationId xmlns:a16="http://schemas.microsoft.com/office/drawing/2014/main" id="{449C2B94-6D2C-466B-9091-18CA599565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53729" y="261247"/>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32">
              <a:extLst>
                <a:ext uri="{FF2B5EF4-FFF2-40B4-BE49-F238E27FC236}">
                  <a16:creationId xmlns:a16="http://schemas.microsoft.com/office/drawing/2014/main" id="{9873A13E-F493-4022-9CDB-496767477D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3710" y="3240972"/>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33">
              <a:extLst>
                <a:ext uri="{FF2B5EF4-FFF2-40B4-BE49-F238E27FC236}">
                  <a16:creationId xmlns:a16="http://schemas.microsoft.com/office/drawing/2014/main" id="{631ED96D-0634-4E7F-BE08-A8ACAA0A64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3623" y="433228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34">
              <a:extLst>
                <a:ext uri="{FF2B5EF4-FFF2-40B4-BE49-F238E27FC236}">
                  <a16:creationId xmlns:a16="http://schemas.microsoft.com/office/drawing/2014/main" id="{D43F1416-268F-487F-ABB4-1C62E6C68B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7553" y="5329606"/>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35">
              <a:extLst>
                <a:ext uri="{FF2B5EF4-FFF2-40B4-BE49-F238E27FC236}">
                  <a16:creationId xmlns:a16="http://schemas.microsoft.com/office/drawing/2014/main" id="{E5E99890-1E26-4DDC-8F50-128C4875BA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3205" y="4540510"/>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36">
              <a:extLst>
                <a:ext uri="{FF2B5EF4-FFF2-40B4-BE49-F238E27FC236}">
                  <a16:creationId xmlns:a16="http://schemas.microsoft.com/office/drawing/2014/main" id="{21D3B3BA-A1D7-450E-B002-44DFDC68F9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5342" y="5991495"/>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37">
              <a:extLst>
                <a:ext uri="{FF2B5EF4-FFF2-40B4-BE49-F238E27FC236}">
                  <a16:creationId xmlns:a16="http://schemas.microsoft.com/office/drawing/2014/main" id="{666093C3-5DCC-4A45-897C-F2C5CA94AC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7108" y="3005032"/>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38">
              <a:extLst>
                <a:ext uri="{FF2B5EF4-FFF2-40B4-BE49-F238E27FC236}">
                  <a16:creationId xmlns:a16="http://schemas.microsoft.com/office/drawing/2014/main" id="{E5879CC9-6134-4E28-8170-9DD4240CC5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4777" y="4845128"/>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39">
              <a:extLst>
                <a:ext uri="{FF2B5EF4-FFF2-40B4-BE49-F238E27FC236}">
                  <a16:creationId xmlns:a16="http://schemas.microsoft.com/office/drawing/2014/main" id="{52B9234F-7351-4670-9340-3ABC48A30B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6885" y="5086249"/>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0">
              <a:extLst>
                <a:ext uri="{FF2B5EF4-FFF2-40B4-BE49-F238E27FC236}">
                  <a16:creationId xmlns:a16="http://schemas.microsoft.com/office/drawing/2014/main" id="{3F67C8B5-D925-449D-BCA7-7517305514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1849" y="2542950"/>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41">
              <a:extLst>
                <a:ext uri="{FF2B5EF4-FFF2-40B4-BE49-F238E27FC236}">
                  <a16:creationId xmlns:a16="http://schemas.microsoft.com/office/drawing/2014/main" id="{71516E84-743F-4EE4-B466-909E55FCC9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5342" y="6223503"/>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2">
              <a:extLst>
                <a:ext uri="{FF2B5EF4-FFF2-40B4-BE49-F238E27FC236}">
                  <a16:creationId xmlns:a16="http://schemas.microsoft.com/office/drawing/2014/main" id="{285EE84A-B305-47FC-9896-3EAAE94F6D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3510" y="5541519"/>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44">
              <a:extLst>
                <a:ext uri="{FF2B5EF4-FFF2-40B4-BE49-F238E27FC236}">
                  <a16:creationId xmlns:a16="http://schemas.microsoft.com/office/drawing/2014/main" id="{52175DC6-FE35-414D-B1FC-53870E0F6B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7300" y="402564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45">
              <a:extLst>
                <a:ext uri="{FF2B5EF4-FFF2-40B4-BE49-F238E27FC236}">
                  <a16:creationId xmlns:a16="http://schemas.microsoft.com/office/drawing/2014/main" id="{ACD91DA3-CF45-4374-AEDA-5DA2E53EE4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15149" y="5781473"/>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6">
              <a:extLst>
                <a:ext uri="{FF2B5EF4-FFF2-40B4-BE49-F238E27FC236}">
                  <a16:creationId xmlns:a16="http://schemas.microsoft.com/office/drawing/2014/main" id="{8AAA7A16-3076-4557-9DC3-297D83248E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4208" y="2775569"/>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7">
              <a:extLst>
                <a:ext uri="{FF2B5EF4-FFF2-40B4-BE49-F238E27FC236}">
                  <a16:creationId xmlns:a16="http://schemas.microsoft.com/office/drawing/2014/main" id="{62AFF181-4F3A-40CE-BC79-BD8D97E0C2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2353" y="3794520"/>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48">
              <a:extLst>
                <a:ext uri="{FF2B5EF4-FFF2-40B4-BE49-F238E27FC236}">
                  <a16:creationId xmlns:a16="http://schemas.microsoft.com/office/drawing/2014/main" id="{E9EE8F9C-63EF-41F7-90AC-95F093366F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17610" y="3561050"/>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62">
              <a:extLst>
                <a:ext uri="{FF2B5EF4-FFF2-40B4-BE49-F238E27FC236}">
                  <a16:creationId xmlns:a16="http://schemas.microsoft.com/office/drawing/2014/main" id="{F99D5EE6-2CC4-4A54-9A07-4734713E7A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08042" y="2895364"/>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63">
              <a:extLst>
                <a:ext uri="{FF2B5EF4-FFF2-40B4-BE49-F238E27FC236}">
                  <a16:creationId xmlns:a16="http://schemas.microsoft.com/office/drawing/2014/main" id="{DC83D62C-4898-4734-893F-7FE7A2D70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9400" y="4033977"/>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64">
              <a:extLst>
                <a:ext uri="{FF2B5EF4-FFF2-40B4-BE49-F238E27FC236}">
                  <a16:creationId xmlns:a16="http://schemas.microsoft.com/office/drawing/2014/main" id="{EFA4198B-E065-405F-84E4-B0220DCEF9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7351" y="2627056"/>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5">
              <a:extLst>
                <a:ext uri="{FF2B5EF4-FFF2-40B4-BE49-F238E27FC236}">
                  <a16:creationId xmlns:a16="http://schemas.microsoft.com/office/drawing/2014/main" id="{F6D1AC12-FB95-4593-BF80-DABEDD4E3E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7982" y="3771071"/>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66">
              <a:extLst>
                <a:ext uri="{FF2B5EF4-FFF2-40B4-BE49-F238E27FC236}">
                  <a16:creationId xmlns:a16="http://schemas.microsoft.com/office/drawing/2014/main" id="{9F41615F-3978-4890-992E-1D44D0D914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764" y="5317507"/>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67">
              <a:extLst>
                <a:ext uri="{FF2B5EF4-FFF2-40B4-BE49-F238E27FC236}">
                  <a16:creationId xmlns:a16="http://schemas.microsoft.com/office/drawing/2014/main" id="{293C0AD6-F904-4337-8CAB-2FF649834B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5944" y="4533529"/>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8">
              <a:extLst>
                <a:ext uri="{FF2B5EF4-FFF2-40B4-BE49-F238E27FC236}">
                  <a16:creationId xmlns:a16="http://schemas.microsoft.com/office/drawing/2014/main" id="{E68410D4-6ED4-4651-8543-78B0AB57A2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3332" y="3190789"/>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69">
              <a:extLst>
                <a:ext uri="{FF2B5EF4-FFF2-40B4-BE49-F238E27FC236}">
                  <a16:creationId xmlns:a16="http://schemas.microsoft.com/office/drawing/2014/main" id="{BB356FF6-7153-4AE8-904C-8535363AA8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2589" y="5599752"/>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70">
              <a:extLst>
                <a:ext uri="{FF2B5EF4-FFF2-40B4-BE49-F238E27FC236}">
                  <a16:creationId xmlns:a16="http://schemas.microsoft.com/office/drawing/2014/main" id="{D9CD9700-C2DA-4CCD-8700-D763281E4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802" y="6191496"/>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71">
              <a:extLst>
                <a:ext uri="{FF2B5EF4-FFF2-40B4-BE49-F238E27FC236}">
                  <a16:creationId xmlns:a16="http://schemas.microsoft.com/office/drawing/2014/main" id="{6CC97770-31D6-46F7-9608-9D96AEF4A1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4132" y="5079102"/>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72">
              <a:extLst>
                <a:ext uri="{FF2B5EF4-FFF2-40B4-BE49-F238E27FC236}">
                  <a16:creationId xmlns:a16="http://schemas.microsoft.com/office/drawing/2014/main" id="{1F6A0344-12D8-457F-B2C4-BF6ABC3F97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0869" y="4852243"/>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73">
              <a:extLst>
                <a:ext uri="{FF2B5EF4-FFF2-40B4-BE49-F238E27FC236}">
                  <a16:creationId xmlns:a16="http://schemas.microsoft.com/office/drawing/2014/main" id="{A659A3FC-205E-41C5-90D8-2909635C66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742" y="4352608"/>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74">
              <a:extLst>
                <a:ext uri="{FF2B5EF4-FFF2-40B4-BE49-F238E27FC236}">
                  <a16:creationId xmlns:a16="http://schemas.microsoft.com/office/drawing/2014/main" id="{EF5898F8-F274-4A71-ABC2-9727884523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3694" y="5932892"/>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75">
              <a:extLst>
                <a:ext uri="{FF2B5EF4-FFF2-40B4-BE49-F238E27FC236}">
                  <a16:creationId xmlns:a16="http://schemas.microsoft.com/office/drawing/2014/main" id="{A337719B-635F-4455-A8E8-6983D9B3DE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38703" y="2387288"/>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77">
              <a:extLst>
                <a:ext uri="{FF2B5EF4-FFF2-40B4-BE49-F238E27FC236}">
                  <a16:creationId xmlns:a16="http://schemas.microsoft.com/office/drawing/2014/main" id="{665D8F7B-6125-4923-82FD-4541506B66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3949" y="3551571"/>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85">
              <a:extLst>
                <a:ext uri="{FF2B5EF4-FFF2-40B4-BE49-F238E27FC236}">
                  <a16:creationId xmlns:a16="http://schemas.microsoft.com/office/drawing/2014/main" id="{AEBBE398-C737-4798-92D3-68B6928A9B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30208" y="6379390"/>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7">
              <a:extLst>
                <a:ext uri="{FF2B5EF4-FFF2-40B4-BE49-F238E27FC236}">
                  <a16:creationId xmlns:a16="http://schemas.microsoft.com/office/drawing/2014/main" id="{F3116C15-246C-412A-B5A8-DC7E056EC8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4699" y="6633625"/>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8">
              <a:extLst>
                <a:ext uri="{FF2B5EF4-FFF2-40B4-BE49-F238E27FC236}">
                  <a16:creationId xmlns:a16="http://schemas.microsoft.com/office/drawing/2014/main" id="{F9FA8A4C-F799-47E7-85C8-4DA109A003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8248" y="5648840"/>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4" name="Picture 3">
            <a:extLst>
              <a:ext uri="{FF2B5EF4-FFF2-40B4-BE49-F238E27FC236}">
                <a16:creationId xmlns:a16="http://schemas.microsoft.com/office/drawing/2014/main" id="{ED9052EB-6A78-B01B-EED5-CC9025C74930}"/>
              </a:ext>
            </a:extLst>
          </p:cNvPr>
          <p:cNvPicPr>
            <a:picLocks noChangeAspect="1"/>
          </p:cNvPicPr>
          <p:nvPr/>
        </p:nvPicPr>
        <p:blipFill rotWithShape="1">
          <a:blip r:embed="rId2"/>
          <a:srcRect l="12989" r="42786" b="-2"/>
          <a:stretch/>
        </p:blipFill>
        <p:spPr>
          <a:xfrm>
            <a:off x="6645834" y="1"/>
            <a:ext cx="5546166" cy="6866192"/>
          </a:xfrm>
          <a:prstGeom prst="rect">
            <a:avLst/>
          </a:prstGeom>
        </p:spPr>
      </p:pic>
    </p:spTree>
    <p:extLst>
      <p:ext uri="{BB962C8B-B14F-4D97-AF65-F5344CB8AC3E}">
        <p14:creationId xmlns:p14="http://schemas.microsoft.com/office/powerpoint/2010/main" val="30467037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18">
            <a:extLst>
              <a:ext uri="{FF2B5EF4-FFF2-40B4-BE49-F238E27FC236}">
                <a16:creationId xmlns:a16="http://schemas.microsoft.com/office/drawing/2014/main" id="{F1FA5EE8-8FDF-4249-8FBE-5EE4A41B3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3029900" y="2757"/>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969239DF-EAA4-47C3-B4E3-79C6BCB24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5267"/>
            <a:ext cx="5300328" cy="684746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0F0E5FD-207D-DBD6-2E82-664E03AC321C}"/>
              </a:ext>
            </a:extLst>
          </p:cNvPr>
          <p:cNvSpPr>
            <a:spLocks noGrp="1"/>
          </p:cNvSpPr>
          <p:nvPr>
            <p:ph type="title"/>
          </p:nvPr>
        </p:nvSpPr>
        <p:spPr>
          <a:xfrm>
            <a:off x="781493" y="1371601"/>
            <a:ext cx="3934047" cy="4114800"/>
          </a:xfrm>
        </p:spPr>
        <p:txBody>
          <a:bodyPr>
            <a:normAutofit/>
          </a:bodyPr>
          <a:lstStyle/>
          <a:p>
            <a:pPr algn="ctr"/>
            <a:r>
              <a:rPr lang="en-US" dirty="0">
                <a:ea typeface="Yu Gothic"/>
              </a:rPr>
              <a:t>Casualties:</a:t>
            </a:r>
            <a:endParaRPr lang="en-US"/>
          </a:p>
        </p:txBody>
      </p:sp>
      <p:pic>
        <p:nvPicPr>
          <p:cNvPr id="4" name="Picture 3" descr="A diagram of a plane&#10;&#10;Description automatically generated">
            <a:extLst>
              <a:ext uri="{FF2B5EF4-FFF2-40B4-BE49-F238E27FC236}">
                <a16:creationId xmlns:a16="http://schemas.microsoft.com/office/drawing/2014/main" id="{CD2D061B-3756-7703-D5D2-C7A05586D540}"/>
              </a:ext>
            </a:extLst>
          </p:cNvPr>
          <p:cNvPicPr>
            <a:picLocks noChangeAspect="1"/>
          </p:cNvPicPr>
          <p:nvPr/>
        </p:nvPicPr>
        <p:blipFill>
          <a:blip r:embed="rId2">
            <a:alphaModFix/>
          </a:blip>
          <a:stretch>
            <a:fillRect/>
          </a:stretch>
        </p:blipFill>
        <p:spPr>
          <a:xfrm>
            <a:off x="5895750" y="1220662"/>
            <a:ext cx="5713863" cy="2603642"/>
          </a:xfrm>
          <a:prstGeom prst="rect">
            <a:avLst/>
          </a:prstGeom>
        </p:spPr>
      </p:pic>
      <p:sp>
        <p:nvSpPr>
          <p:cNvPr id="3" name="Content Placeholder 2">
            <a:extLst>
              <a:ext uri="{FF2B5EF4-FFF2-40B4-BE49-F238E27FC236}">
                <a16:creationId xmlns:a16="http://schemas.microsoft.com/office/drawing/2014/main" id="{DEDE2ACF-E274-3092-9472-0B5AAAFA19D8}"/>
              </a:ext>
            </a:extLst>
          </p:cNvPr>
          <p:cNvSpPr>
            <a:spLocks noGrp="1"/>
          </p:cNvSpPr>
          <p:nvPr>
            <p:ph idx="1"/>
          </p:nvPr>
        </p:nvSpPr>
        <p:spPr>
          <a:xfrm>
            <a:off x="6962550" y="4400360"/>
            <a:ext cx="5191349" cy="2158409"/>
          </a:xfrm>
        </p:spPr>
        <p:txBody>
          <a:bodyPr lIns="109728" tIns="109728" rIns="109728" bIns="91440" anchor="t">
            <a:normAutofit/>
          </a:bodyPr>
          <a:lstStyle/>
          <a:p>
            <a:r>
              <a:rPr lang="en-US" sz="2400" b="1" dirty="0">
                <a:latin typeface="Arial"/>
                <a:cs typeface="Arial"/>
                <a:hlinkClick r:id="rId3">
                  <a:extLst>
                    <a:ext uri="{A12FA001-AC4F-418D-AE19-62706E023703}">
                      <ahyp:hlinkClr xmlns:ahyp="http://schemas.microsoft.com/office/drawing/2018/hyperlinkcolor" val="tx"/>
                    </a:ext>
                  </a:extLst>
                </a:hlinkClick>
              </a:rPr>
              <a:t>Number of deaths</a:t>
            </a:r>
            <a:r>
              <a:rPr lang="en-US" sz="2400" b="1" dirty="0">
                <a:latin typeface="Arial"/>
                <a:cs typeface="Arial"/>
              </a:rPr>
              <a:t>: 1</a:t>
            </a:r>
          </a:p>
          <a:p>
            <a:pPr>
              <a:buClr>
                <a:srgbClr val="C3B2A7"/>
              </a:buClr>
            </a:pPr>
            <a:r>
              <a:rPr lang="en-US" sz="2400" b="1" dirty="0">
                <a:latin typeface="Arial"/>
                <a:cs typeface="Arial"/>
                <a:hlinkClick r:id="rId4">
                  <a:extLst>
                    <a:ext uri="{A12FA001-AC4F-418D-AE19-62706E023703}">
                      <ahyp:hlinkClr xmlns:ahyp="http://schemas.microsoft.com/office/drawing/2018/hyperlinkcolor" val="tx"/>
                    </a:ext>
                  </a:extLst>
                </a:hlinkClick>
              </a:rPr>
              <a:t>Injuries (nonfatal)</a:t>
            </a:r>
            <a:r>
              <a:rPr lang="en-US" sz="2400" b="1" dirty="0">
                <a:latin typeface="Arial"/>
                <a:cs typeface="Arial"/>
              </a:rPr>
              <a:t>: 6</a:t>
            </a:r>
          </a:p>
        </p:txBody>
      </p:sp>
    </p:spTree>
    <p:extLst>
      <p:ext uri="{BB962C8B-B14F-4D97-AF65-F5344CB8AC3E}">
        <p14:creationId xmlns:p14="http://schemas.microsoft.com/office/powerpoint/2010/main" val="3589453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FB03654-F8D1-4066-85B5-5BA57499B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769C8-30CB-5067-AA82-9F6564139232}"/>
              </a:ext>
            </a:extLst>
          </p:cNvPr>
          <p:cNvSpPr>
            <a:spLocks noGrp="1"/>
          </p:cNvSpPr>
          <p:nvPr>
            <p:ph type="title"/>
          </p:nvPr>
        </p:nvSpPr>
        <p:spPr>
          <a:xfrm>
            <a:off x="1226210" y="805083"/>
            <a:ext cx="8675712" cy="981892"/>
          </a:xfrm>
        </p:spPr>
        <p:txBody>
          <a:bodyPr vert="horz" lIns="91440" tIns="45720" rIns="91440" bIns="45720" rtlCol="0" anchor="ctr">
            <a:normAutofit/>
          </a:bodyPr>
          <a:lstStyle/>
          <a:p>
            <a:r>
              <a:rPr lang="en-US" kern="1200">
                <a:solidFill>
                  <a:schemeClr val="tx2"/>
                </a:solidFill>
                <a:latin typeface="+mj-lt"/>
                <a:ea typeface="+mj-ea"/>
                <a:cs typeface="+mj-cs"/>
              </a:rPr>
              <a:t>Investigation:</a:t>
            </a:r>
          </a:p>
        </p:txBody>
      </p:sp>
      <p:sp>
        <p:nvSpPr>
          <p:cNvPr id="12" name="Rectangle 11">
            <a:extLst>
              <a:ext uri="{FF2B5EF4-FFF2-40B4-BE49-F238E27FC236}">
                <a16:creationId xmlns:a16="http://schemas.microsoft.com/office/drawing/2014/main" id="{7615BC76-014D-4BD0-A843-994E2D759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0" y="1874829"/>
            <a:ext cx="12175432" cy="4114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39D2483B-7210-454A-B168-51DA3C1611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57372" y="-18787"/>
            <a:ext cx="1238945" cy="1919798"/>
            <a:chOff x="10357372" y="-18787"/>
            <a:chExt cx="1238945" cy="1919798"/>
          </a:xfrm>
        </p:grpSpPr>
        <p:sp>
          <p:nvSpPr>
            <p:cNvPr id="15" name="Freeform 57">
              <a:extLst>
                <a:ext uri="{FF2B5EF4-FFF2-40B4-BE49-F238E27FC236}">
                  <a16:creationId xmlns:a16="http://schemas.microsoft.com/office/drawing/2014/main" id="{F1142EB5-2791-4EAD-B4A2-43BECFBC5F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15372" y="140636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8">
              <a:extLst>
                <a:ext uri="{FF2B5EF4-FFF2-40B4-BE49-F238E27FC236}">
                  <a16:creationId xmlns:a16="http://schemas.microsoft.com/office/drawing/2014/main" id="{2C8870C2-1368-48B0-A8CF-BC33DF7656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1520" y="755028"/>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79">
              <a:extLst>
                <a:ext uri="{FF2B5EF4-FFF2-40B4-BE49-F238E27FC236}">
                  <a16:creationId xmlns:a16="http://schemas.microsoft.com/office/drawing/2014/main" id="{853F9E0D-F5F9-438C-B1DC-0AA3127C41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93892" y="986073"/>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80">
              <a:extLst>
                <a:ext uri="{FF2B5EF4-FFF2-40B4-BE49-F238E27FC236}">
                  <a16:creationId xmlns:a16="http://schemas.microsoft.com/office/drawing/2014/main" id="{B4E911B1-253E-4755-9AEC-BB1DAB8E21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8551" y="1223868"/>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83">
              <a:extLst>
                <a:ext uri="{FF2B5EF4-FFF2-40B4-BE49-F238E27FC236}">
                  <a16:creationId xmlns:a16="http://schemas.microsoft.com/office/drawing/2014/main" id="{2AF5DD4D-BF15-452D-937B-7F29FA3F2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1994" y="1699681"/>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4">
              <a:extLst>
                <a:ext uri="{FF2B5EF4-FFF2-40B4-BE49-F238E27FC236}">
                  <a16:creationId xmlns:a16="http://schemas.microsoft.com/office/drawing/2014/main" id="{5F821C6A-EDEE-4845-92EB-367AC60023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3010" y="550442"/>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6">
              <a:extLst>
                <a:ext uri="{FF2B5EF4-FFF2-40B4-BE49-F238E27FC236}">
                  <a16:creationId xmlns:a16="http://schemas.microsoft.com/office/drawing/2014/main" id="{504AA4DA-748D-4CFF-891A-5C8861EC49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2979" y="204433"/>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9">
              <a:extLst>
                <a:ext uri="{FF2B5EF4-FFF2-40B4-BE49-F238E27FC236}">
                  <a16:creationId xmlns:a16="http://schemas.microsoft.com/office/drawing/2014/main" id="{7CC3A8FA-D5F6-4A96-9B55-4479C1717A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782" y="1487330"/>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06">
              <a:extLst>
                <a:ext uri="{FF2B5EF4-FFF2-40B4-BE49-F238E27FC236}">
                  <a16:creationId xmlns:a16="http://schemas.microsoft.com/office/drawing/2014/main" id="{26E1DC3C-522F-46BF-9C95-475001763F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8678" y="599147"/>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07">
              <a:extLst>
                <a:ext uri="{FF2B5EF4-FFF2-40B4-BE49-F238E27FC236}">
                  <a16:creationId xmlns:a16="http://schemas.microsoft.com/office/drawing/2014/main" id="{F7CDF92D-312E-42AB-960E-637D404934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20666" y="1240267"/>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08">
              <a:extLst>
                <a:ext uri="{FF2B5EF4-FFF2-40B4-BE49-F238E27FC236}">
                  <a16:creationId xmlns:a16="http://schemas.microsoft.com/office/drawing/2014/main" id="{918FE320-F6B2-4BDB-95D8-DFD3B2B34F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349" y="1208992"/>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09">
              <a:extLst>
                <a:ext uri="{FF2B5EF4-FFF2-40B4-BE49-F238E27FC236}">
                  <a16:creationId xmlns:a16="http://schemas.microsoft.com/office/drawing/2014/main" id="{B90769B0-46E9-4B76-96A9-A247A0DF3D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9546" y="1710317"/>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10">
              <a:extLst>
                <a:ext uri="{FF2B5EF4-FFF2-40B4-BE49-F238E27FC236}">
                  <a16:creationId xmlns:a16="http://schemas.microsoft.com/office/drawing/2014/main" id="{C0CC5855-0620-41C7-AA4D-3D30E24551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6402" y="351312"/>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11">
              <a:extLst>
                <a:ext uri="{FF2B5EF4-FFF2-40B4-BE49-F238E27FC236}">
                  <a16:creationId xmlns:a16="http://schemas.microsoft.com/office/drawing/2014/main" id="{7A99B1F4-089E-4A1A-833C-0D0C8E770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7601" y="1438812"/>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12">
              <a:extLst>
                <a:ext uri="{FF2B5EF4-FFF2-40B4-BE49-F238E27FC236}">
                  <a16:creationId xmlns:a16="http://schemas.microsoft.com/office/drawing/2014/main" id="{52C3D5C1-0862-4E4B-BAD8-C6244D0352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7104" y="920158"/>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22">
              <a:extLst>
                <a:ext uri="{FF2B5EF4-FFF2-40B4-BE49-F238E27FC236}">
                  <a16:creationId xmlns:a16="http://schemas.microsoft.com/office/drawing/2014/main" id="{5E020019-37DA-47B1-A859-25E2009F7C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52607" y="1741989"/>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23">
              <a:extLst>
                <a:ext uri="{FF2B5EF4-FFF2-40B4-BE49-F238E27FC236}">
                  <a16:creationId xmlns:a16="http://schemas.microsoft.com/office/drawing/2014/main" id="{FC071985-7349-45B2-AD36-AB9014D81F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68114" y="205787"/>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30">
              <a:extLst>
                <a:ext uri="{FF2B5EF4-FFF2-40B4-BE49-F238E27FC236}">
                  <a16:creationId xmlns:a16="http://schemas.microsoft.com/office/drawing/2014/main" id="{8A8374B4-6CAE-4B1D-8AD8-BBD71C66E4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41335" y="495036"/>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31">
              <a:extLst>
                <a:ext uri="{FF2B5EF4-FFF2-40B4-BE49-F238E27FC236}">
                  <a16:creationId xmlns:a16="http://schemas.microsoft.com/office/drawing/2014/main" id="{4F0392BB-C222-4B4A-B3F7-86E1953966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55153" y="1050023"/>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35">
              <a:extLst>
                <a:ext uri="{FF2B5EF4-FFF2-40B4-BE49-F238E27FC236}">
                  <a16:creationId xmlns:a16="http://schemas.microsoft.com/office/drawing/2014/main" id="{A602A52C-3AB9-4D97-AE2A-BB87DB6ACA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42492" y="820365"/>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41">
              <a:extLst>
                <a:ext uri="{FF2B5EF4-FFF2-40B4-BE49-F238E27FC236}">
                  <a16:creationId xmlns:a16="http://schemas.microsoft.com/office/drawing/2014/main" id="{B30A965C-348F-4CA1-882F-46F532A33B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81044" y="1422049"/>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77">
              <a:extLst>
                <a:ext uri="{FF2B5EF4-FFF2-40B4-BE49-F238E27FC236}">
                  <a16:creationId xmlns:a16="http://schemas.microsoft.com/office/drawing/2014/main" id="{3DB93D99-B20E-4CEF-A4B5-E355F2EF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9747" y="19557"/>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21">
              <a:extLst>
                <a:ext uri="{FF2B5EF4-FFF2-40B4-BE49-F238E27FC236}">
                  <a16:creationId xmlns:a16="http://schemas.microsoft.com/office/drawing/2014/main" id="{59BF81A2-5680-4745-9838-B87F14A4EE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60727" y="5686"/>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
              <a:extLst>
                <a:ext uri="{FF2B5EF4-FFF2-40B4-BE49-F238E27FC236}">
                  <a16:creationId xmlns:a16="http://schemas.microsoft.com/office/drawing/2014/main" id="{15D7F206-A93F-4CCC-B241-B733ECFCF9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2159" y="10719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7">
              <a:extLst>
                <a:ext uri="{FF2B5EF4-FFF2-40B4-BE49-F238E27FC236}">
                  <a16:creationId xmlns:a16="http://schemas.microsoft.com/office/drawing/2014/main" id="{88E77691-B7C1-4F5D-98EC-C5508CDFB6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6315" y="67225"/>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94">
              <a:extLst>
                <a:ext uri="{FF2B5EF4-FFF2-40B4-BE49-F238E27FC236}">
                  <a16:creationId xmlns:a16="http://schemas.microsoft.com/office/drawing/2014/main" id="{B15258A7-A882-4D79-B870-C92A57D6B6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39661" y="1306068"/>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97">
              <a:extLst>
                <a:ext uri="{FF2B5EF4-FFF2-40B4-BE49-F238E27FC236}">
                  <a16:creationId xmlns:a16="http://schemas.microsoft.com/office/drawing/2014/main" id="{CF3D5844-0132-49FA-BD1E-5263802F47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68751" y="1744954"/>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101">
              <a:extLst>
                <a:ext uri="{FF2B5EF4-FFF2-40B4-BE49-F238E27FC236}">
                  <a16:creationId xmlns:a16="http://schemas.microsoft.com/office/drawing/2014/main" id="{A399F043-AB24-4109-800A-BD94939A40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47006" y="1478722"/>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02">
              <a:extLst>
                <a:ext uri="{FF2B5EF4-FFF2-40B4-BE49-F238E27FC236}">
                  <a16:creationId xmlns:a16="http://schemas.microsoft.com/office/drawing/2014/main" id="{796159AE-3178-456B-B411-196E260E5E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67663" y="1109557"/>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03">
              <a:extLst>
                <a:ext uri="{FF2B5EF4-FFF2-40B4-BE49-F238E27FC236}">
                  <a16:creationId xmlns:a16="http://schemas.microsoft.com/office/drawing/2014/main" id="{B0562100-3934-4A15-8C23-D55F111D9E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65260" y="835870"/>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17">
              <a:extLst>
                <a:ext uri="{FF2B5EF4-FFF2-40B4-BE49-F238E27FC236}">
                  <a16:creationId xmlns:a16="http://schemas.microsoft.com/office/drawing/2014/main" id="{6DD7C928-63AE-4BCB-9843-570F9E04E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47263" y="889298"/>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18">
              <a:extLst>
                <a:ext uri="{FF2B5EF4-FFF2-40B4-BE49-F238E27FC236}">
                  <a16:creationId xmlns:a16="http://schemas.microsoft.com/office/drawing/2014/main" id="{5AC011E4-1DCA-418C-8008-AE4E1E61D0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33783" y="22103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19">
              <a:extLst>
                <a:ext uri="{FF2B5EF4-FFF2-40B4-BE49-F238E27FC236}">
                  <a16:creationId xmlns:a16="http://schemas.microsoft.com/office/drawing/2014/main" id="{5B2D3B89-E1F5-40D8-AEC0-8E7B2E67AE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14899" y="458514"/>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36">
              <a:extLst>
                <a:ext uri="{FF2B5EF4-FFF2-40B4-BE49-F238E27FC236}">
                  <a16:creationId xmlns:a16="http://schemas.microsoft.com/office/drawing/2014/main" id="{DBB111D7-2067-4503-A6F9-647407E181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42418" y="1263253"/>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37">
              <a:extLst>
                <a:ext uri="{FF2B5EF4-FFF2-40B4-BE49-F238E27FC236}">
                  <a16:creationId xmlns:a16="http://schemas.microsoft.com/office/drawing/2014/main" id="{20B3ED41-DE4C-4CE7-A8DE-B4ED03137D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57923" y="1656413"/>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39">
              <a:extLst>
                <a:ext uri="{FF2B5EF4-FFF2-40B4-BE49-F238E27FC236}">
                  <a16:creationId xmlns:a16="http://schemas.microsoft.com/office/drawing/2014/main" id="{F4EE6DAD-6518-47B6-A04F-484A162676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61863" y="321142"/>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43">
              <a:extLst>
                <a:ext uri="{FF2B5EF4-FFF2-40B4-BE49-F238E27FC236}">
                  <a16:creationId xmlns:a16="http://schemas.microsoft.com/office/drawing/2014/main" id="{B6867974-B4C0-48AA-A205-B435998B74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72041" y="1015660"/>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44">
              <a:extLst>
                <a:ext uri="{FF2B5EF4-FFF2-40B4-BE49-F238E27FC236}">
                  <a16:creationId xmlns:a16="http://schemas.microsoft.com/office/drawing/2014/main" id="{21F27A0E-A6C1-4AFE-8CBA-28E4FE70BC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88371" y="790064"/>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45">
              <a:extLst>
                <a:ext uri="{FF2B5EF4-FFF2-40B4-BE49-F238E27FC236}">
                  <a16:creationId xmlns:a16="http://schemas.microsoft.com/office/drawing/2014/main" id="{AAA114B9-98D7-4840-8602-457F0741B7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92441" y="60206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8">
              <a:extLst>
                <a:ext uri="{FF2B5EF4-FFF2-40B4-BE49-F238E27FC236}">
                  <a16:creationId xmlns:a16="http://schemas.microsoft.com/office/drawing/2014/main" id="{4E9E63DF-694C-4693-8D8B-0275BB744D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56151" y="131093"/>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56" name="Freeform 113">
            <a:extLst>
              <a:ext uri="{FF2B5EF4-FFF2-40B4-BE49-F238E27FC236}">
                <a16:creationId xmlns:a16="http://schemas.microsoft.com/office/drawing/2014/main" id="{B1A3BF1A-EF96-468A-B04F-AFDF6621D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429612" y="2010881"/>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CB5A3778-4474-95DD-2409-A25EC906E48A}"/>
              </a:ext>
            </a:extLst>
          </p:cNvPr>
          <p:cNvSpPr txBox="1"/>
          <p:nvPr/>
        </p:nvSpPr>
        <p:spPr>
          <a:xfrm>
            <a:off x="1227871" y="1874690"/>
            <a:ext cx="5009643" cy="3197413"/>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a:lnSpc>
                <a:spcPct val="150000"/>
              </a:lnSpc>
              <a:spcAft>
                <a:spcPts val="600"/>
              </a:spcAft>
              <a:buClr>
                <a:schemeClr val="bg2">
                  <a:lumMod val="75000"/>
                </a:schemeClr>
              </a:buClr>
            </a:pPr>
            <a:r>
              <a:rPr lang="en-US" sz="2400" b="1" dirty="0">
                <a:solidFill>
                  <a:schemeClr val="tx2"/>
                </a:solidFill>
              </a:rPr>
              <a:t>Safety Issues:</a:t>
            </a:r>
          </a:p>
        </p:txBody>
      </p:sp>
      <p:grpSp>
        <p:nvGrpSpPr>
          <p:cNvPr id="58" name="Group 57">
            <a:extLst>
              <a:ext uri="{FF2B5EF4-FFF2-40B4-BE49-F238E27FC236}">
                <a16:creationId xmlns:a16="http://schemas.microsoft.com/office/drawing/2014/main" id="{AC1582F5-FF93-46BF-A92F-D4490D6538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72524" y="5987703"/>
            <a:ext cx="1274531" cy="932361"/>
            <a:chOff x="10372524" y="5987703"/>
            <a:chExt cx="1274531" cy="932361"/>
          </a:xfrm>
        </p:grpSpPr>
        <p:sp>
          <p:nvSpPr>
            <p:cNvPr id="59" name="Freeform 82">
              <a:extLst>
                <a:ext uri="{FF2B5EF4-FFF2-40B4-BE49-F238E27FC236}">
                  <a16:creationId xmlns:a16="http://schemas.microsoft.com/office/drawing/2014/main" id="{EDA30C63-7387-41DF-A6B0-5E3B1AF60C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61" y="6018941"/>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70">
              <a:extLst>
                <a:ext uri="{FF2B5EF4-FFF2-40B4-BE49-F238E27FC236}">
                  <a16:creationId xmlns:a16="http://schemas.microsoft.com/office/drawing/2014/main" id="{0F9349DE-8C14-4D6E-B1C2-4750F704C0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43533" y="6280908"/>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85">
              <a:extLst>
                <a:ext uri="{FF2B5EF4-FFF2-40B4-BE49-F238E27FC236}">
                  <a16:creationId xmlns:a16="http://schemas.microsoft.com/office/drawing/2014/main" id="{0093B34B-1559-4D7A-90CF-114125FD62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20975" y="6503581"/>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87">
              <a:extLst>
                <a:ext uri="{FF2B5EF4-FFF2-40B4-BE49-F238E27FC236}">
                  <a16:creationId xmlns:a16="http://schemas.microsoft.com/office/drawing/2014/main" id="{F32E37EB-F93F-4ACA-8EC5-8313085014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2215" y="6733978"/>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94">
              <a:extLst>
                <a:ext uri="{FF2B5EF4-FFF2-40B4-BE49-F238E27FC236}">
                  <a16:creationId xmlns:a16="http://schemas.microsoft.com/office/drawing/2014/main" id="{6486B439-14A8-40F4-BD01-2647D4752F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06680" y="6716732"/>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18">
              <a:extLst>
                <a:ext uri="{FF2B5EF4-FFF2-40B4-BE49-F238E27FC236}">
                  <a16:creationId xmlns:a16="http://schemas.microsoft.com/office/drawing/2014/main" id="{3EA0483A-6030-445C-9A9E-FC8847FD4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3570" y="660050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19">
              <a:extLst>
                <a:ext uri="{FF2B5EF4-FFF2-40B4-BE49-F238E27FC236}">
                  <a16:creationId xmlns:a16="http://schemas.microsoft.com/office/drawing/2014/main" id="{54E9F49B-F300-4A14-B0F3-36A75B1713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9260" y="6415578"/>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39">
              <a:extLst>
                <a:ext uri="{FF2B5EF4-FFF2-40B4-BE49-F238E27FC236}">
                  <a16:creationId xmlns:a16="http://schemas.microsoft.com/office/drawing/2014/main" id="{293DA61B-9566-467E-A357-E86CD8E7E2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04088" y="6551279"/>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44">
              <a:extLst>
                <a:ext uri="{FF2B5EF4-FFF2-40B4-BE49-F238E27FC236}">
                  <a16:creationId xmlns:a16="http://schemas.microsoft.com/office/drawing/2014/main" id="{A1A7223C-6F2C-487D-A45A-6EBBD051A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41775" y="6182738"/>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45">
              <a:extLst>
                <a:ext uri="{FF2B5EF4-FFF2-40B4-BE49-F238E27FC236}">
                  <a16:creationId xmlns:a16="http://schemas.microsoft.com/office/drawing/2014/main" id="{DC4DE17D-AC51-4C89-AC1A-016A928A1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83257" y="6290757"/>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
              <a:extLst>
                <a:ext uri="{FF2B5EF4-FFF2-40B4-BE49-F238E27FC236}">
                  <a16:creationId xmlns:a16="http://schemas.microsoft.com/office/drawing/2014/main" id="{95D0E198-D3C3-4790-881E-4DF6C9D7FD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09800" y="6752465"/>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51">
              <a:extLst>
                <a:ext uri="{FF2B5EF4-FFF2-40B4-BE49-F238E27FC236}">
                  <a16:creationId xmlns:a16="http://schemas.microsoft.com/office/drawing/2014/main" id="{E9952623-7C81-47CA-85D8-C872DE84E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219682" y="6196029"/>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F90AA42C-D724-4AD8-81F3-CDFC420635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53319" y="6028606"/>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CAB3A278-E8E7-4070-B30A-31B5DE9805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487085" y="6029984"/>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6">
              <a:extLst>
                <a:ext uri="{FF2B5EF4-FFF2-40B4-BE49-F238E27FC236}">
                  <a16:creationId xmlns:a16="http://schemas.microsoft.com/office/drawing/2014/main" id="{910FC82B-A4C1-428C-A576-79B5F6D189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918273" y="6040831"/>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106">
              <a:extLst>
                <a:ext uri="{FF2B5EF4-FFF2-40B4-BE49-F238E27FC236}">
                  <a16:creationId xmlns:a16="http://schemas.microsoft.com/office/drawing/2014/main" id="{B9CB6255-5C91-4496-B0AE-529737BC53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53729" y="628141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110">
              <a:extLst>
                <a:ext uri="{FF2B5EF4-FFF2-40B4-BE49-F238E27FC236}">
                  <a16:creationId xmlns:a16="http://schemas.microsoft.com/office/drawing/2014/main" id="{A58DBA3F-B3E2-4AD9-A93C-FDF997582E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3094" y="6512109"/>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123">
              <a:extLst>
                <a:ext uri="{FF2B5EF4-FFF2-40B4-BE49-F238E27FC236}">
                  <a16:creationId xmlns:a16="http://schemas.microsoft.com/office/drawing/2014/main" id="{AE100164-158F-422B-8A80-DFF4E0E06E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11803" y="6599947"/>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130">
              <a:extLst>
                <a:ext uri="{FF2B5EF4-FFF2-40B4-BE49-F238E27FC236}">
                  <a16:creationId xmlns:a16="http://schemas.microsoft.com/office/drawing/2014/main" id="{1A0EF69A-22C3-4FF9-B6DD-55C6DAC3BB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98032" y="6383097"/>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141">
              <a:extLst>
                <a:ext uri="{FF2B5EF4-FFF2-40B4-BE49-F238E27FC236}">
                  <a16:creationId xmlns:a16="http://schemas.microsoft.com/office/drawing/2014/main" id="{3963C700-CFE8-4ED2-8E1E-1139AC305D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56888" y="6756491"/>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99">
              <a:extLst>
                <a:ext uri="{FF2B5EF4-FFF2-40B4-BE49-F238E27FC236}">
                  <a16:creationId xmlns:a16="http://schemas.microsoft.com/office/drawing/2014/main" id="{86FC694B-4A70-4160-A64D-DA282DE95B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19290" y="6036794"/>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
              <a:extLst>
                <a:ext uri="{FF2B5EF4-FFF2-40B4-BE49-F238E27FC236}">
                  <a16:creationId xmlns:a16="http://schemas.microsoft.com/office/drawing/2014/main" id="{2A55A10A-49CA-42B6-84C9-8A1A1596D7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68502" y="675929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5" name="TextBox 4">
            <a:extLst>
              <a:ext uri="{FF2B5EF4-FFF2-40B4-BE49-F238E27FC236}">
                <a16:creationId xmlns:a16="http://schemas.microsoft.com/office/drawing/2014/main" id="{509EC0AF-CE75-DEAA-D012-69863988284D}"/>
              </a:ext>
            </a:extLst>
          </p:cNvPr>
          <p:cNvSpPr txBox="1"/>
          <p:nvPr/>
        </p:nvSpPr>
        <p:spPr>
          <a:xfrm>
            <a:off x="917636" y="2806805"/>
            <a:ext cx="8821357" cy="29084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spcAft>
                <a:spcPts val="600"/>
              </a:spcAft>
              <a:buFont typeface="Arial"/>
              <a:buChar char="•"/>
            </a:pPr>
            <a:r>
              <a:rPr lang="en-US" sz="2400" dirty="0">
                <a:latin typeface="Calibri"/>
                <a:ea typeface="Yu Gothic"/>
                <a:cs typeface="Calibri"/>
              </a:rPr>
              <a:t>Poor quality of air carrier maintenance program and FAA surveillance</a:t>
            </a:r>
          </a:p>
          <a:p>
            <a:pPr marL="285750" indent="-285750">
              <a:spcAft>
                <a:spcPts val="600"/>
              </a:spcAft>
              <a:buFont typeface="Arial"/>
              <a:buChar char="•"/>
            </a:pPr>
            <a:r>
              <a:rPr lang="en-US" sz="2400" dirty="0">
                <a:latin typeface="Calibri"/>
                <a:ea typeface="Yu Gothic"/>
                <a:cs typeface="Calibri"/>
              </a:rPr>
              <a:t>The engineering designs, certification and continuing airworthiness of the B-737 with particular emphasis on multiple site fatigue cracking of the fuselage lap joints</a:t>
            </a:r>
          </a:p>
          <a:p>
            <a:pPr marL="285750" indent="-285750">
              <a:spcAft>
                <a:spcPts val="600"/>
              </a:spcAft>
              <a:buFont typeface="Arial"/>
              <a:buChar char="•"/>
            </a:pPr>
            <a:r>
              <a:rPr lang="en-US" sz="2400" dirty="0">
                <a:latin typeface="Calibri"/>
                <a:ea typeface="Yu Gothic"/>
                <a:cs typeface="Calibri"/>
              </a:rPr>
              <a:t>Human aspects of air carrier maintenance and inspection </a:t>
            </a:r>
          </a:p>
          <a:p>
            <a:pPr marL="285750" indent="-285750">
              <a:spcAft>
                <a:spcPts val="600"/>
              </a:spcAft>
              <a:buFont typeface="Arial"/>
              <a:buChar char="•"/>
            </a:pPr>
            <a:endParaRPr lang="en-US" sz="2400" dirty="0">
              <a:latin typeface="Calibri"/>
              <a:ea typeface="Yu Gothic"/>
              <a:cs typeface="Calibri"/>
            </a:endParaRPr>
          </a:p>
        </p:txBody>
      </p:sp>
    </p:spTree>
    <p:extLst>
      <p:ext uri="{BB962C8B-B14F-4D97-AF65-F5344CB8AC3E}">
        <p14:creationId xmlns:p14="http://schemas.microsoft.com/office/powerpoint/2010/main" val="27928695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70736-2040-5920-5DD9-F942E9996995}"/>
              </a:ext>
            </a:extLst>
          </p:cNvPr>
          <p:cNvSpPr>
            <a:spLocks noGrp="1"/>
          </p:cNvSpPr>
          <p:nvPr>
            <p:ph type="title"/>
          </p:nvPr>
        </p:nvSpPr>
        <p:spPr/>
        <p:txBody>
          <a:bodyPr/>
          <a:lstStyle/>
          <a:p>
            <a:r>
              <a:rPr lang="en-US" dirty="0">
                <a:ea typeface="Yu Gothic"/>
              </a:rPr>
              <a:t>Investigation:</a:t>
            </a:r>
            <a:endParaRPr lang="en-US" b="0" dirty="0">
              <a:solidFill>
                <a:srgbClr val="000000"/>
              </a:solidFill>
              <a:ea typeface="Yu Gothic"/>
            </a:endParaRPr>
          </a:p>
          <a:p>
            <a:endParaRPr lang="en-US" dirty="0">
              <a:ea typeface="Yu Gothic"/>
            </a:endParaRPr>
          </a:p>
        </p:txBody>
      </p:sp>
      <p:sp>
        <p:nvSpPr>
          <p:cNvPr id="3" name="Content Placeholder 2">
            <a:extLst>
              <a:ext uri="{FF2B5EF4-FFF2-40B4-BE49-F238E27FC236}">
                <a16:creationId xmlns:a16="http://schemas.microsoft.com/office/drawing/2014/main" id="{8203F152-633E-F185-23ED-BDDB815E0A32}"/>
              </a:ext>
            </a:extLst>
          </p:cNvPr>
          <p:cNvSpPr>
            <a:spLocks noGrp="1"/>
          </p:cNvSpPr>
          <p:nvPr>
            <p:ph idx="1"/>
          </p:nvPr>
        </p:nvSpPr>
        <p:spPr/>
        <p:txBody>
          <a:bodyPr lIns="109728" tIns="109728" rIns="109728" bIns="91440" anchor="t"/>
          <a:lstStyle/>
          <a:p>
            <a:r>
              <a:rPr lang="en-US" sz="2400" dirty="0">
                <a:solidFill>
                  <a:schemeClr val="tx1"/>
                </a:solidFill>
                <a:latin typeface="Calibri"/>
                <a:ea typeface="Yu Gothic"/>
                <a:cs typeface="Calibri"/>
              </a:rPr>
              <a:t>In contact with corrosive environment in entirety of its service</a:t>
            </a:r>
          </a:p>
          <a:p>
            <a:pPr>
              <a:buClr>
                <a:srgbClr val="C3B2A7"/>
              </a:buClr>
            </a:pPr>
            <a:r>
              <a:rPr lang="en-US" sz="2400" dirty="0">
                <a:solidFill>
                  <a:schemeClr val="tx1"/>
                </a:solidFill>
                <a:latin typeface="Calibri"/>
                <a:ea typeface="Yu Gothic"/>
                <a:cs typeface="Calibri"/>
              </a:rPr>
              <a:t>Crevice corrosion occurring in between lap joints</a:t>
            </a:r>
          </a:p>
          <a:p>
            <a:pPr>
              <a:buClr>
                <a:srgbClr val="C3B2A7"/>
              </a:buClr>
            </a:pPr>
            <a:r>
              <a:rPr lang="en-US" sz="2400" dirty="0">
                <a:solidFill>
                  <a:srgbClr val="2E2E2E"/>
                </a:solidFill>
                <a:latin typeface="Calibri"/>
                <a:ea typeface="Yu Gothic"/>
                <a:cs typeface="Calibri"/>
              </a:rPr>
              <a:t>Cylindrical shape of the airplane’s fuselage resulting in the larger longitudinal stress leading to the rapid decompression </a:t>
            </a:r>
          </a:p>
          <a:p>
            <a:pPr>
              <a:buClr>
                <a:srgbClr val="C3B2A7"/>
              </a:buClr>
            </a:pPr>
            <a:r>
              <a:rPr lang="en-US" sz="2400" dirty="0">
                <a:solidFill>
                  <a:srgbClr val="2E2E2E"/>
                </a:solidFill>
                <a:latin typeface="Calibri"/>
                <a:ea typeface="Yu Gothic"/>
                <a:cs typeface="Calibri"/>
              </a:rPr>
              <a:t>Cold-bond usage in the lap joints which had low environmental durability and was susceptible to corrosion</a:t>
            </a:r>
          </a:p>
          <a:p>
            <a:pPr>
              <a:buClr>
                <a:srgbClr val="C3B2A7"/>
              </a:buClr>
            </a:pPr>
            <a:endParaRPr lang="en-US" sz="2400" dirty="0">
              <a:solidFill>
                <a:schemeClr val="tx1"/>
              </a:solidFill>
              <a:latin typeface="Calibri"/>
              <a:ea typeface="Yu Gothic"/>
              <a:cs typeface="Calibri"/>
            </a:endParaRPr>
          </a:p>
          <a:p>
            <a:pPr>
              <a:buClr>
                <a:srgbClr val="C3B2A7"/>
              </a:buClr>
            </a:pPr>
            <a:endParaRPr lang="en-US" sz="2400" dirty="0">
              <a:solidFill>
                <a:schemeClr val="tx1"/>
              </a:solidFill>
              <a:latin typeface="Calibri"/>
              <a:ea typeface="Yu Gothic"/>
              <a:cs typeface="Calibri"/>
            </a:endParaRPr>
          </a:p>
        </p:txBody>
      </p:sp>
      <p:sp>
        <p:nvSpPr>
          <p:cNvPr id="5" name="TextBox 4">
            <a:extLst>
              <a:ext uri="{FF2B5EF4-FFF2-40B4-BE49-F238E27FC236}">
                <a16:creationId xmlns:a16="http://schemas.microsoft.com/office/drawing/2014/main" id="{6C3C5329-02FC-3821-0B00-D482EF567C10}"/>
              </a:ext>
            </a:extLst>
          </p:cNvPr>
          <p:cNvSpPr txBox="1"/>
          <p:nvPr/>
        </p:nvSpPr>
        <p:spPr>
          <a:xfrm>
            <a:off x="1102718" y="1293254"/>
            <a:ext cx="3893376" cy="3811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Yu Gothic"/>
              </a:rPr>
              <a:t>Physical and chemical aspects:</a:t>
            </a:r>
          </a:p>
        </p:txBody>
      </p:sp>
    </p:spTree>
    <p:extLst>
      <p:ext uri="{BB962C8B-B14F-4D97-AF65-F5344CB8AC3E}">
        <p14:creationId xmlns:p14="http://schemas.microsoft.com/office/powerpoint/2010/main" val="60127937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69CBA-5285-8EED-5209-5F380C6B356D}"/>
              </a:ext>
            </a:extLst>
          </p:cNvPr>
          <p:cNvSpPr>
            <a:spLocks noGrp="1"/>
          </p:cNvSpPr>
          <p:nvPr>
            <p:ph type="title"/>
          </p:nvPr>
        </p:nvSpPr>
        <p:spPr>
          <a:xfrm>
            <a:off x="1069848" y="626185"/>
            <a:ext cx="9634011" cy="1325563"/>
          </a:xfrm>
        </p:spPr>
        <p:txBody>
          <a:bodyPr/>
          <a:lstStyle/>
          <a:p>
            <a:r>
              <a:rPr lang="en-US" dirty="0">
                <a:ea typeface="Yu Gothic"/>
              </a:rPr>
              <a:t>Investigation(Contd.):</a:t>
            </a:r>
            <a:endParaRPr lang="en-US" b="0" dirty="0">
              <a:solidFill>
                <a:srgbClr val="000000"/>
              </a:solidFill>
              <a:ea typeface="Yu Gothic"/>
            </a:endParaRPr>
          </a:p>
          <a:p>
            <a:endParaRPr lang="en-US" b="0" dirty="0">
              <a:solidFill>
                <a:srgbClr val="000000"/>
              </a:solidFill>
              <a:ea typeface="Yu Gothic"/>
            </a:endParaRPr>
          </a:p>
          <a:p>
            <a:endParaRPr lang="en-US" dirty="0">
              <a:ea typeface="Yu Gothic"/>
            </a:endParaRPr>
          </a:p>
        </p:txBody>
      </p:sp>
      <p:sp>
        <p:nvSpPr>
          <p:cNvPr id="3" name="Content Placeholder 2">
            <a:extLst>
              <a:ext uri="{FF2B5EF4-FFF2-40B4-BE49-F238E27FC236}">
                <a16:creationId xmlns:a16="http://schemas.microsoft.com/office/drawing/2014/main" id="{92DC738D-E339-C9E8-D45F-C144AF5FB7EC}"/>
              </a:ext>
            </a:extLst>
          </p:cNvPr>
          <p:cNvSpPr>
            <a:spLocks noGrp="1"/>
          </p:cNvSpPr>
          <p:nvPr>
            <p:ph idx="1"/>
          </p:nvPr>
        </p:nvSpPr>
        <p:spPr/>
        <p:txBody>
          <a:bodyPr lIns="109728" tIns="109728" rIns="109728" bIns="91440" anchor="t"/>
          <a:lstStyle/>
          <a:p>
            <a:r>
              <a:rPr lang="en-US" sz="2400" dirty="0">
                <a:solidFill>
                  <a:schemeClr val="tx1"/>
                </a:solidFill>
                <a:latin typeface="Calibri"/>
                <a:ea typeface="+mn-lt"/>
                <a:cs typeface="+mn-lt"/>
              </a:rPr>
              <a:t>Corrosion accelerates the mechanism of fatigue failure by generating stress concentration</a:t>
            </a:r>
          </a:p>
          <a:p>
            <a:pPr>
              <a:buClr>
                <a:srgbClr val="C3B2A7"/>
              </a:buClr>
            </a:pPr>
            <a:r>
              <a:rPr lang="en-US" sz="2400" dirty="0">
                <a:solidFill>
                  <a:schemeClr val="tx1"/>
                </a:solidFill>
                <a:latin typeface="Calibri"/>
                <a:ea typeface="+mn-lt"/>
                <a:cs typeface="+mn-lt"/>
              </a:rPr>
              <a:t>Repeated pressurization and depressurization cycles causing stress on the fuselage leading to metal fatigue</a:t>
            </a:r>
            <a:endParaRPr lang="en-US">
              <a:solidFill>
                <a:schemeClr val="tx1"/>
              </a:solidFill>
            </a:endParaRPr>
          </a:p>
          <a:p>
            <a:pPr>
              <a:buClr>
                <a:srgbClr val="C3B2A7"/>
              </a:buClr>
            </a:pPr>
            <a:r>
              <a:rPr lang="en-US" sz="2400" dirty="0">
                <a:solidFill>
                  <a:schemeClr val="tx1"/>
                </a:solidFill>
                <a:latin typeface="Calibri"/>
                <a:ea typeface="+mn-lt"/>
                <a:cs typeface="+mn-lt"/>
              </a:rPr>
              <a:t>Multiple site fatigue cracking of the skin adjacent to lap joints of upper rivet row</a:t>
            </a:r>
          </a:p>
          <a:p>
            <a:pPr>
              <a:buClr>
                <a:srgbClr val="C3B2A7"/>
              </a:buClr>
            </a:pPr>
            <a:r>
              <a:rPr lang="en-US" sz="2400" dirty="0">
                <a:solidFill>
                  <a:srgbClr val="000000"/>
                </a:solidFill>
                <a:latin typeface="Calibri"/>
                <a:ea typeface="+mn-lt"/>
                <a:cs typeface="+mn-lt"/>
              </a:rPr>
              <a:t>Weakened structural integrity of the aircraft</a:t>
            </a:r>
            <a:endParaRPr lang="en-US" sz="2400" dirty="0">
              <a:solidFill>
                <a:srgbClr val="2E2E2E"/>
              </a:solidFill>
              <a:latin typeface="Calibri"/>
              <a:ea typeface="+mn-lt"/>
              <a:cs typeface="+mn-lt"/>
            </a:endParaRPr>
          </a:p>
          <a:p>
            <a:pPr marL="0" indent="0">
              <a:buClr>
                <a:srgbClr val="C3B2A7"/>
              </a:buClr>
              <a:buNone/>
            </a:pPr>
            <a:endParaRPr lang="en-US" sz="2400" dirty="0">
              <a:solidFill>
                <a:srgbClr val="2E2E2E"/>
              </a:solidFill>
              <a:latin typeface="Calibri"/>
              <a:ea typeface="Yu Gothic"/>
              <a:cs typeface="Calibri"/>
            </a:endParaRPr>
          </a:p>
        </p:txBody>
      </p:sp>
      <p:sp>
        <p:nvSpPr>
          <p:cNvPr id="4" name="TextBox 3">
            <a:extLst>
              <a:ext uri="{FF2B5EF4-FFF2-40B4-BE49-F238E27FC236}">
                <a16:creationId xmlns:a16="http://schemas.microsoft.com/office/drawing/2014/main" id="{7C310C2B-19DC-51B8-1977-378AB244D154}"/>
              </a:ext>
            </a:extLst>
          </p:cNvPr>
          <p:cNvSpPr txBox="1"/>
          <p:nvPr/>
        </p:nvSpPr>
        <p:spPr>
          <a:xfrm>
            <a:off x="1112298" y="1291593"/>
            <a:ext cx="4982433" cy="9848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000000"/>
                </a:solidFill>
                <a:latin typeface="Yu Gothic"/>
                <a:ea typeface="Yu Gothic"/>
                <a:cs typeface="Segoe UI"/>
              </a:rPr>
              <a:t>Physical and chemical </a:t>
            </a:r>
            <a:r>
              <a:rPr lang="en-US" b="1" dirty="0">
                <a:latin typeface="Yu Gothic"/>
                <a:ea typeface="Yu Gothic"/>
                <a:cs typeface="Segoe UI"/>
              </a:rPr>
              <a:t>aspects</a:t>
            </a:r>
            <a:r>
              <a:rPr lang="en-US" b="1" baseline="0" dirty="0">
                <a:solidFill>
                  <a:srgbClr val="000000"/>
                </a:solidFill>
                <a:latin typeface="Yu Gothic"/>
                <a:ea typeface="Yu Gothic"/>
                <a:cs typeface="Segoe UI"/>
              </a:rPr>
              <a:t>:</a:t>
            </a:r>
            <a:endParaRPr lang="en-US" dirty="0">
              <a:solidFill>
                <a:srgbClr val="000000"/>
              </a:solidFill>
              <a:latin typeface="Yu Gothic"/>
              <a:ea typeface="Yu Gothic"/>
              <a:cs typeface="Segoe UI"/>
            </a:endParaRPr>
          </a:p>
          <a:p>
            <a:endParaRPr lang="en-US" sz="4000" dirty="0">
              <a:cs typeface="Segoe UI"/>
            </a:endParaRPr>
          </a:p>
        </p:txBody>
      </p:sp>
    </p:spTree>
    <p:extLst>
      <p:ext uri="{BB962C8B-B14F-4D97-AF65-F5344CB8AC3E}">
        <p14:creationId xmlns:p14="http://schemas.microsoft.com/office/powerpoint/2010/main" val="11770164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2" name="Rectangle 171">
            <a:extLst>
              <a:ext uri="{FF2B5EF4-FFF2-40B4-BE49-F238E27FC236}">
                <a16:creationId xmlns:a16="http://schemas.microsoft.com/office/drawing/2014/main" id="{9FF4A234-29BA-4B70-BFC0-64FBB64F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7FF62AAC-1C5B-406E-8F1E-5B0FD8E9D6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29D994-B6CB-BD94-C9E1-E8E270E7F870}"/>
              </a:ext>
            </a:extLst>
          </p:cNvPr>
          <p:cNvSpPr>
            <a:spLocks noGrp="1"/>
          </p:cNvSpPr>
          <p:nvPr>
            <p:ph type="title"/>
          </p:nvPr>
        </p:nvSpPr>
        <p:spPr>
          <a:xfrm>
            <a:off x="1073811" y="718366"/>
            <a:ext cx="9483513" cy="944656"/>
          </a:xfrm>
        </p:spPr>
        <p:txBody>
          <a:bodyPr>
            <a:normAutofit/>
          </a:bodyPr>
          <a:lstStyle/>
          <a:p>
            <a:pPr algn="ctr"/>
            <a:r>
              <a:rPr lang="en-US" dirty="0">
                <a:ea typeface="Yu Gothic"/>
              </a:rPr>
              <a:t>Investigation</a:t>
            </a:r>
            <a:endParaRPr lang="en-US" b="0">
              <a:ea typeface="Yu Gothic"/>
            </a:endParaRPr>
          </a:p>
          <a:p>
            <a:endParaRPr lang="en-US" b="0">
              <a:ea typeface="Yu Gothic"/>
            </a:endParaRPr>
          </a:p>
          <a:p>
            <a:endParaRPr lang="en-US">
              <a:ea typeface="Yu Gothic"/>
            </a:endParaRPr>
          </a:p>
        </p:txBody>
      </p:sp>
      <p:sp>
        <p:nvSpPr>
          <p:cNvPr id="176" name="Rectangle 175">
            <a:extLst>
              <a:ext uri="{FF2B5EF4-FFF2-40B4-BE49-F238E27FC236}">
                <a16:creationId xmlns:a16="http://schemas.microsoft.com/office/drawing/2014/main" id="{EC2268EF-1ED3-4797-8355-F5078CB18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700" y="1883764"/>
            <a:ext cx="8978579" cy="4097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686245-7578-5EE1-9017-29949655FA47}"/>
              </a:ext>
            </a:extLst>
          </p:cNvPr>
          <p:cNvSpPr>
            <a:spLocks noGrp="1"/>
          </p:cNvSpPr>
          <p:nvPr>
            <p:ph idx="1"/>
          </p:nvPr>
        </p:nvSpPr>
        <p:spPr>
          <a:xfrm>
            <a:off x="2547510" y="1956241"/>
            <a:ext cx="7598826" cy="2945618"/>
          </a:xfrm>
        </p:spPr>
        <p:txBody>
          <a:bodyPr lIns="109728" tIns="109728" rIns="109728" bIns="91440" anchor="t">
            <a:noAutofit/>
          </a:bodyPr>
          <a:lstStyle/>
          <a:p>
            <a:pPr marL="0" indent="0" algn="ctr">
              <a:buNone/>
            </a:pPr>
            <a:r>
              <a:rPr lang="en-US" sz="2400" dirty="0">
                <a:latin typeface="Calibri"/>
                <a:ea typeface="Yu Gothic"/>
                <a:cs typeface="Calibri"/>
              </a:rPr>
              <a:t>The combination of corrosion weakening the metal structure  the specific lap joints and fatigue from repeated pressurized cycles ultimately lead to the catastrophic failure of the fuselage mid flight The sudden rupture created a significant opening in the cabin roof, resulting in rapid decompression and endangering the lives of passengers and crew.</a:t>
            </a:r>
            <a:endParaRPr lang="en-US"/>
          </a:p>
        </p:txBody>
      </p:sp>
      <p:grpSp>
        <p:nvGrpSpPr>
          <p:cNvPr id="178" name="Group 177">
            <a:extLst>
              <a:ext uri="{FF2B5EF4-FFF2-40B4-BE49-F238E27FC236}">
                <a16:creationId xmlns:a16="http://schemas.microsoft.com/office/drawing/2014/main" id="{5CCCD93E-51C6-47E1-8405-8D870E6B52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4460" y="-5553"/>
            <a:ext cx="781459" cy="6853105"/>
            <a:chOff x="11084460" y="-5553"/>
            <a:chExt cx="781459" cy="6853105"/>
          </a:xfrm>
        </p:grpSpPr>
        <p:sp>
          <p:nvSpPr>
            <p:cNvPr id="179" name="Freeform 59">
              <a:extLst>
                <a:ext uri="{FF2B5EF4-FFF2-40B4-BE49-F238E27FC236}">
                  <a16:creationId xmlns:a16="http://schemas.microsoft.com/office/drawing/2014/main" id="{781905C4-1133-4589-891D-4E6052BC9C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5558" y="6708631"/>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78">
              <a:extLst>
                <a:ext uri="{FF2B5EF4-FFF2-40B4-BE49-F238E27FC236}">
                  <a16:creationId xmlns:a16="http://schemas.microsoft.com/office/drawing/2014/main" id="{B549DF45-2D76-437C-ACBF-763DF06F3E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1122" y="657431"/>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79">
              <a:extLst>
                <a:ext uri="{FF2B5EF4-FFF2-40B4-BE49-F238E27FC236}">
                  <a16:creationId xmlns:a16="http://schemas.microsoft.com/office/drawing/2014/main" id="{B49F2B88-F0AA-40D6-997C-4CD28AD29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3494" y="888476"/>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80">
              <a:extLst>
                <a:ext uri="{FF2B5EF4-FFF2-40B4-BE49-F238E27FC236}">
                  <a16:creationId xmlns:a16="http://schemas.microsoft.com/office/drawing/2014/main" id="{36A4A66A-D1F4-4383-8D28-A68695937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8153" y="1126271"/>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81">
              <a:extLst>
                <a:ext uri="{FF2B5EF4-FFF2-40B4-BE49-F238E27FC236}">
                  <a16:creationId xmlns:a16="http://schemas.microsoft.com/office/drawing/2014/main" id="{1A73A306-1140-4842-AB32-DEFA0C75DB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1203" y="2139325"/>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82">
              <a:extLst>
                <a:ext uri="{FF2B5EF4-FFF2-40B4-BE49-F238E27FC236}">
                  <a16:creationId xmlns:a16="http://schemas.microsoft.com/office/drawing/2014/main" id="{9E9F1E99-2F3F-4867-BBFE-FCA8F92CA1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9039" y="1916872"/>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83">
              <a:extLst>
                <a:ext uri="{FF2B5EF4-FFF2-40B4-BE49-F238E27FC236}">
                  <a16:creationId xmlns:a16="http://schemas.microsoft.com/office/drawing/2014/main" id="{015B614E-DBF6-4DE6-9339-24B527AE00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1596" y="1602084"/>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84">
              <a:extLst>
                <a:ext uri="{FF2B5EF4-FFF2-40B4-BE49-F238E27FC236}">
                  <a16:creationId xmlns:a16="http://schemas.microsoft.com/office/drawing/2014/main" id="{2D99F085-1658-457C-A1E7-8BB59784ED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2612" y="452845"/>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86">
              <a:extLst>
                <a:ext uri="{FF2B5EF4-FFF2-40B4-BE49-F238E27FC236}">
                  <a16:creationId xmlns:a16="http://schemas.microsoft.com/office/drawing/2014/main" id="{72314D71-6CB0-478C-A2EE-9DD68D4B0A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2581" y="106836"/>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89">
              <a:extLst>
                <a:ext uri="{FF2B5EF4-FFF2-40B4-BE49-F238E27FC236}">
                  <a16:creationId xmlns:a16="http://schemas.microsoft.com/office/drawing/2014/main" id="{CFF40123-9723-4AED-B3F6-54C54E54AC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7384" y="1389733"/>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90">
              <a:extLst>
                <a:ext uri="{FF2B5EF4-FFF2-40B4-BE49-F238E27FC236}">
                  <a16:creationId xmlns:a16="http://schemas.microsoft.com/office/drawing/2014/main" id="{18149ACA-B455-497E-A336-7CA5EA3FFD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5236" y="2012642"/>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62">
              <a:extLst>
                <a:ext uri="{FF2B5EF4-FFF2-40B4-BE49-F238E27FC236}">
                  <a16:creationId xmlns:a16="http://schemas.microsoft.com/office/drawing/2014/main" id="{BEA79FD9-FE3C-474C-9635-FA1AC8B10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18261" y="2886960"/>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63">
              <a:extLst>
                <a:ext uri="{FF2B5EF4-FFF2-40B4-BE49-F238E27FC236}">
                  <a16:creationId xmlns:a16="http://schemas.microsoft.com/office/drawing/2014/main" id="{5A1C9036-2209-48AB-9A45-1CF7A88BC8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9619" y="4025573"/>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64">
              <a:extLst>
                <a:ext uri="{FF2B5EF4-FFF2-40B4-BE49-F238E27FC236}">
                  <a16:creationId xmlns:a16="http://schemas.microsoft.com/office/drawing/2014/main" id="{949D7B76-E779-437D-BF53-4B314E304D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7570" y="2618652"/>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65">
              <a:extLst>
                <a:ext uri="{FF2B5EF4-FFF2-40B4-BE49-F238E27FC236}">
                  <a16:creationId xmlns:a16="http://schemas.microsoft.com/office/drawing/2014/main" id="{6C7666CC-2CD8-49CF-97E8-03A4748E50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8201" y="3762667"/>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66">
              <a:extLst>
                <a:ext uri="{FF2B5EF4-FFF2-40B4-BE49-F238E27FC236}">
                  <a16:creationId xmlns:a16="http://schemas.microsoft.com/office/drawing/2014/main" id="{6694159E-961A-40AD-9710-DE5D858BE2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5983" y="5309103"/>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67">
              <a:extLst>
                <a:ext uri="{FF2B5EF4-FFF2-40B4-BE49-F238E27FC236}">
                  <a16:creationId xmlns:a16="http://schemas.microsoft.com/office/drawing/2014/main" id="{3415C869-BF38-4F37-A07D-99863F6F0C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66163" y="4525125"/>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68">
              <a:extLst>
                <a:ext uri="{FF2B5EF4-FFF2-40B4-BE49-F238E27FC236}">
                  <a16:creationId xmlns:a16="http://schemas.microsoft.com/office/drawing/2014/main" id="{C532C6F8-F368-4C0C-A0C7-26ED5B5C74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3551" y="3182385"/>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69">
              <a:extLst>
                <a:ext uri="{FF2B5EF4-FFF2-40B4-BE49-F238E27FC236}">
                  <a16:creationId xmlns:a16="http://schemas.microsoft.com/office/drawing/2014/main" id="{CE0F0051-9235-439E-906C-6D4734860A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72808" y="5591348"/>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70">
              <a:extLst>
                <a:ext uri="{FF2B5EF4-FFF2-40B4-BE49-F238E27FC236}">
                  <a16:creationId xmlns:a16="http://schemas.microsoft.com/office/drawing/2014/main" id="{595300AA-1720-4A83-A1A6-AEAC14DC44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37021" y="6183092"/>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71">
              <a:extLst>
                <a:ext uri="{FF2B5EF4-FFF2-40B4-BE49-F238E27FC236}">
                  <a16:creationId xmlns:a16="http://schemas.microsoft.com/office/drawing/2014/main" id="{4C3205CA-C6A4-4BC9-A856-44012512D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4351" y="5070698"/>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72">
              <a:extLst>
                <a:ext uri="{FF2B5EF4-FFF2-40B4-BE49-F238E27FC236}">
                  <a16:creationId xmlns:a16="http://schemas.microsoft.com/office/drawing/2014/main" id="{2ADF09EA-ED2B-435A-98A9-C04F61AEC3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1088" y="4843839"/>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73">
              <a:extLst>
                <a:ext uri="{FF2B5EF4-FFF2-40B4-BE49-F238E27FC236}">
                  <a16:creationId xmlns:a16="http://schemas.microsoft.com/office/drawing/2014/main" id="{FECDE996-00DD-4523-A839-977B3099D6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5961" y="4344204"/>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74">
              <a:extLst>
                <a:ext uri="{FF2B5EF4-FFF2-40B4-BE49-F238E27FC236}">
                  <a16:creationId xmlns:a16="http://schemas.microsoft.com/office/drawing/2014/main" id="{41E13E80-7416-41BF-9F70-0471C37552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53913" y="5924488"/>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75">
              <a:extLst>
                <a:ext uri="{FF2B5EF4-FFF2-40B4-BE49-F238E27FC236}">
                  <a16:creationId xmlns:a16="http://schemas.microsoft.com/office/drawing/2014/main" id="{E0904C63-D5F2-4DEC-BC8B-20A2620174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8922" y="2378884"/>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77">
              <a:extLst>
                <a:ext uri="{FF2B5EF4-FFF2-40B4-BE49-F238E27FC236}">
                  <a16:creationId xmlns:a16="http://schemas.microsoft.com/office/drawing/2014/main" id="{E8FF1427-C8C3-4A62-BA09-C39CD288FD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54168" y="3543167"/>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85">
              <a:extLst>
                <a:ext uri="{FF2B5EF4-FFF2-40B4-BE49-F238E27FC236}">
                  <a16:creationId xmlns:a16="http://schemas.microsoft.com/office/drawing/2014/main" id="{8A423576-FAF7-451E-8E03-BD83EB4C21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40427" y="6370986"/>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87">
              <a:extLst>
                <a:ext uri="{FF2B5EF4-FFF2-40B4-BE49-F238E27FC236}">
                  <a16:creationId xmlns:a16="http://schemas.microsoft.com/office/drawing/2014/main" id="{6E983BE2-E9E0-42E2-9321-D69CE9C5DE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27906" y="6662260"/>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88">
              <a:extLst>
                <a:ext uri="{FF2B5EF4-FFF2-40B4-BE49-F238E27FC236}">
                  <a16:creationId xmlns:a16="http://schemas.microsoft.com/office/drawing/2014/main" id="{D3F95FF6-487C-4B8A-8366-D3ED419325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8467" y="5640436"/>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6">
              <a:extLst>
                <a:ext uri="{FF2B5EF4-FFF2-40B4-BE49-F238E27FC236}">
                  <a16:creationId xmlns:a16="http://schemas.microsoft.com/office/drawing/2014/main" id="{7BEB0739-EF74-4D95-80D7-4173F5B980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6657" y="3978357"/>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05">
              <a:extLst>
                <a:ext uri="{FF2B5EF4-FFF2-40B4-BE49-F238E27FC236}">
                  <a16:creationId xmlns:a16="http://schemas.microsoft.com/office/drawing/2014/main" id="{783B7BCE-EE41-439B-B505-CCE4A75EA50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8643" y="1918333"/>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06">
              <a:extLst>
                <a:ext uri="{FF2B5EF4-FFF2-40B4-BE49-F238E27FC236}">
                  <a16:creationId xmlns:a16="http://schemas.microsoft.com/office/drawing/2014/main" id="{3C74358B-9A47-45F3-8386-A5618A504A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280" y="525454"/>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07">
              <a:extLst>
                <a:ext uri="{FF2B5EF4-FFF2-40B4-BE49-F238E27FC236}">
                  <a16:creationId xmlns:a16="http://schemas.microsoft.com/office/drawing/2014/main" id="{99DE0B49-D1D7-4B06-9F02-E82BAD335E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4045" y="220540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08">
              <a:extLst>
                <a:ext uri="{FF2B5EF4-FFF2-40B4-BE49-F238E27FC236}">
                  <a16:creationId xmlns:a16="http://schemas.microsoft.com/office/drawing/2014/main" id="{3E40A68B-6E09-47B3-B503-187E6DB05B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951" y="1135299"/>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09">
              <a:extLst>
                <a:ext uri="{FF2B5EF4-FFF2-40B4-BE49-F238E27FC236}">
                  <a16:creationId xmlns:a16="http://schemas.microsoft.com/office/drawing/2014/main" id="{D689A519-2610-420E-A0A9-969BFF67BB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9148" y="1636624"/>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10">
              <a:extLst>
                <a:ext uri="{FF2B5EF4-FFF2-40B4-BE49-F238E27FC236}">
                  <a16:creationId xmlns:a16="http://schemas.microsoft.com/office/drawing/2014/main" id="{6FBC6584-911F-4264-B473-D2BF131653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6004" y="277619"/>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11">
              <a:extLst>
                <a:ext uri="{FF2B5EF4-FFF2-40B4-BE49-F238E27FC236}">
                  <a16:creationId xmlns:a16="http://schemas.microsoft.com/office/drawing/2014/main" id="{43BA3088-9071-4CB5-AA87-D26ADA6A01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7203" y="1365119"/>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12">
              <a:extLst>
                <a:ext uri="{FF2B5EF4-FFF2-40B4-BE49-F238E27FC236}">
                  <a16:creationId xmlns:a16="http://schemas.microsoft.com/office/drawing/2014/main" id="{036754A1-5FF1-4DAF-865F-51A8F732D4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6706" y="846465"/>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22">
              <a:extLst>
                <a:ext uri="{FF2B5EF4-FFF2-40B4-BE49-F238E27FC236}">
                  <a16:creationId xmlns:a16="http://schemas.microsoft.com/office/drawing/2014/main" id="{3113C36F-F2C1-4AEF-907E-B011FC7DFB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9267" y="1572680"/>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23">
              <a:extLst>
                <a:ext uri="{FF2B5EF4-FFF2-40B4-BE49-F238E27FC236}">
                  <a16:creationId xmlns:a16="http://schemas.microsoft.com/office/drawing/2014/main" id="{05297B79-2217-4E20-ADCE-55A99DFC2E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1768" y="208501"/>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30">
              <a:extLst>
                <a:ext uri="{FF2B5EF4-FFF2-40B4-BE49-F238E27FC236}">
                  <a16:creationId xmlns:a16="http://schemas.microsoft.com/office/drawing/2014/main" id="{CDFBCAF2-7156-47B5-B4CD-4C9A6B0C57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989" y="497750"/>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31">
              <a:extLst>
                <a:ext uri="{FF2B5EF4-FFF2-40B4-BE49-F238E27FC236}">
                  <a16:creationId xmlns:a16="http://schemas.microsoft.com/office/drawing/2014/main" id="{6141C6ED-A205-4582-B2B7-28AEFFCE99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4755" y="1047421"/>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32">
              <a:extLst>
                <a:ext uri="{FF2B5EF4-FFF2-40B4-BE49-F238E27FC236}">
                  <a16:creationId xmlns:a16="http://schemas.microsoft.com/office/drawing/2014/main" id="{45D98E0C-835E-42DB-8E99-55F88B5D39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6410" y="1873893"/>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34">
              <a:extLst>
                <a:ext uri="{FF2B5EF4-FFF2-40B4-BE49-F238E27FC236}">
                  <a16:creationId xmlns:a16="http://schemas.microsoft.com/office/drawing/2014/main" id="{C1A190CA-579E-475F-A682-AE831D0B62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558" y="2005786"/>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35">
              <a:extLst>
                <a:ext uri="{FF2B5EF4-FFF2-40B4-BE49-F238E27FC236}">
                  <a16:creationId xmlns:a16="http://schemas.microsoft.com/office/drawing/2014/main" id="{95752704-828A-4BF6-9D5B-7EE272F3C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12094" y="817763"/>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41">
              <a:extLst>
                <a:ext uri="{FF2B5EF4-FFF2-40B4-BE49-F238E27FC236}">
                  <a16:creationId xmlns:a16="http://schemas.microsoft.com/office/drawing/2014/main" id="{1DDC7947-4F4F-4B68-8A9A-5B08914D36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6842" y="1202016"/>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91">
              <a:extLst>
                <a:ext uri="{FF2B5EF4-FFF2-40B4-BE49-F238E27FC236}">
                  <a16:creationId xmlns:a16="http://schemas.microsoft.com/office/drawing/2014/main" id="{F9B6A847-04BE-4DA2-9766-403B52C533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7463" y="2700472"/>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92">
              <a:extLst>
                <a:ext uri="{FF2B5EF4-FFF2-40B4-BE49-F238E27FC236}">
                  <a16:creationId xmlns:a16="http://schemas.microsoft.com/office/drawing/2014/main" id="{E0120860-FA73-465D-98A8-0A80630A76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6503" y="2356895"/>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93">
              <a:extLst>
                <a:ext uri="{FF2B5EF4-FFF2-40B4-BE49-F238E27FC236}">
                  <a16:creationId xmlns:a16="http://schemas.microsoft.com/office/drawing/2014/main" id="{73B154EA-FA98-4BA2-B207-56A75AF5FB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6005" y="3285273"/>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94">
              <a:extLst>
                <a:ext uri="{FF2B5EF4-FFF2-40B4-BE49-F238E27FC236}">
                  <a16:creationId xmlns:a16="http://schemas.microsoft.com/office/drawing/2014/main" id="{CD9D9A2E-D334-4FF7-AE1B-3C73FF7355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1111" y="5303842"/>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95">
              <a:extLst>
                <a:ext uri="{FF2B5EF4-FFF2-40B4-BE49-F238E27FC236}">
                  <a16:creationId xmlns:a16="http://schemas.microsoft.com/office/drawing/2014/main" id="{C3CEB375-641F-4ACA-BFE8-15BCE9CFB4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9462" y="2992250"/>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96">
              <a:extLst>
                <a:ext uri="{FF2B5EF4-FFF2-40B4-BE49-F238E27FC236}">
                  <a16:creationId xmlns:a16="http://schemas.microsoft.com/office/drawing/2014/main" id="{64C2C2DC-ADC8-45C1-9176-0BE21158B3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4848" y="3511815"/>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97">
              <a:extLst>
                <a:ext uri="{FF2B5EF4-FFF2-40B4-BE49-F238E27FC236}">
                  <a16:creationId xmlns:a16="http://schemas.microsoft.com/office/drawing/2014/main" id="{6DC6FE9E-EE79-4AAD-B79F-D1320F9720C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4160" y="4720666"/>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98">
              <a:extLst>
                <a:ext uri="{FF2B5EF4-FFF2-40B4-BE49-F238E27FC236}">
                  <a16:creationId xmlns:a16="http://schemas.microsoft.com/office/drawing/2014/main" id="{4A065DC5-0B08-4188-9CAC-C782BE3346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6645" y="4202207"/>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99">
              <a:extLst>
                <a:ext uri="{FF2B5EF4-FFF2-40B4-BE49-F238E27FC236}">
                  <a16:creationId xmlns:a16="http://schemas.microsoft.com/office/drawing/2014/main" id="{77933EC7-7607-4F9B-8946-946926844C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9540" y="4410065"/>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100">
              <a:extLst>
                <a:ext uri="{FF2B5EF4-FFF2-40B4-BE49-F238E27FC236}">
                  <a16:creationId xmlns:a16="http://schemas.microsoft.com/office/drawing/2014/main" id="{98A0955A-87AB-4E27-A4EB-390D5A9973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049" y="3830648"/>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101">
              <a:extLst>
                <a:ext uri="{FF2B5EF4-FFF2-40B4-BE49-F238E27FC236}">
                  <a16:creationId xmlns:a16="http://schemas.microsoft.com/office/drawing/2014/main" id="{D0D3E081-021C-476C-A0B4-025460A08C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3766" y="5038854"/>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102">
              <a:extLst>
                <a:ext uri="{FF2B5EF4-FFF2-40B4-BE49-F238E27FC236}">
                  <a16:creationId xmlns:a16="http://schemas.microsoft.com/office/drawing/2014/main" id="{73D4B676-80A8-44CB-A417-17AF4DE19D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9945" y="5599239"/>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103">
              <a:extLst>
                <a:ext uri="{FF2B5EF4-FFF2-40B4-BE49-F238E27FC236}">
                  <a16:creationId xmlns:a16="http://schemas.microsoft.com/office/drawing/2014/main" id="{B0210B7F-84AA-41BE-87D2-9F5260010C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2853" y="5869661"/>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104">
              <a:extLst>
                <a:ext uri="{FF2B5EF4-FFF2-40B4-BE49-F238E27FC236}">
                  <a16:creationId xmlns:a16="http://schemas.microsoft.com/office/drawing/2014/main" id="{17B17F87-1255-4200-A4C5-1F8661A386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98313" y="2400574"/>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113">
              <a:extLst>
                <a:ext uri="{FF2B5EF4-FFF2-40B4-BE49-F238E27FC236}">
                  <a16:creationId xmlns:a16="http://schemas.microsoft.com/office/drawing/2014/main" id="{D55CF0FB-1894-4689-808C-524F20F21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9654" y="4788492"/>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114">
              <a:extLst>
                <a:ext uri="{FF2B5EF4-FFF2-40B4-BE49-F238E27FC236}">
                  <a16:creationId xmlns:a16="http://schemas.microsoft.com/office/drawing/2014/main" id="{6D672041-E9F6-41CA-8F94-8F92F4F523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3058" y="3554807"/>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15">
              <a:extLst>
                <a:ext uri="{FF2B5EF4-FFF2-40B4-BE49-F238E27FC236}">
                  <a16:creationId xmlns:a16="http://schemas.microsoft.com/office/drawing/2014/main" id="{F2980BBB-6C11-4661-B664-64A509E79A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7345" y="4217661"/>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17">
              <a:extLst>
                <a:ext uri="{FF2B5EF4-FFF2-40B4-BE49-F238E27FC236}">
                  <a16:creationId xmlns:a16="http://schemas.microsoft.com/office/drawing/2014/main" id="{74418F40-0BE6-45C5-A622-A4EC9ECC7C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34662" y="5913340"/>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118">
              <a:extLst>
                <a:ext uri="{FF2B5EF4-FFF2-40B4-BE49-F238E27FC236}">
                  <a16:creationId xmlns:a16="http://schemas.microsoft.com/office/drawing/2014/main" id="{689670C9-875E-4A8F-8485-379483869D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78" y="6491027"/>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119">
              <a:extLst>
                <a:ext uri="{FF2B5EF4-FFF2-40B4-BE49-F238E27FC236}">
                  <a16:creationId xmlns:a16="http://schemas.microsoft.com/office/drawing/2014/main" id="{B73F6F9B-7042-48A0-8AAB-CFD4AE104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10752" y="6222652"/>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120">
              <a:extLst>
                <a:ext uri="{FF2B5EF4-FFF2-40B4-BE49-F238E27FC236}">
                  <a16:creationId xmlns:a16="http://schemas.microsoft.com/office/drawing/2014/main" id="{D9922668-2B6F-4226-BEBD-91DBE7EBF8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7987" y="3795373"/>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21">
              <a:extLst>
                <a:ext uri="{FF2B5EF4-FFF2-40B4-BE49-F238E27FC236}">
                  <a16:creationId xmlns:a16="http://schemas.microsoft.com/office/drawing/2014/main" id="{25E4C9F4-6F2B-48AB-A99B-392DE5473A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6278" y="3572831"/>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25">
              <a:extLst>
                <a:ext uri="{FF2B5EF4-FFF2-40B4-BE49-F238E27FC236}">
                  <a16:creationId xmlns:a16="http://schemas.microsoft.com/office/drawing/2014/main" id="{65715319-1FF9-45E8-9E9A-C674AF42EF0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8374" y="2371010"/>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26">
              <a:extLst>
                <a:ext uri="{FF2B5EF4-FFF2-40B4-BE49-F238E27FC236}">
                  <a16:creationId xmlns:a16="http://schemas.microsoft.com/office/drawing/2014/main" id="{12649F26-7CDE-4DB8-83B3-EF3782AD08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6608" y="3222992"/>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27">
              <a:extLst>
                <a:ext uri="{FF2B5EF4-FFF2-40B4-BE49-F238E27FC236}">
                  <a16:creationId xmlns:a16="http://schemas.microsoft.com/office/drawing/2014/main" id="{2FE4021B-DAF2-4374-BA57-A349243422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8" y="4190687"/>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28">
              <a:extLst>
                <a:ext uri="{FF2B5EF4-FFF2-40B4-BE49-F238E27FC236}">
                  <a16:creationId xmlns:a16="http://schemas.microsoft.com/office/drawing/2014/main" id="{DF5BAFBB-6EF3-4AB2-AEB6-101F5E93BD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944" y="2715183"/>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29">
              <a:extLst>
                <a:ext uri="{FF2B5EF4-FFF2-40B4-BE49-F238E27FC236}">
                  <a16:creationId xmlns:a16="http://schemas.microsoft.com/office/drawing/2014/main" id="{237BBB0E-5E66-4455-9E38-5A7A576FA9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0021" y="4655893"/>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33">
              <a:extLst>
                <a:ext uri="{FF2B5EF4-FFF2-40B4-BE49-F238E27FC236}">
                  <a16:creationId xmlns:a16="http://schemas.microsoft.com/office/drawing/2014/main" id="{F3737C72-7122-4969-90DB-9F1A2A2E76E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0849" y="4461880"/>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36">
              <a:extLst>
                <a:ext uri="{FF2B5EF4-FFF2-40B4-BE49-F238E27FC236}">
                  <a16:creationId xmlns:a16="http://schemas.microsoft.com/office/drawing/2014/main" id="{E0471B7E-606B-4DF6-97A3-C86A230047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8988" y="5571356"/>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37">
              <a:extLst>
                <a:ext uri="{FF2B5EF4-FFF2-40B4-BE49-F238E27FC236}">
                  <a16:creationId xmlns:a16="http://schemas.microsoft.com/office/drawing/2014/main" id="{90E27B31-5A24-46EB-85BE-DC5C886BC1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3483" y="5221486"/>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38">
              <a:extLst>
                <a:ext uri="{FF2B5EF4-FFF2-40B4-BE49-F238E27FC236}">
                  <a16:creationId xmlns:a16="http://schemas.microsoft.com/office/drawing/2014/main" id="{2EDC5D7B-EB07-447D-B76E-A07A6632D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3252" y="4971400"/>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39">
              <a:extLst>
                <a:ext uri="{FF2B5EF4-FFF2-40B4-BE49-F238E27FC236}">
                  <a16:creationId xmlns:a16="http://schemas.microsoft.com/office/drawing/2014/main" id="{BC74D79F-6756-4F06-A0F5-DC43209C53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5998" y="6495514"/>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40">
              <a:extLst>
                <a:ext uri="{FF2B5EF4-FFF2-40B4-BE49-F238E27FC236}">
                  <a16:creationId xmlns:a16="http://schemas.microsoft.com/office/drawing/2014/main" id="{2210FDBB-A853-4414-A030-69E1F42955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7675" y="2936171"/>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42">
              <a:extLst>
                <a:ext uri="{FF2B5EF4-FFF2-40B4-BE49-F238E27FC236}">
                  <a16:creationId xmlns:a16="http://schemas.microsoft.com/office/drawing/2014/main" id="{9AAC29D9-EC94-4008-824A-E1F0F2187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0411" y="4701063"/>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43">
              <a:extLst>
                <a:ext uri="{FF2B5EF4-FFF2-40B4-BE49-F238E27FC236}">
                  <a16:creationId xmlns:a16="http://schemas.microsoft.com/office/drawing/2014/main" id="{8B39C842-398E-4937-A696-BFFC3860BC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4434" y="5793277"/>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44">
              <a:extLst>
                <a:ext uri="{FF2B5EF4-FFF2-40B4-BE49-F238E27FC236}">
                  <a16:creationId xmlns:a16="http://schemas.microsoft.com/office/drawing/2014/main" id="{7088F78F-878E-460B-87EC-BA3BF1B546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58857" y="6023328"/>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45">
              <a:extLst>
                <a:ext uri="{FF2B5EF4-FFF2-40B4-BE49-F238E27FC236}">
                  <a16:creationId xmlns:a16="http://schemas.microsoft.com/office/drawing/2014/main" id="{63E026E2-AE0E-499A-A8FA-39274DFB0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167" y="6234992"/>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8">
              <a:extLst>
                <a:ext uri="{FF2B5EF4-FFF2-40B4-BE49-F238E27FC236}">
                  <a16:creationId xmlns:a16="http://schemas.microsoft.com/office/drawing/2014/main" id="{550BA48D-6442-47A4-95D9-5C452FF888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710" y="6737911"/>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8">
              <a:extLst>
                <a:ext uri="{FF2B5EF4-FFF2-40B4-BE49-F238E27FC236}">
                  <a16:creationId xmlns:a16="http://schemas.microsoft.com/office/drawing/2014/main" id="{06EF15E3-76AB-4075-B334-94FD017C56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91761" y="33497"/>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06">
              <a:extLst>
                <a:ext uri="{FF2B5EF4-FFF2-40B4-BE49-F238E27FC236}">
                  <a16:creationId xmlns:a16="http://schemas.microsoft.com/office/drawing/2014/main" id="{9FED76EA-CA3D-4690-9FCE-768160FAB4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55063" y="13242"/>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7" name="TextBox 6">
            <a:extLst>
              <a:ext uri="{FF2B5EF4-FFF2-40B4-BE49-F238E27FC236}">
                <a16:creationId xmlns:a16="http://schemas.microsoft.com/office/drawing/2014/main" id="{41AF6390-4AAF-7F72-185C-323AF7585526}"/>
              </a:ext>
            </a:extLst>
          </p:cNvPr>
          <p:cNvSpPr txBox="1"/>
          <p:nvPr/>
        </p:nvSpPr>
        <p:spPr>
          <a:xfrm>
            <a:off x="4753809" y="1192506"/>
            <a:ext cx="212366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dirty="0">
                <a:latin typeface="Calibri"/>
                <a:ea typeface="Yu Gothic"/>
                <a:cs typeface="Calibri"/>
              </a:rPr>
              <a:t>Overview</a:t>
            </a:r>
            <a:endParaRPr lang="en-US" sz="2400">
              <a:latin typeface="Calibri"/>
              <a:cs typeface="Calibri"/>
            </a:endParaRPr>
          </a:p>
        </p:txBody>
      </p:sp>
    </p:spTree>
    <p:extLst>
      <p:ext uri="{BB962C8B-B14F-4D97-AF65-F5344CB8AC3E}">
        <p14:creationId xmlns:p14="http://schemas.microsoft.com/office/powerpoint/2010/main" val="133868793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2CE8E-4870-0936-7C04-10166895523B}"/>
              </a:ext>
            </a:extLst>
          </p:cNvPr>
          <p:cNvSpPr>
            <a:spLocks noGrp="1"/>
          </p:cNvSpPr>
          <p:nvPr>
            <p:ph type="title"/>
          </p:nvPr>
        </p:nvSpPr>
        <p:spPr>
          <a:xfrm>
            <a:off x="924170" y="928744"/>
            <a:ext cx="3683688" cy="1325563"/>
          </a:xfrm>
        </p:spPr>
        <p:txBody>
          <a:bodyPr/>
          <a:lstStyle/>
          <a:p>
            <a:pPr algn="ctr"/>
            <a:r>
              <a:rPr lang="en-US" dirty="0">
                <a:ea typeface="Yu Gothic"/>
              </a:rPr>
              <a:t>Mechanism:</a:t>
            </a:r>
            <a:endParaRPr lang="en-US" b="0" dirty="0">
              <a:solidFill>
                <a:srgbClr val="000000"/>
              </a:solidFill>
              <a:ea typeface="Yu Gothic"/>
            </a:endParaRPr>
          </a:p>
          <a:p>
            <a:pPr algn="ctr"/>
            <a:r>
              <a:rPr lang="en-US" sz="2400" dirty="0">
                <a:ea typeface="Yu Gothic"/>
              </a:rPr>
              <a:t>Fatigue</a:t>
            </a:r>
          </a:p>
        </p:txBody>
      </p:sp>
      <p:pic>
        <p:nvPicPr>
          <p:cNvPr id="4" name="Content Placeholder 3" descr="A diagram of a flight&#10;&#10;Description automatically generated">
            <a:extLst>
              <a:ext uri="{FF2B5EF4-FFF2-40B4-BE49-F238E27FC236}">
                <a16:creationId xmlns:a16="http://schemas.microsoft.com/office/drawing/2014/main" id="{B63462C1-7845-B4C6-D478-7648E61922EE}"/>
              </a:ext>
            </a:extLst>
          </p:cNvPr>
          <p:cNvPicPr>
            <a:picLocks noGrp="1" noChangeAspect="1"/>
          </p:cNvPicPr>
          <p:nvPr>
            <p:ph idx="1"/>
          </p:nvPr>
        </p:nvPicPr>
        <p:blipFill>
          <a:blip r:embed="rId2"/>
          <a:stretch>
            <a:fillRect/>
          </a:stretch>
        </p:blipFill>
        <p:spPr>
          <a:xfrm>
            <a:off x="5442861" y="737731"/>
            <a:ext cx="5628073" cy="5392270"/>
          </a:xfrm>
        </p:spPr>
      </p:pic>
      <p:sp>
        <p:nvSpPr>
          <p:cNvPr id="5" name="TextBox 4">
            <a:extLst>
              <a:ext uri="{FF2B5EF4-FFF2-40B4-BE49-F238E27FC236}">
                <a16:creationId xmlns:a16="http://schemas.microsoft.com/office/drawing/2014/main" id="{7231AD6F-9F70-B5A6-C123-EE73BA905C56}"/>
              </a:ext>
            </a:extLst>
          </p:cNvPr>
          <p:cNvSpPr txBox="1"/>
          <p:nvPr/>
        </p:nvSpPr>
        <p:spPr>
          <a:xfrm>
            <a:off x="665555" y="2708027"/>
            <a:ext cx="4192867"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latin typeface="Calibri"/>
                <a:ea typeface="+mn-lt"/>
                <a:cs typeface="+mn-lt"/>
              </a:rPr>
              <a:t>Repeated loads and </a:t>
            </a:r>
            <a:endParaRPr lang="en-US" sz="2800">
              <a:latin typeface="Calibri"/>
              <a:cs typeface="Calibri"/>
            </a:endParaRPr>
          </a:p>
          <a:p>
            <a:pPr algn="ctr"/>
            <a:r>
              <a:rPr lang="en-US" sz="2800" dirty="0">
                <a:latin typeface="Calibri"/>
                <a:ea typeface="+mn-lt"/>
                <a:cs typeface="+mn-lt"/>
              </a:rPr>
              <a:t>random vibration results in fatigue fracture </a:t>
            </a:r>
            <a:endParaRPr lang="en-US" sz="2800">
              <a:latin typeface="Calibri"/>
              <a:cs typeface="Calibri"/>
            </a:endParaRPr>
          </a:p>
          <a:p>
            <a:pPr algn="ctr"/>
            <a:r>
              <a:rPr lang="en-US" sz="2800" dirty="0">
                <a:latin typeface="Calibri"/>
                <a:ea typeface="+mn-lt"/>
                <a:cs typeface="+mn-lt"/>
              </a:rPr>
              <a:t>failure</a:t>
            </a:r>
            <a:endParaRPr lang="en-US" sz="2800">
              <a:latin typeface="Calibri"/>
              <a:cs typeface="Calibri"/>
            </a:endParaRPr>
          </a:p>
          <a:p>
            <a:pPr algn="ctr"/>
            <a:endParaRPr lang="en-US" sz="2800" dirty="0">
              <a:latin typeface="Calibri"/>
              <a:ea typeface="Yu Gothic"/>
              <a:cs typeface="Calibri"/>
            </a:endParaRPr>
          </a:p>
        </p:txBody>
      </p:sp>
    </p:spTree>
    <p:extLst>
      <p:ext uri="{BB962C8B-B14F-4D97-AF65-F5344CB8AC3E}">
        <p14:creationId xmlns:p14="http://schemas.microsoft.com/office/powerpoint/2010/main" val="35355083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FF4A234-29BA-4B70-BFC0-64FBB64F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B1D1C8-BA30-DC10-7218-D375CECC2C7B}"/>
              </a:ext>
            </a:extLst>
          </p:cNvPr>
          <p:cNvSpPr>
            <a:spLocks noGrp="1"/>
          </p:cNvSpPr>
          <p:nvPr>
            <p:ph type="title"/>
          </p:nvPr>
        </p:nvSpPr>
        <p:spPr>
          <a:xfrm>
            <a:off x="1422399" y="701749"/>
            <a:ext cx="9343065" cy="999460"/>
          </a:xfrm>
        </p:spPr>
        <p:txBody>
          <a:bodyPr>
            <a:normAutofit/>
          </a:bodyPr>
          <a:lstStyle/>
          <a:p>
            <a:pPr algn="ctr"/>
            <a:r>
              <a:rPr lang="en-US" dirty="0">
                <a:ea typeface="Yu Gothic"/>
              </a:rPr>
              <a:t>Mechanism:</a:t>
            </a:r>
            <a:endParaRPr lang="en-US"/>
          </a:p>
        </p:txBody>
      </p:sp>
      <p:sp>
        <p:nvSpPr>
          <p:cNvPr id="13" name="Rectangle 12">
            <a:extLst>
              <a:ext uri="{FF2B5EF4-FFF2-40B4-BE49-F238E27FC236}">
                <a16:creationId xmlns:a16="http://schemas.microsoft.com/office/drawing/2014/main" id="{CDA16EB2-8F47-4759-A206-DA4D0FF38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66901"/>
            <a:ext cx="12192000" cy="49911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4367D4E-8A1F-0843-6FBF-90338D43CC9F}"/>
              </a:ext>
            </a:extLst>
          </p:cNvPr>
          <p:cNvSpPr>
            <a:spLocks/>
          </p:cNvSpPr>
          <p:nvPr/>
        </p:nvSpPr>
        <p:spPr>
          <a:xfrm>
            <a:off x="622197" y="3097221"/>
            <a:ext cx="4689228" cy="3177076"/>
          </a:xfrm>
          <a:prstGeom prst="rect">
            <a:avLst/>
          </a:prstGeom>
        </p:spPr>
        <p:txBody>
          <a:bodyPr lIns="109728" tIns="109728" rIns="109728" bIns="91440" anchor="t"/>
          <a:lstStyle/>
          <a:p>
            <a:pPr defTabSz="996696">
              <a:spcAft>
                <a:spcPts val="600"/>
              </a:spcAft>
            </a:pPr>
            <a:r>
              <a:rPr lang="en-US" sz="1962" kern="1200">
                <a:solidFill>
                  <a:schemeClr val="tx1"/>
                </a:solidFill>
                <a:latin typeface="Calibri"/>
                <a:ea typeface="+mn-lt"/>
                <a:cs typeface="+mn-lt"/>
              </a:rPr>
              <a:t>Source 1: Persistent Slip Bands (PSBs)</a:t>
            </a:r>
            <a:endParaRPr lang="en-US" sz="1962" kern="1200">
              <a:solidFill>
                <a:schemeClr val="tx1"/>
              </a:solidFill>
              <a:latin typeface="Calibri"/>
              <a:ea typeface="Yu Gothic"/>
              <a:cs typeface="Calibri"/>
            </a:endParaRPr>
          </a:p>
          <a:p>
            <a:pPr defTabSz="996696">
              <a:spcAft>
                <a:spcPts val="600"/>
              </a:spcAft>
              <a:buClr>
                <a:srgbClr val="C3B2A7"/>
              </a:buClr>
            </a:pPr>
            <a:r>
              <a:rPr lang="en-US" sz="1962" kern="1200">
                <a:solidFill>
                  <a:schemeClr val="tx1"/>
                </a:solidFill>
                <a:latin typeface="Calibri"/>
                <a:ea typeface="+mn-lt"/>
                <a:cs typeface="+mn-lt"/>
              </a:rPr>
              <a:t>Source 2: Twin Boundaries</a:t>
            </a:r>
            <a:endParaRPr lang="en-US" sz="1962" kern="1200">
              <a:solidFill>
                <a:schemeClr val="tx1"/>
              </a:solidFill>
              <a:latin typeface="Calibri"/>
              <a:ea typeface="Yu Gothic"/>
              <a:cs typeface="Calibri"/>
            </a:endParaRPr>
          </a:p>
          <a:p>
            <a:pPr defTabSz="996696">
              <a:spcAft>
                <a:spcPts val="600"/>
              </a:spcAft>
              <a:buClr>
                <a:srgbClr val="C3B2A7"/>
              </a:buClr>
            </a:pPr>
            <a:r>
              <a:rPr lang="en-US" sz="1962" kern="1200">
                <a:solidFill>
                  <a:schemeClr val="tx1"/>
                </a:solidFill>
                <a:latin typeface="Calibri"/>
                <a:ea typeface="+mn-lt"/>
                <a:cs typeface="+mn-lt"/>
              </a:rPr>
              <a:t>Source 3: Inclusions and second-phase particles</a:t>
            </a:r>
          </a:p>
          <a:p>
            <a:pPr defTabSz="996696">
              <a:spcAft>
                <a:spcPts val="600"/>
              </a:spcAft>
              <a:buClr>
                <a:srgbClr val="C3B2A7"/>
              </a:buClr>
            </a:pPr>
            <a:r>
              <a:rPr lang="en-US" sz="1962" kern="1200">
                <a:solidFill>
                  <a:schemeClr val="tx1"/>
                </a:solidFill>
                <a:latin typeface="Calibri"/>
                <a:ea typeface="+mn-lt"/>
                <a:cs typeface="+mn-lt"/>
              </a:rPr>
              <a:t>Source 4: Grain Boundaries</a:t>
            </a:r>
          </a:p>
          <a:p>
            <a:pPr defTabSz="996696">
              <a:spcAft>
                <a:spcPts val="600"/>
              </a:spcAft>
              <a:buClr>
                <a:srgbClr val="C3B2A7"/>
              </a:buClr>
            </a:pPr>
            <a:r>
              <a:rPr lang="en-US" sz="1962" kern="1200">
                <a:solidFill>
                  <a:schemeClr val="tx1"/>
                </a:solidFill>
                <a:latin typeface="Calibri"/>
                <a:ea typeface="+mn-lt"/>
                <a:cs typeface="+mn-lt"/>
              </a:rPr>
              <a:t>Source 5: Condition of Surface</a:t>
            </a:r>
            <a:endParaRPr lang="en-US">
              <a:latin typeface="Calibri"/>
              <a:ea typeface="Yu Gothic"/>
              <a:cs typeface="Calibri"/>
            </a:endParaRPr>
          </a:p>
        </p:txBody>
      </p:sp>
      <p:sp>
        <p:nvSpPr>
          <p:cNvPr id="4" name="TextBox 3">
            <a:extLst>
              <a:ext uri="{FF2B5EF4-FFF2-40B4-BE49-F238E27FC236}">
                <a16:creationId xmlns:a16="http://schemas.microsoft.com/office/drawing/2014/main" id="{013DA641-D3CB-50BB-4428-3C814260E845}"/>
              </a:ext>
            </a:extLst>
          </p:cNvPr>
          <p:cNvSpPr txBox="1"/>
          <p:nvPr/>
        </p:nvSpPr>
        <p:spPr>
          <a:xfrm>
            <a:off x="673058" y="2372659"/>
            <a:ext cx="4420606" cy="57207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96696">
              <a:spcAft>
                <a:spcPts val="600"/>
              </a:spcAft>
            </a:pPr>
            <a:r>
              <a:rPr lang="en-US" sz="3052" kern="1200">
                <a:solidFill>
                  <a:schemeClr val="tx1"/>
                </a:solidFill>
                <a:latin typeface="Calibri"/>
                <a:ea typeface="Yu Gothic"/>
                <a:cs typeface="Calibri"/>
              </a:rPr>
              <a:t>Fatigue Crack Nucleation:</a:t>
            </a:r>
            <a:endParaRPr lang="en-US" sz="2800">
              <a:latin typeface="Calibri"/>
              <a:cs typeface="Calibri"/>
            </a:endParaRPr>
          </a:p>
        </p:txBody>
      </p:sp>
      <p:pic>
        <p:nvPicPr>
          <p:cNvPr id="5" name="Picture 4" descr="A diagram of crack and inclusion&#10;&#10;Description automatically generated">
            <a:extLst>
              <a:ext uri="{FF2B5EF4-FFF2-40B4-BE49-F238E27FC236}">
                <a16:creationId xmlns:a16="http://schemas.microsoft.com/office/drawing/2014/main" id="{9570D367-9841-E32D-5224-680AFEB74929}"/>
              </a:ext>
            </a:extLst>
          </p:cNvPr>
          <p:cNvPicPr>
            <a:picLocks noChangeAspect="1"/>
          </p:cNvPicPr>
          <p:nvPr/>
        </p:nvPicPr>
        <p:blipFill>
          <a:blip r:embed="rId2"/>
          <a:stretch>
            <a:fillRect/>
          </a:stretch>
        </p:blipFill>
        <p:spPr>
          <a:xfrm>
            <a:off x="5664283" y="3597449"/>
            <a:ext cx="5905519" cy="2190488"/>
          </a:xfrm>
          <a:prstGeom prst="rect">
            <a:avLst/>
          </a:prstGeom>
        </p:spPr>
      </p:pic>
    </p:spTree>
    <p:extLst>
      <p:ext uri="{BB962C8B-B14F-4D97-AF65-F5344CB8AC3E}">
        <p14:creationId xmlns:p14="http://schemas.microsoft.com/office/powerpoint/2010/main" val="12873290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FF4A234-29BA-4B70-BFC0-64FBB64F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C67262A-6EF1-49ED-B8DE-DDD3E5804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5096DD8B-EE17-B58E-B3B5-A9F5AA3D4663}"/>
              </a:ext>
            </a:extLst>
          </p:cNvPr>
          <p:cNvSpPr>
            <a:spLocks noGrp="1"/>
          </p:cNvSpPr>
          <p:nvPr>
            <p:ph type="title"/>
          </p:nvPr>
        </p:nvSpPr>
        <p:spPr>
          <a:xfrm>
            <a:off x="774752" y="1633061"/>
            <a:ext cx="3577785" cy="3495286"/>
          </a:xfrm>
        </p:spPr>
        <p:txBody>
          <a:bodyPr>
            <a:normAutofit/>
          </a:bodyPr>
          <a:lstStyle/>
          <a:p>
            <a:pPr algn="ctr"/>
            <a:r>
              <a:rPr lang="en-US" dirty="0">
                <a:ea typeface="Yu Gothic"/>
              </a:rPr>
              <a:t>Mechanism:</a:t>
            </a:r>
            <a:endParaRPr lang="en-US"/>
          </a:p>
        </p:txBody>
      </p:sp>
      <p:sp>
        <p:nvSpPr>
          <p:cNvPr id="17" name="Rectangle 16">
            <a:extLst>
              <a:ext uri="{FF2B5EF4-FFF2-40B4-BE49-F238E27FC236}">
                <a16:creationId xmlns:a16="http://schemas.microsoft.com/office/drawing/2014/main" id="{97492946-B39C-4250-B4C8-D82A25043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1035" y="880021"/>
            <a:ext cx="6498031" cy="5111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44">
            <a:extLst>
              <a:ext uri="{FF2B5EF4-FFF2-40B4-BE49-F238E27FC236}">
                <a16:creationId xmlns:a16="http://schemas.microsoft.com/office/drawing/2014/main" id="{13309420-D249-4ED4-AA5D-2975B4877A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7271930" y="6462633"/>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42">
            <a:extLst>
              <a:ext uri="{FF2B5EF4-FFF2-40B4-BE49-F238E27FC236}">
                <a16:creationId xmlns:a16="http://schemas.microsoft.com/office/drawing/2014/main" id="{B30D69F3-F5DC-4D65-B4AF-733FF6D50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68174" y="6609757"/>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E4484179-A250-4FA6-BF23-7E4CC106D1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43" y="5479237"/>
            <a:ext cx="12196404" cy="1068699"/>
            <a:chOff x="-1543" y="5479237"/>
            <a:chExt cx="12196404" cy="1068699"/>
          </a:xfrm>
        </p:grpSpPr>
        <p:sp>
          <p:nvSpPr>
            <p:cNvPr id="24" name="Freeform 6">
              <a:extLst>
                <a:ext uri="{FF2B5EF4-FFF2-40B4-BE49-F238E27FC236}">
                  <a16:creationId xmlns:a16="http://schemas.microsoft.com/office/drawing/2014/main" id="{26951B5F-AC36-48AF-A319-55FE784252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327394" y="635532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55">
              <a:extLst>
                <a:ext uri="{FF2B5EF4-FFF2-40B4-BE49-F238E27FC236}">
                  <a16:creationId xmlns:a16="http://schemas.microsoft.com/office/drawing/2014/main" id="{F49E610F-6598-471F-91DF-D5851F14A1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911390" y="5532658"/>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57">
              <a:extLst>
                <a:ext uri="{FF2B5EF4-FFF2-40B4-BE49-F238E27FC236}">
                  <a16:creationId xmlns:a16="http://schemas.microsoft.com/office/drawing/2014/main" id="{74DE0CDB-BB1F-4A69-A0A2-9C32D0B6AC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684530" y="5529394"/>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0">
              <a:extLst>
                <a:ext uri="{FF2B5EF4-FFF2-40B4-BE49-F238E27FC236}">
                  <a16:creationId xmlns:a16="http://schemas.microsoft.com/office/drawing/2014/main" id="{05BE2C0F-8AF8-4EB8-9EE8-0F65327A51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435517" y="5521987"/>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2">
              <a:extLst>
                <a:ext uri="{FF2B5EF4-FFF2-40B4-BE49-F238E27FC236}">
                  <a16:creationId xmlns:a16="http://schemas.microsoft.com/office/drawing/2014/main" id="{2A5CD3F7-632C-4582-87F6-584F870E03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349544" y="5817573"/>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83">
              <a:extLst>
                <a:ext uri="{FF2B5EF4-FFF2-40B4-BE49-F238E27FC236}">
                  <a16:creationId xmlns:a16="http://schemas.microsoft.com/office/drawing/2014/main" id="{51D68BBB-9910-4A2E-8881-4760A930C0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554923" y="5790143"/>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9">
              <a:extLst>
                <a:ext uri="{FF2B5EF4-FFF2-40B4-BE49-F238E27FC236}">
                  <a16:creationId xmlns:a16="http://schemas.microsoft.com/office/drawing/2014/main" id="{7EC690E3-A4DE-4B8A-A186-0F3B49BC21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831276" y="5844136"/>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05">
              <a:extLst>
                <a:ext uri="{FF2B5EF4-FFF2-40B4-BE49-F238E27FC236}">
                  <a16:creationId xmlns:a16="http://schemas.microsoft.com/office/drawing/2014/main" id="{1BB18CCD-20C3-4BE5-A6BA-9339E8AB94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434256" y="6054937"/>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7">
              <a:extLst>
                <a:ext uri="{FF2B5EF4-FFF2-40B4-BE49-F238E27FC236}">
                  <a16:creationId xmlns:a16="http://schemas.microsoft.com/office/drawing/2014/main" id="{BED0B41F-67D3-4AD8-9A8A-DA5DD871AB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124096" y="6112237"/>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09">
              <a:extLst>
                <a:ext uri="{FF2B5EF4-FFF2-40B4-BE49-F238E27FC236}">
                  <a16:creationId xmlns:a16="http://schemas.microsoft.com/office/drawing/2014/main" id="{BC7AB75D-8130-4CC6-96B3-BAD26C3747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655287" y="6058995"/>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11">
              <a:extLst>
                <a:ext uri="{FF2B5EF4-FFF2-40B4-BE49-F238E27FC236}">
                  <a16:creationId xmlns:a16="http://schemas.microsoft.com/office/drawing/2014/main" id="{A4118456-1C3E-447C-81DD-1F013BF5E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937087" y="6071235"/>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32">
              <a:extLst>
                <a:ext uri="{FF2B5EF4-FFF2-40B4-BE49-F238E27FC236}">
                  <a16:creationId xmlns:a16="http://schemas.microsoft.com/office/drawing/2014/main" id="{9C6D6B04-EC5A-4149-A53B-C73E976931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522245" y="634860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34">
              <a:extLst>
                <a:ext uri="{FF2B5EF4-FFF2-40B4-BE49-F238E27FC236}">
                  <a16:creationId xmlns:a16="http://schemas.microsoft.com/office/drawing/2014/main" id="{813095FE-556E-4A61-9BF3-732D492805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284869" y="6310329"/>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41">
              <a:extLst>
                <a:ext uri="{FF2B5EF4-FFF2-40B4-BE49-F238E27FC236}">
                  <a16:creationId xmlns:a16="http://schemas.microsoft.com/office/drawing/2014/main" id="{21793E62-B549-4243-B8FA-B143D6B4AE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793296" y="6312998"/>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91">
              <a:extLst>
                <a:ext uri="{FF2B5EF4-FFF2-40B4-BE49-F238E27FC236}">
                  <a16:creationId xmlns:a16="http://schemas.microsoft.com/office/drawing/2014/main" id="{43ADD9DB-48ED-4A8C-9A75-0E93AB479C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610793" y="6070034"/>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92">
              <a:extLst>
                <a:ext uri="{FF2B5EF4-FFF2-40B4-BE49-F238E27FC236}">
                  <a16:creationId xmlns:a16="http://schemas.microsoft.com/office/drawing/2014/main" id="{E7C72DF4-E774-4605-971D-0840BD069C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932685" y="6069309"/>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93">
              <a:extLst>
                <a:ext uri="{FF2B5EF4-FFF2-40B4-BE49-F238E27FC236}">
                  <a16:creationId xmlns:a16="http://schemas.microsoft.com/office/drawing/2014/main" id="{23BFA407-416B-4086-A635-1FB860F0EB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086396" y="6078286"/>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94">
              <a:extLst>
                <a:ext uri="{FF2B5EF4-FFF2-40B4-BE49-F238E27FC236}">
                  <a16:creationId xmlns:a16="http://schemas.microsoft.com/office/drawing/2014/main" id="{7C8F4B70-75FD-4457-A219-00E8F9862E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987068" y="6106031"/>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95">
              <a:extLst>
                <a:ext uri="{FF2B5EF4-FFF2-40B4-BE49-F238E27FC236}">
                  <a16:creationId xmlns:a16="http://schemas.microsoft.com/office/drawing/2014/main" id="{8B19E2D0-7290-4EC0-AB6B-7F7AD87B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319459" y="6108479"/>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96">
              <a:extLst>
                <a:ext uri="{FF2B5EF4-FFF2-40B4-BE49-F238E27FC236}">
                  <a16:creationId xmlns:a16="http://schemas.microsoft.com/office/drawing/2014/main" id="{A19B4676-7AC8-4F42-A34D-1A39433EE8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771808" y="6115007"/>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97">
              <a:extLst>
                <a:ext uri="{FF2B5EF4-FFF2-40B4-BE49-F238E27FC236}">
                  <a16:creationId xmlns:a16="http://schemas.microsoft.com/office/drawing/2014/main" id="{8B7FE908-80E4-483B-A777-C7B4EC4787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534717" y="6117455"/>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98">
              <a:extLst>
                <a:ext uri="{FF2B5EF4-FFF2-40B4-BE49-F238E27FC236}">
                  <a16:creationId xmlns:a16="http://schemas.microsoft.com/office/drawing/2014/main" id="{2681A8C9-F444-4E8C-B844-9F7949428C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095661" y="6117455"/>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99">
              <a:extLst>
                <a:ext uri="{FF2B5EF4-FFF2-40B4-BE49-F238E27FC236}">
                  <a16:creationId xmlns:a16="http://schemas.microsoft.com/office/drawing/2014/main" id="{D20ADAA4-D2A2-4685-98BF-248A08AE1C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830696" y="6117453"/>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00">
              <a:extLst>
                <a:ext uri="{FF2B5EF4-FFF2-40B4-BE49-F238E27FC236}">
                  <a16:creationId xmlns:a16="http://schemas.microsoft.com/office/drawing/2014/main" id="{341DD6EA-CF88-4A3C-BAEE-5010427636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469623" y="6117454"/>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01">
              <a:extLst>
                <a:ext uri="{FF2B5EF4-FFF2-40B4-BE49-F238E27FC236}">
                  <a16:creationId xmlns:a16="http://schemas.microsoft.com/office/drawing/2014/main" id="{3D241D69-1838-4786-A9A3-E92867ABFB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262664" y="6123984"/>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02">
              <a:extLst>
                <a:ext uri="{FF2B5EF4-FFF2-40B4-BE49-F238E27FC236}">
                  <a16:creationId xmlns:a16="http://schemas.microsoft.com/office/drawing/2014/main" id="{7A7396BB-7045-4151-AACC-8B8AF1ABD9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701721" y="6127247"/>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03">
              <a:extLst>
                <a:ext uri="{FF2B5EF4-FFF2-40B4-BE49-F238E27FC236}">
                  <a16:creationId xmlns:a16="http://schemas.microsoft.com/office/drawing/2014/main" id="{83B1DF51-D55B-4AE2-A489-6922F6959B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419919" y="6132959"/>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04">
              <a:extLst>
                <a:ext uri="{FF2B5EF4-FFF2-40B4-BE49-F238E27FC236}">
                  <a16:creationId xmlns:a16="http://schemas.microsoft.com/office/drawing/2014/main" id="{E41D6AEB-5E2A-4A68-9632-4AE137F1FD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004466" y="6132959"/>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13">
              <a:extLst>
                <a:ext uri="{FF2B5EF4-FFF2-40B4-BE49-F238E27FC236}">
                  <a16:creationId xmlns:a16="http://schemas.microsoft.com/office/drawing/2014/main" id="{BA517482-AC50-4901-A826-FBA4B1FCBA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613586" y="6178656"/>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114">
              <a:extLst>
                <a:ext uri="{FF2B5EF4-FFF2-40B4-BE49-F238E27FC236}">
                  <a16:creationId xmlns:a16="http://schemas.microsoft.com/office/drawing/2014/main" id="{2A95EDEC-E641-4466-9ADD-86C263F3B4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850675" y="6178656"/>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115">
              <a:extLst>
                <a:ext uri="{FF2B5EF4-FFF2-40B4-BE49-F238E27FC236}">
                  <a16:creationId xmlns:a16="http://schemas.microsoft.com/office/drawing/2014/main" id="{330903BB-74EF-422B-A451-76F6988AC9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187821" y="6184369"/>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117">
              <a:extLst>
                <a:ext uri="{FF2B5EF4-FFF2-40B4-BE49-F238E27FC236}">
                  <a16:creationId xmlns:a16="http://schemas.microsoft.com/office/drawing/2014/main" id="{24CE6A5E-8D30-4EA3-BC99-FFDDD534E0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491700" y="6196610"/>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118">
              <a:extLst>
                <a:ext uri="{FF2B5EF4-FFF2-40B4-BE49-F238E27FC236}">
                  <a16:creationId xmlns:a16="http://schemas.microsoft.com/office/drawing/2014/main" id="{9DA5CEEA-CCF3-470C-9F26-89B2E06916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6806692" y="619987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119">
              <a:extLst>
                <a:ext uri="{FF2B5EF4-FFF2-40B4-BE49-F238E27FC236}">
                  <a16:creationId xmlns:a16="http://schemas.microsoft.com/office/drawing/2014/main" id="{99C33A0E-8550-4F20-BDDC-C85558B2E4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049502" y="6187634"/>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120">
              <a:extLst>
                <a:ext uri="{FF2B5EF4-FFF2-40B4-BE49-F238E27FC236}">
                  <a16:creationId xmlns:a16="http://schemas.microsoft.com/office/drawing/2014/main" id="{08AB78FF-9221-4AC7-B053-CBFD5EC5E8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521908" y="6365526"/>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21">
              <a:extLst>
                <a:ext uri="{FF2B5EF4-FFF2-40B4-BE49-F238E27FC236}">
                  <a16:creationId xmlns:a16="http://schemas.microsoft.com/office/drawing/2014/main" id="{D78AC1AB-3499-4D82-9A7A-D2991E6CD7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729270" y="6372055"/>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25">
              <a:extLst>
                <a:ext uri="{FF2B5EF4-FFF2-40B4-BE49-F238E27FC236}">
                  <a16:creationId xmlns:a16="http://schemas.microsoft.com/office/drawing/2014/main" id="{59E3CCFE-3C59-4B4D-A526-1DF92E8894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926858" y="6375726"/>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26">
              <a:extLst>
                <a:ext uri="{FF2B5EF4-FFF2-40B4-BE49-F238E27FC236}">
                  <a16:creationId xmlns:a16="http://schemas.microsoft.com/office/drawing/2014/main" id="{53464886-46EA-497B-9720-6F6857F6A6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073104" y="6395720"/>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27">
              <a:extLst>
                <a:ext uri="{FF2B5EF4-FFF2-40B4-BE49-F238E27FC236}">
                  <a16:creationId xmlns:a16="http://schemas.microsoft.com/office/drawing/2014/main" id="{7A5A5F60-422F-473E-9599-2EFA5B2AE1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112498" y="6395719"/>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28">
              <a:extLst>
                <a:ext uri="{FF2B5EF4-FFF2-40B4-BE49-F238E27FC236}">
                  <a16:creationId xmlns:a16="http://schemas.microsoft.com/office/drawing/2014/main" id="{F39522BC-A79E-4F47-8082-198FBEA11E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591511" y="6398982"/>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29">
              <a:extLst>
                <a:ext uri="{FF2B5EF4-FFF2-40B4-BE49-F238E27FC236}">
                  <a16:creationId xmlns:a16="http://schemas.microsoft.com/office/drawing/2014/main" id="{9D335F47-2A7F-4268-8DD0-80CDB1470F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626878" y="6398982"/>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133">
              <a:extLst>
                <a:ext uri="{FF2B5EF4-FFF2-40B4-BE49-F238E27FC236}">
                  <a16:creationId xmlns:a16="http://schemas.microsoft.com/office/drawing/2014/main" id="{783022F1-11AE-45F8-B3C3-E7C3FACF3D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830697" y="6407960"/>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36">
              <a:extLst>
                <a:ext uri="{FF2B5EF4-FFF2-40B4-BE49-F238E27FC236}">
                  <a16:creationId xmlns:a16="http://schemas.microsoft.com/office/drawing/2014/main" id="{C3BE7C45-A2E8-42A0-87FE-EDFBC1D52D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741599" y="6420199"/>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137">
              <a:extLst>
                <a:ext uri="{FF2B5EF4-FFF2-40B4-BE49-F238E27FC236}">
                  <a16:creationId xmlns:a16="http://schemas.microsoft.com/office/drawing/2014/main" id="{0FBF3533-1FB0-420E-844F-94A37EE1CB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079229" y="6423464"/>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138">
              <a:extLst>
                <a:ext uri="{FF2B5EF4-FFF2-40B4-BE49-F238E27FC236}">
                  <a16:creationId xmlns:a16="http://schemas.microsoft.com/office/drawing/2014/main" id="{1CCB36DC-B5BF-46A0-A742-E9B5DC245B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341533" y="6425913"/>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139">
              <a:extLst>
                <a:ext uri="{FF2B5EF4-FFF2-40B4-BE49-F238E27FC236}">
                  <a16:creationId xmlns:a16="http://schemas.microsoft.com/office/drawing/2014/main" id="{E454EFCE-AA31-4C57-979D-FF28DF95B80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6806692" y="6432440"/>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140">
              <a:extLst>
                <a:ext uri="{FF2B5EF4-FFF2-40B4-BE49-F238E27FC236}">
                  <a16:creationId xmlns:a16="http://schemas.microsoft.com/office/drawing/2014/main" id="{34821773-2B56-4CA4-923A-DFCFA76B55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342498" y="6435704"/>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142">
              <a:extLst>
                <a:ext uri="{FF2B5EF4-FFF2-40B4-BE49-F238E27FC236}">
                  <a16:creationId xmlns:a16="http://schemas.microsoft.com/office/drawing/2014/main" id="{B2A8D553-3CE0-48ED-ABA4-B1CA42EC43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705749" y="6462633"/>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143">
              <a:extLst>
                <a:ext uri="{FF2B5EF4-FFF2-40B4-BE49-F238E27FC236}">
                  <a16:creationId xmlns:a16="http://schemas.microsoft.com/office/drawing/2014/main" id="{AD6A1162-54E5-4A41-8F41-F2BF3A37E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490088" y="6418187"/>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145">
              <a:extLst>
                <a:ext uri="{FF2B5EF4-FFF2-40B4-BE49-F238E27FC236}">
                  <a16:creationId xmlns:a16="http://schemas.microsoft.com/office/drawing/2014/main" id="{A23E00F9-EAE7-4D6B-A0B2-067A1FE496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082289" y="646834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
              <a:extLst>
                <a:ext uri="{FF2B5EF4-FFF2-40B4-BE49-F238E27FC236}">
                  <a16:creationId xmlns:a16="http://schemas.microsoft.com/office/drawing/2014/main" id="{8D5F0F75-672C-4716-AAC5-D39F2B937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6617051" y="6426321"/>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
              <a:extLst>
                <a:ext uri="{FF2B5EF4-FFF2-40B4-BE49-F238E27FC236}">
                  <a16:creationId xmlns:a16="http://schemas.microsoft.com/office/drawing/2014/main" id="{349E3A15-73B7-4F07-A44E-7B75BF6010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73610" y="6350050"/>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3">
              <a:extLst>
                <a:ext uri="{FF2B5EF4-FFF2-40B4-BE49-F238E27FC236}">
                  <a16:creationId xmlns:a16="http://schemas.microsoft.com/office/drawing/2014/main" id="{B460F882-3C95-44B1-AB26-6759DD5975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2535" y="5479237"/>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51">
              <a:extLst>
                <a:ext uri="{FF2B5EF4-FFF2-40B4-BE49-F238E27FC236}">
                  <a16:creationId xmlns:a16="http://schemas.microsoft.com/office/drawing/2014/main" id="{3AEE145B-46F9-445A-9E7E-716173BCFA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8881" y="5512695"/>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52">
              <a:extLst>
                <a:ext uri="{FF2B5EF4-FFF2-40B4-BE49-F238E27FC236}">
                  <a16:creationId xmlns:a16="http://schemas.microsoft.com/office/drawing/2014/main" id="{C559D3E2-0DBC-4547-BC00-60A83E47A9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8190" y="5518405"/>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53">
              <a:extLst>
                <a:ext uri="{FF2B5EF4-FFF2-40B4-BE49-F238E27FC236}">
                  <a16:creationId xmlns:a16="http://schemas.microsoft.com/office/drawing/2014/main" id="{F3E7B8C7-7DC7-468C-91CC-824961A285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5739" y="5524118"/>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54">
              <a:extLst>
                <a:ext uri="{FF2B5EF4-FFF2-40B4-BE49-F238E27FC236}">
                  <a16:creationId xmlns:a16="http://schemas.microsoft.com/office/drawing/2014/main" id="{9D2B31BB-A3AC-4292-B4E5-BC5F52749C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5674" y="5521671"/>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55">
              <a:extLst>
                <a:ext uri="{FF2B5EF4-FFF2-40B4-BE49-F238E27FC236}">
                  <a16:creationId xmlns:a16="http://schemas.microsoft.com/office/drawing/2014/main" id="{32DB1E7E-4833-41CC-AC87-6BAEAFE9C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58671" y="5527382"/>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56">
              <a:extLst>
                <a:ext uri="{FF2B5EF4-FFF2-40B4-BE49-F238E27FC236}">
                  <a16:creationId xmlns:a16="http://schemas.microsoft.com/office/drawing/2014/main" id="{1B674A26-49C7-4604-95D1-894A5AD1B0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91669" y="5527383"/>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57">
              <a:extLst>
                <a:ext uri="{FF2B5EF4-FFF2-40B4-BE49-F238E27FC236}">
                  <a16:creationId xmlns:a16="http://schemas.microsoft.com/office/drawing/2014/main" id="{7D981404-4D96-4A9E-BD2F-2B1C82E9FB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75783" y="5524118"/>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59">
              <a:extLst>
                <a:ext uri="{FF2B5EF4-FFF2-40B4-BE49-F238E27FC236}">
                  <a16:creationId xmlns:a16="http://schemas.microsoft.com/office/drawing/2014/main" id="{5C545757-0463-4AF1-9BB2-6865E44FFE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5259" y="5527905"/>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60">
              <a:extLst>
                <a:ext uri="{FF2B5EF4-FFF2-40B4-BE49-F238E27FC236}">
                  <a16:creationId xmlns:a16="http://schemas.microsoft.com/office/drawing/2014/main" id="{00459AAE-3011-4F89-8A4E-613D2A733F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698210" y="5566552"/>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61">
              <a:extLst>
                <a:ext uri="{FF2B5EF4-FFF2-40B4-BE49-F238E27FC236}">
                  <a16:creationId xmlns:a16="http://schemas.microsoft.com/office/drawing/2014/main" id="{8C4AD92E-B314-45C4-80D2-85C7334ABC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15322" y="55532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78">
              <a:extLst>
                <a:ext uri="{FF2B5EF4-FFF2-40B4-BE49-F238E27FC236}">
                  <a16:creationId xmlns:a16="http://schemas.microsoft.com/office/drawing/2014/main" id="{0EE8973D-C3A8-4492-8BF8-E1BD5214D7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4600" y="5769742"/>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79">
              <a:extLst>
                <a:ext uri="{FF2B5EF4-FFF2-40B4-BE49-F238E27FC236}">
                  <a16:creationId xmlns:a16="http://schemas.microsoft.com/office/drawing/2014/main" id="{940E1ED8-E032-4984-86EB-711F132CDD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74752" y="5772190"/>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80">
              <a:extLst>
                <a:ext uri="{FF2B5EF4-FFF2-40B4-BE49-F238E27FC236}">
                  <a16:creationId xmlns:a16="http://schemas.microsoft.com/office/drawing/2014/main" id="{1E148223-D795-405C-B94F-5CD18996EA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0471" y="5778719"/>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81">
              <a:extLst>
                <a:ext uri="{FF2B5EF4-FFF2-40B4-BE49-F238E27FC236}">
                  <a16:creationId xmlns:a16="http://schemas.microsoft.com/office/drawing/2014/main" id="{20A65903-767B-4F42-9D6D-CBEF7B55D8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27791" y="5775453"/>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82">
              <a:extLst>
                <a:ext uri="{FF2B5EF4-FFF2-40B4-BE49-F238E27FC236}">
                  <a16:creationId xmlns:a16="http://schemas.microsoft.com/office/drawing/2014/main" id="{CFF03BAF-5274-4D27-873A-CA3947FADB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0932" y="5784429"/>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83">
              <a:extLst>
                <a:ext uri="{FF2B5EF4-FFF2-40B4-BE49-F238E27FC236}">
                  <a16:creationId xmlns:a16="http://schemas.microsoft.com/office/drawing/2014/main" id="{39912D23-7400-475C-B7BC-051E378954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28881" y="5766477"/>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84">
              <a:extLst>
                <a:ext uri="{FF2B5EF4-FFF2-40B4-BE49-F238E27FC236}">
                  <a16:creationId xmlns:a16="http://schemas.microsoft.com/office/drawing/2014/main" id="{53EA24FB-6C37-4094-89BE-BC9F277FC0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4960" y="5790143"/>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86">
              <a:extLst>
                <a:ext uri="{FF2B5EF4-FFF2-40B4-BE49-F238E27FC236}">
                  <a16:creationId xmlns:a16="http://schemas.microsoft.com/office/drawing/2014/main" id="{090DA882-3E5F-47E2-A901-ED33177FB5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92" y="5767933"/>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89">
              <a:extLst>
                <a:ext uri="{FF2B5EF4-FFF2-40B4-BE49-F238E27FC236}">
                  <a16:creationId xmlns:a16="http://schemas.microsoft.com/office/drawing/2014/main" id="{13DAF9D2-C10F-4FA0-8AAA-EF033FD234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82525" y="5821150"/>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90">
              <a:extLst>
                <a:ext uri="{FF2B5EF4-FFF2-40B4-BE49-F238E27FC236}">
                  <a16:creationId xmlns:a16="http://schemas.microsoft.com/office/drawing/2014/main" id="{1DCE6699-4F41-4E6C-B4B4-116F564515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29428" y="5851342"/>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05">
              <a:extLst>
                <a:ext uri="{FF2B5EF4-FFF2-40B4-BE49-F238E27FC236}">
                  <a16:creationId xmlns:a16="http://schemas.microsoft.com/office/drawing/2014/main" id="{0D5DA8DB-8A13-4D6E-9F40-E24A7F8F7E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8023" y="6026789"/>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06">
              <a:extLst>
                <a:ext uri="{FF2B5EF4-FFF2-40B4-BE49-F238E27FC236}">
                  <a16:creationId xmlns:a16="http://schemas.microsoft.com/office/drawing/2014/main" id="{00E93E64-19B4-465D-85DE-FD45DFAD53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0286" y="6038214"/>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07">
              <a:extLst>
                <a:ext uri="{FF2B5EF4-FFF2-40B4-BE49-F238E27FC236}">
                  <a16:creationId xmlns:a16="http://schemas.microsoft.com/office/drawing/2014/main" id="{9E00DA49-033D-45D2-8D7C-0DE5BC6EAB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82735" y="605045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08">
              <a:extLst>
                <a:ext uri="{FF2B5EF4-FFF2-40B4-BE49-F238E27FC236}">
                  <a16:creationId xmlns:a16="http://schemas.microsoft.com/office/drawing/2014/main" id="{C9BB8FB7-501F-4EF7-811C-DFC36C6971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33512" y="6050453"/>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109">
              <a:extLst>
                <a:ext uri="{FF2B5EF4-FFF2-40B4-BE49-F238E27FC236}">
                  <a16:creationId xmlns:a16="http://schemas.microsoft.com/office/drawing/2014/main" id="{70F631DA-C640-4FC1-A59E-F133F83BAA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15587" y="6053719"/>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110">
              <a:extLst>
                <a:ext uri="{FF2B5EF4-FFF2-40B4-BE49-F238E27FC236}">
                  <a16:creationId xmlns:a16="http://schemas.microsoft.com/office/drawing/2014/main" id="{C0C246D6-738C-4854-BDD0-6669E99D6E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6714" y="6053700"/>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111">
              <a:extLst>
                <a:ext uri="{FF2B5EF4-FFF2-40B4-BE49-F238E27FC236}">
                  <a16:creationId xmlns:a16="http://schemas.microsoft.com/office/drawing/2014/main" id="{2B88D097-4630-4514-BD1C-D1FC57D059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56827" y="6065959"/>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112">
              <a:extLst>
                <a:ext uri="{FF2B5EF4-FFF2-40B4-BE49-F238E27FC236}">
                  <a16:creationId xmlns:a16="http://schemas.microsoft.com/office/drawing/2014/main" id="{895172E5-4D7B-4E9E-9DC0-7AC40AFE27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1963" y="6065959"/>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122">
              <a:extLst>
                <a:ext uri="{FF2B5EF4-FFF2-40B4-BE49-F238E27FC236}">
                  <a16:creationId xmlns:a16="http://schemas.microsoft.com/office/drawing/2014/main" id="{E16BE8D6-8745-46D3-BB8C-7D9F905F24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63305" y="6298524"/>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23">
              <a:extLst>
                <a:ext uri="{FF2B5EF4-FFF2-40B4-BE49-F238E27FC236}">
                  <a16:creationId xmlns:a16="http://schemas.microsoft.com/office/drawing/2014/main" id="{B21B0D38-9A6B-4C03-9C68-BFCDD0CE34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43" y="6277308"/>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130">
              <a:extLst>
                <a:ext uri="{FF2B5EF4-FFF2-40B4-BE49-F238E27FC236}">
                  <a16:creationId xmlns:a16="http://schemas.microsoft.com/office/drawing/2014/main" id="{BD88B61E-A1B6-4C3F-9CDA-F14697C39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6243" y="6277308"/>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 name="Freeform 132">
              <a:extLst>
                <a:ext uri="{FF2B5EF4-FFF2-40B4-BE49-F238E27FC236}">
                  <a16:creationId xmlns:a16="http://schemas.microsoft.com/office/drawing/2014/main" id="{7F412678-E91D-445B-B569-92A65FE4F2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58397" y="6307501"/>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 name="Freeform 134">
              <a:extLst>
                <a:ext uri="{FF2B5EF4-FFF2-40B4-BE49-F238E27FC236}">
                  <a16:creationId xmlns:a16="http://schemas.microsoft.com/office/drawing/2014/main" id="{D5C03A86-E86B-4343-BE21-5E5D4DF2F2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16135" y="6305053"/>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135">
              <a:extLst>
                <a:ext uri="{FF2B5EF4-FFF2-40B4-BE49-F238E27FC236}">
                  <a16:creationId xmlns:a16="http://schemas.microsoft.com/office/drawing/2014/main" id="{7E23784D-2CA3-4407-A29D-F04954A443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65185" y="6314931"/>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141">
              <a:extLst>
                <a:ext uri="{FF2B5EF4-FFF2-40B4-BE49-F238E27FC236}">
                  <a16:creationId xmlns:a16="http://schemas.microsoft.com/office/drawing/2014/main" id="{9B6ED33F-264E-4FE0-BB23-5923775E24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8952" y="6296075"/>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32">
              <a:extLst>
                <a:ext uri="{FF2B5EF4-FFF2-40B4-BE49-F238E27FC236}">
                  <a16:creationId xmlns:a16="http://schemas.microsoft.com/office/drawing/2014/main" id="{CE917B1B-8131-4DE5-AD2C-71A079AA47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03161" y="5553203"/>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37">
              <a:extLst>
                <a:ext uri="{FF2B5EF4-FFF2-40B4-BE49-F238E27FC236}">
                  <a16:creationId xmlns:a16="http://schemas.microsoft.com/office/drawing/2014/main" id="{5E8CF6E6-E598-4397-91BA-6C2A426A84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89595" y="5546674"/>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40">
              <a:extLst>
                <a:ext uri="{FF2B5EF4-FFF2-40B4-BE49-F238E27FC236}">
                  <a16:creationId xmlns:a16="http://schemas.microsoft.com/office/drawing/2014/main" id="{4B4D2234-D9B8-4F69-A88F-BAC7242940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97773" y="5562178"/>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44">
              <a:extLst>
                <a:ext uri="{FF2B5EF4-FFF2-40B4-BE49-F238E27FC236}">
                  <a16:creationId xmlns:a16="http://schemas.microsoft.com/office/drawing/2014/main" id="{FAC6F190-5E32-4356-8ACA-C8D84EBD79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48018" y="5576868"/>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46">
              <a:extLst>
                <a:ext uri="{FF2B5EF4-FFF2-40B4-BE49-F238E27FC236}">
                  <a16:creationId xmlns:a16="http://schemas.microsoft.com/office/drawing/2014/main" id="{05549845-8416-4013-9839-D79CB20AB6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37038" y="5556465"/>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47">
              <a:extLst>
                <a:ext uri="{FF2B5EF4-FFF2-40B4-BE49-F238E27FC236}">
                  <a16:creationId xmlns:a16="http://schemas.microsoft.com/office/drawing/2014/main" id="{467A23A5-6422-47E9-9190-43A9501C87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41065" y="5586660"/>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48">
              <a:extLst>
                <a:ext uri="{FF2B5EF4-FFF2-40B4-BE49-F238E27FC236}">
                  <a16:creationId xmlns:a16="http://schemas.microsoft.com/office/drawing/2014/main" id="{AA5E43AB-DA6B-477B-94EF-BF73ACCE3E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15091" y="5598084"/>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62">
              <a:extLst>
                <a:ext uri="{FF2B5EF4-FFF2-40B4-BE49-F238E27FC236}">
                  <a16:creationId xmlns:a16="http://schemas.microsoft.com/office/drawing/2014/main" id="{90CBC3ED-5170-4805-987F-F3964917F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762801" y="5801274"/>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63">
              <a:extLst>
                <a:ext uri="{FF2B5EF4-FFF2-40B4-BE49-F238E27FC236}">
                  <a16:creationId xmlns:a16="http://schemas.microsoft.com/office/drawing/2014/main" id="{C14C5E5E-6018-4BB4-8238-A6B217328E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960266" y="5824917"/>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64">
              <a:extLst>
                <a:ext uri="{FF2B5EF4-FFF2-40B4-BE49-F238E27FC236}">
                  <a16:creationId xmlns:a16="http://schemas.microsoft.com/office/drawing/2014/main" id="{A1D002AF-6CBB-4688-B6CC-623D057EAA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787" y="5815963"/>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65">
              <a:extLst>
                <a:ext uri="{FF2B5EF4-FFF2-40B4-BE49-F238E27FC236}">
                  <a16:creationId xmlns:a16="http://schemas.microsoft.com/office/drawing/2014/main" id="{A3BCCB11-25A2-4C56-96AC-E8B384E20D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55168" y="5833915"/>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68">
              <a:extLst>
                <a:ext uri="{FF2B5EF4-FFF2-40B4-BE49-F238E27FC236}">
                  <a16:creationId xmlns:a16="http://schemas.microsoft.com/office/drawing/2014/main" id="{48470416-A7F5-4041-B3E7-BF525DD8BD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00429" y="5819226"/>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4" name="Freeform 75">
              <a:extLst>
                <a:ext uri="{FF2B5EF4-FFF2-40B4-BE49-F238E27FC236}">
                  <a16:creationId xmlns:a16="http://schemas.microsoft.com/office/drawing/2014/main" id="{6763146B-0E01-4BC3-A3E6-5736905584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67433" y="5780057"/>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5" name="Freeform 77">
              <a:extLst>
                <a:ext uri="{FF2B5EF4-FFF2-40B4-BE49-F238E27FC236}">
                  <a16:creationId xmlns:a16="http://schemas.microsoft.com/office/drawing/2014/main" id="{C324338F-04C1-419D-90C1-D83AA1B763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18564" y="586492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91">
              <a:extLst>
                <a:ext uri="{FF2B5EF4-FFF2-40B4-BE49-F238E27FC236}">
                  <a16:creationId xmlns:a16="http://schemas.microsoft.com/office/drawing/2014/main" id="{77835AED-A441-4532-AF89-B3FF7CFD55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95527" y="6064758"/>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92">
              <a:extLst>
                <a:ext uri="{FF2B5EF4-FFF2-40B4-BE49-F238E27FC236}">
                  <a16:creationId xmlns:a16="http://schemas.microsoft.com/office/drawing/2014/main" id="{F2B6F66E-9B92-42DA-9FA1-35F0ECE1AB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51481" y="606403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8" name="Freeform 93">
              <a:extLst>
                <a:ext uri="{FF2B5EF4-FFF2-40B4-BE49-F238E27FC236}">
                  <a16:creationId xmlns:a16="http://schemas.microsoft.com/office/drawing/2014/main" id="{AB5426E1-AAC8-413F-8343-E690D35765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11063" y="6073010"/>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94">
              <a:extLst>
                <a:ext uri="{FF2B5EF4-FFF2-40B4-BE49-F238E27FC236}">
                  <a16:creationId xmlns:a16="http://schemas.microsoft.com/office/drawing/2014/main" id="{6EDE8D39-527D-48EC-A60E-822896A700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199758" y="6100755"/>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95">
              <a:extLst>
                <a:ext uri="{FF2B5EF4-FFF2-40B4-BE49-F238E27FC236}">
                  <a16:creationId xmlns:a16="http://schemas.microsoft.com/office/drawing/2014/main" id="{63CA0069-4DAE-4E19-9375-30664E1367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87749" y="6103203"/>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96">
              <a:extLst>
                <a:ext uri="{FF2B5EF4-FFF2-40B4-BE49-F238E27FC236}">
                  <a16:creationId xmlns:a16="http://schemas.microsoft.com/office/drawing/2014/main" id="{EE4F3DAA-A482-4317-AC07-D9EACF4ABD2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06156" y="6109731"/>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97">
              <a:extLst>
                <a:ext uri="{FF2B5EF4-FFF2-40B4-BE49-F238E27FC236}">
                  <a16:creationId xmlns:a16="http://schemas.microsoft.com/office/drawing/2014/main" id="{C4558B65-3D1B-4341-9469-54BDB407DA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99824" y="6112179"/>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98">
              <a:extLst>
                <a:ext uri="{FF2B5EF4-FFF2-40B4-BE49-F238E27FC236}">
                  <a16:creationId xmlns:a16="http://schemas.microsoft.com/office/drawing/2014/main" id="{8A11C831-3A34-41C8-BF81-577F36D3B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81416" y="6112179"/>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99">
              <a:extLst>
                <a:ext uri="{FF2B5EF4-FFF2-40B4-BE49-F238E27FC236}">
                  <a16:creationId xmlns:a16="http://schemas.microsoft.com/office/drawing/2014/main" id="{3BAA8579-0187-4116-9506-0798BD48B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74601" y="6112177"/>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00">
              <a:extLst>
                <a:ext uri="{FF2B5EF4-FFF2-40B4-BE49-F238E27FC236}">
                  <a16:creationId xmlns:a16="http://schemas.microsoft.com/office/drawing/2014/main" id="{B66832E9-B0E5-4132-99E9-2286FE26CB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26949" y="6112178"/>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01">
              <a:extLst>
                <a:ext uri="{FF2B5EF4-FFF2-40B4-BE49-F238E27FC236}">
                  <a16:creationId xmlns:a16="http://schemas.microsoft.com/office/drawing/2014/main" id="{1F5F17DC-C7BC-4D44-BFD1-1D5002D670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24162" y="6118708"/>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02">
              <a:extLst>
                <a:ext uri="{FF2B5EF4-FFF2-40B4-BE49-F238E27FC236}">
                  <a16:creationId xmlns:a16="http://schemas.microsoft.com/office/drawing/2014/main" id="{AAD24A6B-1C15-45BF-A44D-C5DCFDF7C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501940" y="6121971"/>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03">
              <a:extLst>
                <a:ext uri="{FF2B5EF4-FFF2-40B4-BE49-F238E27FC236}">
                  <a16:creationId xmlns:a16="http://schemas.microsoft.com/office/drawing/2014/main" id="{B2B7773D-7624-4799-8DC2-2125C7B588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764247" y="612768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04">
              <a:extLst>
                <a:ext uri="{FF2B5EF4-FFF2-40B4-BE49-F238E27FC236}">
                  <a16:creationId xmlns:a16="http://schemas.microsoft.com/office/drawing/2014/main" id="{43BDB876-DF8F-473C-94AD-3B85C7D0D0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13513" y="6127683"/>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13">
              <a:extLst>
                <a:ext uri="{FF2B5EF4-FFF2-40B4-BE49-F238E27FC236}">
                  <a16:creationId xmlns:a16="http://schemas.microsoft.com/office/drawing/2014/main" id="{E7BAEA9F-0A15-4A6A-9DE3-17E52616DF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01734" y="6173380"/>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14">
              <a:extLst>
                <a:ext uri="{FF2B5EF4-FFF2-40B4-BE49-F238E27FC236}">
                  <a16:creationId xmlns:a16="http://schemas.microsoft.com/office/drawing/2014/main" id="{F44C7BB7-3BF8-4B57-8300-B074761B6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68188" y="6173380"/>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15">
              <a:extLst>
                <a:ext uri="{FF2B5EF4-FFF2-40B4-BE49-F238E27FC236}">
                  <a16:creationId xmlns:a16="http://schemas.microsoft.com/office/drawing/2014/main" id="{5C9E2587-EA6E-4862-835F-7E8AC5DFC8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31042" y="6179093"/>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17">
              <a:extLst>
                <a:ext uri="{FF2B5EF4-FFF2-40B4-BE49-F238E27FC236}">
                  <a16:creationId xmlns:a16="http://schemas.microsoft.com/office/drawing/2014/main" id="{9FDF4C88-B02F-4199-9B67-75901180BF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6279" y="6191334"/>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18">
              <a:extLst>
                <a:ext uri="{FF2B5EF4-FFF2-40B4-BE49-F238E27FC236}">
                  <a16:creationId xmlns:a16="http://schemas.microsoft.com/office/drawing/2014/main" id="{5640818D-9BF5-4056-A10A-B26AE54949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87223" y="6194597"/>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19">
              <a:extLst>
                <a:ext uri="{FF2B5EF4-FFF2-40B4-BE49-F238E27FC236}">
                  <a16:creationId xmlns:a16="http://schemas.microsoft.com/office/drawing/2014/main" id="{DCBD257A-A1D2-4931-9090-48B1E21D5E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47958" y="6182358"/>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20">
              <a:extLst>
                <a:ext uri="{FF2B5EF4-FFF2-40B4-BE49-F238E27FC236}">
                  <a16:creationId xmlns:a16="http://schemas.microsoft.com/office/drawing/2014/main" id="{EF75A49A-C910-4E27-B0E0-AF15C2B3D4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81754" y="6360250"/>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21">
              <a:extLst>
                <a:ext uri="{FF2B5EF4-FFF2-40B4-BE49-F238E27FC236}">
                  <a16:creationId xmlns:a16="http://schemas.microsoft.com/office/drawing/2014/main" id="{09175BB4-78AB-4F07-9A7C-195C9FF508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61985" y="6366779"/>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25">
              <a:extLst>
                <a:ext uri="{FF2B5EF4-FFF2-40B4-BE49-F238E27FC236}">
                  <a16:creationId xmlns:a16="http://schemas.microsoft.com/office/drawing/2014/main" id="{E4647752-F098-4C74-8685-415ADC8BFF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50219" y="6370450"/>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26">
              <a:extLst>
                <a:ext uri="{FF2B5EF4-FFF2-40B4-BE49-F238E27FC236}">
                  <a16:creationId xmlns:a16="http://schemas.microsoft.com/office/drawing/2014/main" id="{AF23AEF6-4648-479D-9E57-75D4087D0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00429" y="6390444"/>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127">
              <a:extLst>
                <a:ext uri="{FF2B5EF4-FFF2-40B4-BE49-F238E27FC236}">
                  <a16:creationId xmlns:a16="http://schemas.microsoft.com/office/drawing/2014/main" id="{A85CD8C4-1E33-42C9-BCBB-91B9CDE9E7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75213" y="6390443"/>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128">
              <a:extLst>
                <a:ext uri="{FF2B5EF4-FFF2-40B4-BE49-F238E27FC236}">
                  <a16:creationId xmlns:a16="http://schemas.microsoft.com/office/drawing/2014/main" id="{32D2257B-0B7A-4918-A6B3-74552983CE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02403" y="6393706"/>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129">
              <a:extLst>
                <a:ext uri="{FF2B5EF4-FFF2-40B4-BE49-F238E27FC236}">
                  <a16:creationId xmlns:a16="http://schemas.microsoft.com/office/drawing/2014/main" id="{B6E8A044-F3AC-48ED-B8A6-D2EDD3F694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50199" y="6393706"/>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133">
              <a:extLst>
                <a:ext uri="{FF2B5EF4-FFF2-40B4-BE49-F238E27FC236}">
                  <a16:creationId xmlns:a16="http://schemas.microsoft.com/office/drawing/2014/main" id="{248AF2CF-3B97-49B3-8E08-2820E763B5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357015" y="6402684"/>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136">
              <a:extLst>
                <a:ext uri="{FF2B5EF4-FFF2-40B4-BE49-F238E27FC236}">
                  <a16:creationId xmlns:a16="http://schemas.microsoft.com/office/drawing/2014/main" id="{B5BEC596-B534-44B2-B1B8-78C1FBBA36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55860" y="6414923"/>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37">
              <a:extLst>
                <a:ext uri="{FF2B5EF4-FFF2-40B4-BE49-F238E27FC236}">
                  <a16:creationId xmlns:a16="http://schemas.microsoft.com/office/drawing/2014/main" id="{F45F86F4-28DB-49BC-8B6B-B703086F43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118231" y="6418188"/>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138">
              <a:extLst>
                <a:ext uri="{FF2B5EF4-FFF2-40B4-BE49-F238E27FC236}">
                  <a16:creationId xmlns:a16="http://schemas.microsoft.com/office/drawing/2014/main" id="{2932A0BD-C987-4A93-91DC-E277DC89CC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65674" y="6420637"/>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139">
              <a:extLst>
                <a:ext uri="{FF2B5EF4-FFF2-40B4-BE49-F238E27FC236}">
                  <a16:creationId xmlns:a16="http://schemas.microsoft.com/office/drawing/2014/main" id="{DD6B3E88-4337-44F0-80CD-D96F69C2F1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87222" y="6427164"/>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140">
              <a:extLst>
                <a:ext uri="{FF2B5EF4-FFF2-40B4-BE49-F238E27FC236}">
                  <a16:creationId xmlns:a16="http://schemas.microsoft.com/office/drawing/2014/main" id="{2A481A9C-8E49-4886-B0B8-B391B54DE6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45213" y="6430428"/>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42">
              <a:extLst>
                <a:ext uri="{FF2B5EF4-FFF2-40B4-BE49-F238E27FC236}">
                  <a16:creationId xmlns:a16="http://schemas.microsoft.com/office/drawing/2014/main" id="{F74D151E-F322-43E1-AAAA-39C16A828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615774" y="6457357"/>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43">
              <a:extLst>
                <a:ext uri="{FF2B5EF4-FFF2-40B4-BE49-F238E27FC236}">
                  <a16:creationId xmlns:a16="http://schemas.microsoft.com/office/drawing/2014/main" id="{BF3063F9-CB9B-4822-865E-5BFC90AF98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642843" y="6460620"/>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44">
              <a:extLst>
                <a:ext uri="{FF2B5EF4-FFF2-40B4-BE49-F238E27FC236}">
                  <a16:creationId xmlns:a16="http://schemas.microsoft.com/office/drawing/2014/main" id="{F541B440-1CE7-46DE-8E58-B472C9E62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11352" y="6457357"/>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45">
              <a:extLst>
                <a:ext uri="{FF2B5EF4-FFF2-40B4-BE49-F238E27FC236}">
                  <a16:creationId xmlns:a16="http://schemas.microsoft.com/office/drawing/2014/main" id="{25E18B25-35CB-4DFC-B428-063F245D0B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21373" y="6463070"/>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8">
              <a:extLst>
                <a:ext uri="{FF2B5EF4-FFF2-40B4-BE49-F238E27FC236}">
                  <a16:creationId xmlns:a16="http://schemas.microsoft.com/office/drawing/2014/main" id="{AC3EF75E-9D39-42A1-8744-0314BE64AB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76864" y="6421045"/>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29">
              <a:extLst>
                <a:ext uri="{FF2B5EF4-FFF2-40B4-BE49-F238E27FC236}">
                  <a16:creationId xmlns:a16="http://schemas.microsoft.com/office/drawing/2014/main" id="{5B830616-AB5F-4414-891C-D7D65A1C2A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55218" y="5819750"/>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33">
              <a:extLst>
                <a:ext uri="{FF2B5EF4-FFF2-40B4-BE49-F238E27FC236}">
                  <a16:creationId xmlns:a16="http://schemas.microsoft.com/office/drawing/2014/main" id="{B84FCDC4-EB04-49F6-83E1-AE030D9139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82335" y="5808210"/>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29">
              <a:extLst>
                <a:ext uri="{FF2B5EF4-FFF2-40B4-BE49-F238E27FC236}">
                  <a16:creationId xmlns:a16="http://schemas.microsoft.com/office/drawing/2014/main" id="{297CFE06-B273-4E3A-828B-7F2391E723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50782" y="5569170"/>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33">
              <a:extLst>
                <a:ext uri="{FF2B5EF4-FFF2-40B4-BE49-F238E27FC236}">
                  <a16:creationId xmlns:a16="http://schemas.microsoft.com/office/drawing/2014/main" id="{3DB916FA-F738-4FDC-856A-EC97DEA0FA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04120" y="5598084"/>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44">
              <a:extLst>
                <a:ext uri="{FF2B5EF4-FFF2-40B4-BE49-F238E27FC236}">
                  <a16:creationId xmlns:a16="http://schemas.microsoft.com/office/drawing/2014/main" id="{84355883-FB7A-47AA-BA56-AF9F915525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66823" y="5553207"/>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61">
              <a:extLst>
                <a:ext uri="{FF2B5EF4-FFF2-40B4-BE49-F238E27FC236}">
                  <a16:creationId xmlns:a16="http://schemas.microsoft.com/office/drawing/2014/main" id="{C09516EA-95D1-4676-88E9-782CC76F7E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015210" y="579656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21">
              <a:extLst>
                <a:ext uri="{FF2B5EF4-FFF2-40B4-BE49-F238E27FC236}">
                  <a16:creationId xmlns:a16="http://schemas.microsoft.com/office/drawing/2014/main" id="{FF9C2843-BC53-49C3-BDE9-E0D2C2385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2061049" y="6342970"/>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21">
              <a:extLst>
                <a:ext uri="{FF2B5EF4-FFF2-40B4-BE49-F238E27FC236}">
                  <a16:creationId xmlns:a16="http://schemas.microsoft.com/office/drawing/2014/main" id="{735EBC45-FAFF-4232-92DA-5F40918DDC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301980" y="6301985"/>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73" name="Freeform 142">
            <a:extLst>
              <a:ext uri="{FF2B5EF4-FFF2-40B4-BE49-F238E27FC236}">
                <a16:creationId xmlns:a16="http://schemas.microsoft.com/office/drawing/2014/main" id="{869C3428-7E23-4E31-828E-09F276DAC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20574" y="6762157"/>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Content Placeholder 2">
            <a:extLst>
              <a:ext uri="{FF2B5EF4-FFF2-40B4-BE49-F238E27FC236}">
                <a16:creationId xmlns:a16="http://schemas.microsoft.com/office/drawing/2014/main" id="{D881B2FB-C752-D506-C6A2-D24D4BBCE144}"/>
              </a:ext>
            </a:extLst>
          </p:cNvPr>
          <p:cNvSpPr>
            <a:spLocks/>
          </p:cNvSpPr>
          <p:nvPr/>
        </p:nvSpPr>
        <p:spPr>
          <a:xfrm>
            <a:off x="5280130" y="1936960"/>
            <a:ext cx="5502169" cy="2018854"/>
          </a:xfrm>
          <a:prstGeom prst="rect">
            <a:avLst/>
          </a:prstGeom>
        </p:spPr>
        <p:txBody>
          <a:bodyPr lIns="109728" tIns="109728" rIns="109728" bIns="91440" anchor="t"/>
          <a:lstStyle/>
          <a:p>
            <a:pPr defTabSz="521208">
              <a:spcAft>
                <a:spcPts val="600"/>
              </a:spcAft>
            </a:pPr>
            <a:r>
              <a:rPr lang="en-US" sz="2000" kern="1200" dirty="0">
                <a:latin typeface="Calibri"/>
                <a:ea typeface="+mn-lt"/>
                <a:cs typeface="+mn-lt"/>
              </a:rPr>
              <a:t>Method 1: Fatigue crack growth by Striation Formation</a:t>
            </a:r>
          </a:p>
          <a:p>
            <a:pPr defTabSz="521208">
              <a:spcAft>
                <a:spcPts val="600"/>
              </a:spcAft>
              <a:buClr>
                <a:srgbClr val="C3B2A7"/>
              </a:buClr>
            </a:pPr>
            <a:r>
              <a:rPr lang="en-US" sz="2000" kern="1200" dirty="0">
                <a:latin typeface="Calibri"/>
                <a:ea typeface="+mn-lt"/>
                <a:cs typeface="+mn-lt"/>
              </a:rPr>
              <a:t>Method 2: Fatigue crack growth by a plastic blunting mechanism</a:t>
            </a:r>
            <a:endParaRPr lang="en-US" sz="2000" dirty="0">
              <a:latin typeface="Calibri"/>
              <a:ea typeface="Yu Gothic"/>
              <a:cs typeface="Calibri"/>
            </a:endParaRPr>
          </a:p>
        </p:txBody>
      </p:sp>
      <p:sp>
        <p:nvSpPr>
          <p:cNvPr id="7" name="TextBox 6">
            <a:extLst>
              <a:ext uri="{FF2B5EF4-FFF2-40B4-BE49-F238E27FC236}">
                <a16:creationId xmlns:a16="http://schemas.microsoft.com/office/drawing/2014/main" id="{0D1F1674-EF02-5378-18AC-9B7BC121DCD6}"/>
              </a:ext>
            </a:extLst>
          </p:cNvPr>
          <p:cNvSpPr txBox="1"/>
          <p:nvPr/>
        </p:nvSpPr>
        <p:spPr>
          <a:xfrm>
            <a:off x="5281098" y="1139748"/>
            <a:ext cx="230910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521208">
              <a:spcAft>
                <a:spcPts val="600"/>
              </a:spcAft>
            </a:pPr>
            <a:r>
              <a:rPr lang="en-US" sz="2000" kern="1200" dirty="0">
                <a:latin typeface="Calibri"/>
                <a:ea typeface="Yu Gothic"/>
                <a:cs typeface="Calibri"/>
              </a:rPr>
              <a:t>Fatigue Crack Propagation:</a:t>
            </a:r>
            <a:endParaRPr lang="en-US" sz="2000" dirty="0">
              <a:latin typeface="Calibri"/>
              <a:cs typeface="Calibri"/>
            </a:endParaRPr>
          </a:p>
        </p:txBody>
      </p:sp>
      <p:pic>
        <p:nvPicPr>
          <p:cNvPr id="8" name="Picture 7">
            <a:extLst>
              <a:ext uri="{FF2B5EF4-FFF2-40B4-BE49-F238E27FC236}">
                <a16:creationId xmlns:a16="http://schemas.microsoft.com/office/drawing/2014/main" id="{FCAC1105-85DB-4001-5B70-F6514822F32B}"/>
              </a:ext>
            </a:extLst>
          </p:cNvPr>
          <p:cNvPicPr>
            <a:picLocks noChangeAspect="1"/>
          </p:cNvPicPr>
          <p:nvPr/>
        </p:nvPicPr>
        <p:blipFill>
          <a:blip r:embed="rId2"/>
          <a:stretch>
            <a:fillRect/>
          </a:stretch>
        </p:blipFill>
        <p:spPr>
          <a:xfrm>
            <a:off x="5335052" y="3384617"/>
            <a:ext cx="5595107" cy="2589811"/>
          </a:xfrm>
          <a:prstGeom prst="rect">
            <a:avLst/>
          </a:prstGeom>
        </p:spPr>
      </p:pic>
    </p:spTree>
    <p:extLst>
      <p:ext uri="{BB962C8B-B14F-4D97-AF65-F5344CB8AC3E}">
        <p14:creationId xmlns:p14="http://schemas.microsoft.com/office/powerpoint/2010/main" val="56078592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9239DF-EAA4-47C3-B4E3-79C6BCB24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93" y="5267"/>
            <a:ext cx="6635041" cy="684746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AECC23-C2B1-98BB-29F5-B13ED92F4EE2}"/>
              </a:ext>
            </a:extLst>
          </p:cNvPr>
          <p:cNvSpPr>
            <a:spLocks noGrp="1"/>
          </p:cNvSpPr>
          <p:nvPr>
            <p:ph type="title"/>
          </p:nvPr>
        </p:nvSpPr>
        <p:spPr>
          <a:xfrm>
            <a:off x="6899932" y="157843"/>
            <a:ext cx="5110909" cy="1691969"/>
          </a:xfrm>
        </p:spPr>
        <p:txBody>
          <a:bodyPr>
            <a:normAutofit/>
          </a:bodyPr>
          <a:lstStyle/>
          <a:p>
            <a:pPr algn="ctr"/>
            <a:r>
              <a:rPr lang="en-US" dirty="0">
                <a:ea typeface="Yu Gothic"/>
              </a:rPr>
              <a:t>Mechanism:</a:t>
            </a:r>
            <a:endParaRPr lang="en-US">
              <a:ea typeface="Yu Gothic"/>
            </a:endParaRPr>
          </a:p>
        </p:txBody>
      </p:sp>
      <p:sp>
        <p:nvSpPr>
          <p:cNvPr id="3" name="Content Placeholder 2">
            <a:extLst>
              <a:ext uri="{FF2B5EF4-FFF2-40B4-BE49-F238E27FC236}">
                <a16:creationId xmlns:a16="http://schemas.microsoft.com/office/drawing/2014/main" id="{8ADB2136-715A-F97C-F25A-C82BD71A283F}"/>
              </a:ext>
            </a:extLst>
          </p:cNvPr>
          <p:cNvSpPr>
            <a:spLocks noGrp="1"/>
          </p:cNvSpPr>
          <p:nvPr>
            <p:ph idx="1"/>
          </p:nvPr>
        </p:nvSpPr>
        <p:spPr>
          <a:xfrm>
            <a:off x="7184570" y="1631608"/>
            <a:ext cx="4539129" cy="651747"/>
          </a:xfrm>
        </p:spPr>
        <p:txBody>
          <a:bodyPr lIns="109728" tIns="109728" rIns="109728" bIns="91440" anchor="t">
            <a:noAutofit/>
          </a:bodyPr>
          <a:lstStyle/>
          <a:p>
            <a:pPr marL="0" indent="0" algn="ctr">
              <a:buNone/>
            </a:pPr>
            <a:r>
              <a:rPr lang="en-US" sz="2800" dirty="0">
                <a:latin typeface="Calibri"/>
                <a:ea typeface="Yu Gothic"/>
                <a:cs typeface="Calibri"/>
              </a:rPr>
              <a:t>Corrosion</a:t>
            </a:r>
            <a:endParaRPr lang="en-US" sz="2800">
              <a:latin typeface="Calibri"/>
              <a:cs typeface="Calibri"/>
            </a:endParaRPr>
          </a:p>
          <a:p>
            <a:pPr marL="0" indent="0">
              <a:buNone/>
            </a:pPr>
            <a:endParaRPr lang="en-US" sz="2800" dirty="0">
              <a:latin typeface="Calibri"/>
              <a:ea typeface="Yu Gothic"/>
              <a:cs typeface="Calibri"/>
            </a:endParaRPr>
          </a:p>
        </p:txBody>
      </p:sp>
      <p:grpSp>
        <p:nvGrpSpPr>
          <p:cNvPr id="13" name="Group 12">
            <a:extLst>
              <a:ext uri="{FF2B5EF4-FFF2-40B4-BE49-F238E27FC236}">
                <a16:creationId xmlns:a16="http://schemas.microsoft.com/office/drawing/2014/main" id="{3389B237-4CAB-4403-A95C-C04D71F4B4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45458" y="-31769"/>
            <a:ext cx="510538" cy="6804779"/>
            <a:chOff x="11445458" y="-31769"/>
            <a:chExt cx="510538" cy="6804779"/>
          </a:xfrm>
        </p:grpSpPr>
        <p:sp>
          <p:nvSpPr>
            <p:cNvPr id="14" name="Freeform 8">
              <a:extLst>
                <a:ext uri="{FF2B5EF4-FFF2-40B4-BE49-F238E27FC236}">
                  <a16:creationId xmlns:a16="http://schemas.microsoft.com/office/drawing/2014/main" id="{57652216-AF47-4D6B-A81B-2DC28B6255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7521" y="6663369"/>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3">
              <a:extLst>
                <a:ext uri="{FF2B5EF4-FFF2-40B4-BE49-F238E27FC236}">
                  <a16:creationId xmlns:a16="http://schemas.microsoft.com/office/drawing/2014/main" id="{0E53B701-E5D9-4269-97AD-69F3087D28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8634" y="742112"/>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1">
              <a:extLst>
                <a:ext uri="{FF2B5EF4-FFF2-40B4-BE49-F238E27FC236}">
                  <a16:creationId xmlns:a16="http://schemas.microsoft.com/office/drawing/2014/main" id="{53F3EB0D-ADA8-4F65-9811-0A990FE6BE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806592" y="959823"/>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3">
              <a:extLst>
                <a:ext uri="{FF2B5EF4-FFF2-40B4-BE49-F238E27FC236}">
                  <a16:creationId xmlns:a16="http://schemas.microsoft.com/office/drawing/2014/main" id="{7FC10137-17E1-4C6D-B7A2-CD86B7C148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94678" y="1198596"/>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4">
              <a:extLst>
                <a:ext uri="{FF2B5EF4-FFF2-40B4-BE49-F238E27FC236}">
                  <a16:creationId xmlns:a16="http://schemas.microsoft.com/office/drawing/2014/main" id="{983715DD-6794-4B57-8585-E0EFF671E7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8560" y="447364"/>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55">
              <a:extLst>
                <a:ext uri="{FF2B5EF4-FFF2-40B4-BE49-F238E27FC236}">
                  <a16:creationId xmlns:a16="http://schemas.microsoft.com/office/drawing/2014/main" id="{6B8B9805-E14F-4943-B15E-48460BFD60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94538" y="1408197"/>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56">
              <a:extLst>
                <a:ext uri="{FF2B5EF4-FFF2-40B4-BE49-F238E27FC236}">
                  <a16:creationId xmlns:a16="http://schemas.microsoft.com/office/drawing/2014/main" id="{112C42C6-34DE-404D-B18A-8E94E76A3C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94234" y="2238233"/>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57">
              <a:extLst>
                <a:ext uri="{FF2B5EF4-FFF2-40B4-BE49-F238E27FC236}">
                  <a16:creationId xmlns:a16="http://schemas.microsoft.com/office/drawing/2014/main" id="{105114E3-B528-44FB-AD64-31F7940A69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80687" y="1617942"/>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9">
              <a:extLst>
                <a:ext uri="{FF2B5EF4-FFF2-40B4-BE49-F238E27FC236}">
                  <a16:creationId xmlns:a16="http://schemas.microsoft.com/office/drawing/2014/main" id="{66162961-2E66-4F1D-AD08-A09C28C5E0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0137" y="200295"/>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60">
              <a:extLst>
                <a:ext uri="{FF2B5EF4-FFF2-40B4-BE49-F238E27FC236}">
                  <a16:creationId xmlns:a16="http://schemas.microsoft.com/office/drawing/2014/main" id="{7DF10D80-7F03-41B7-BF83-7086CFB705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5368" y="1847736"/>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1">
              <a:extLst>
                <a:ext uri="{FF2B5EF4-FFF2-40B4-BE49-F238E27FC236}">
                  <a16:creationId xmlns:a16="http://schemas.microsoft.com/office/drawing/2014/main" id="{60E5BEF8-88A7-4088-8382-FC596B16B9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4067" y="-12868"/>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78">
              <a:extLst>
                <a:ext uri="{FF2B5EF4-FFF2-40B4-BE49-F238E27FC236}">
                  <a16:creationId xmlns:a16="http://schemas.microsoft.com/office/drawing/2014/main" id="{4850C240-229E-44CC-9B0C-7C70B85241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40903" y="665835"/>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79">
              <a:extLst>
                <a:ext uri="{FF2B5EF4-FFF2-40B4-BE49-F238E27FC236}">
                  <a16:creationId xmlns:a16="http://schemas.microsoft.com/office/drawing/2014/main" id="{0C20C1F3-97C9-485A-BBF1-F712C6FDD9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53275" y="896880"/>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80">
              <a:extLst>
                <a:ext uri="{FF2B5EF4-FFF2-40B4-BE49-F238E27FC236}">
                  <a16:creationId xmlns:a16="http://schemas.microsoft.com/office/drawing/2014/main" id="{5FB7F486-D669-4315-848B-079715C0A6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47934" y="1134675"/>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84943FC-F8F5-47A2-8C6C-AD8385B0F3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30984" y="2147729"/>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82">
              <a:extLst>
                <a:ext uri="{FF2B5EF4-FFF2-40B4-BE49-F238E27FC236}">
                  <a16:creationId xmlns:a16="http://schemas.microsoft.com/office/drawing/2014/main" id="{FBD1CFD7-B550-428B-99C5-E70AE1117A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38820" y="1925276"/>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83">
              <a:extLst>
                <a:ext uri="{FF2B5EF4-FFF2-40B4-BE49-F238E27FC236}">
                  <a16:creationId xmlns:a16="http://schemas.microsoft.com/office/drawing/2014/main" id="{86464553-DBB1-4FDD-A906-723DE0BFAF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1377" y="1610488"/>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41C1AA59-6A1E-4A61-8483-8056A09E0C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22393" y="461249"/>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6">
              <a:extLst>
                <a:ext uri="{FF2B5EF4-FFF2-40B4-BE49-F238E27FC236}">
                  <a16:creationId xmlns:a16="http://schemas.microsoft.com/office/drawing/2014/main" id="{851A3E4E-2857-4A69-AEC0-79CF8C413D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6789" y="39307"/>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9">
              <a:extLst>
                <a:ext uri="{FF2B5EF4-FFF2-40B4-BE49-F238E27FC236}">
                  <a16:creationId xmlns:a16="http://schemas.microsoft.com/office/drawing/2014/main" id="{363F6E9F-7E05-4464-BE66-BB27B4589D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7165" y="1398137"/>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90">
              <a:extLst>
                <a:ext uri="{FF2B5EF4-FFF2-40B4-BE49-F238E27FC236}">
                  <a16:creationId xmlns:a16="http://schemas.microsoft.com/office/drawing/2014/main" id="{CE4367E1-2C4E-4A0B-A9E2-2DC3B3BCDC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65017" y="2021046"/>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05">
              <a:extLst>
                <a:ext uri="{FF2B5EF4-FFF2-40B4-BE49-F238E27FC236}">
                  <a16:creationId xmlns:a16="http://schemas.microsoft.com/office/drawing/2014/main" id="{EE215DA3-ED82-4F29-9835-DD3B5ADD4D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839032" y="2023516"/>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06">
              <a:extLst>
                <a:ext uri="{FF2B5EF4-FFF2-40B4-BE49-F238E27FC236}">
                  <a16:creationId xmlns:a16="http://schemas.microsoft.com/office/drawing/2014/main" id="{449C2B94-6D2C-466B-9091-18CA599565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53729" y="261247"/>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32">
              <a:extLst>
                <a:ext uri="{FF2B5EF4-FFF2-40B4-BE49-F238E27FC236}">
                  <a16:creationId xmlns:a16="http://schemas.microsoft.com/office/drawing/2014/main" id="{9873A13E-F493-4022-9CDB-496767477D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3710" y="3240972"/>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33">
              <a:extLst>
                <a:ext uri="{FF2B5EF4-FFF2-40B4-BE49-F238E27FC236}">
                  <a16:creationId xmlns:a16="http://schemas.microsoft.com/office/drawing/2014/main" id="{631ED96D-0634-4E7F-BE08-A8ACAA0A64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3623" y="433228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34">
              <a:extLst>
                <a:ext uri="{FF2B5EF4-FFF2-40B4-BE49-F238E27FC236}">
                  <a16:creationId xmlns:a16="http://schemas.microsoft.com/office/drawing/2014/main" id="{D43F1416-268F-487F-ABB4-1C62E6C68B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7553" y="5329606"/>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35">
              <a:extLst>
                <a:ext uri="{FF2B5EF4-FFF2-40B4-BE49-F238E27FC236}">
                  <a16:creationId xmlns:a16="http://schemas.microsoft.com/office/drawing/2014/main" id="{E5E99890-1E26-4DDC-8F50-128C4875BA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3205" y="4540510"/>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36">
              <a:extLst>
                <a:ext uri="{FF2B5EF4-FFF2-40B4-BE49-F238E27FC236}">
                  <a16:creationId xmlns:a16="http://schemas.microsoft.com/office/drawing/2014/main" id="{21D3B3BA-A1D7-450E-B002-44DFDC68F9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5342" y="5991495"/>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37">
              <a:extLst>
                <a:ext uri="{FF2B5EF4-FFF2-40B4-BE49-F238E27FC236}">
                  <a16:creationId xmlns:a16="http://schemas.microsoft.com/office/drawing/2014/main" id="{666093C3-5DCC-4A45-897C-F2C5CA94AC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7108" y="3005032"/>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38">
              <a:extLst>
                <a:ext uri="{FF2B5EF4-FFF2-40B4-BE49-F238E27FC236}">
                  <a16:creationId xmlns:a16="http://schemas.microsoft.com/office/drawing/2014/main" id="{E5879CC9-6134-4E28-8170-9DD4240CC5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4777" y="4845128"/>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39">
              <a:extLst>
                <a:ext uri="{FF2B5EF4-FFF2-40B4-BE49-F238E27FC236}">
                  <a16:creationId xmlns:a16="http://schemas.microsoft.com/office/drawing/2014/main" id="{52B9234F-7351-4670-9340-3ABC48A30B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6885" y="5086249"/>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0">
              <a:extLst>
                <a:ext uri="{FF2B5EF4-FFF2-40B4-BE49-F238E27FC236}">
                  <a16:creationId xmlns:a16="http://schemas.microsoft.com/office/drawing/2014/main" id="{3F67C8B5-D925-449D-BCA7-7517305514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1849" y="2542950"/>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41">
              <a:extLst>
                <a:ext uri="{FF2B5EF4-FFF2-40B4-BE49-F238E27FC236}">
                  <a16:creationId xmlns:a16="http://schemas.microsoft.com/office/drawing/2014/main" id="{71516E84-743F-4EE4-B466-909E55FCC9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5342" y="6223503"/>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2">
              <a:extLst>
                <a:ext uri="{FF2B5EF4-FFF2-40B4-BE49-F238E27FC236}">
                  <a16:creationId xmlns:a16="http://schemas.microsoft.com/office/drawing/2014/main" id="{285EE84A-B305-47FC-9896-3EAAE94F6D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3510" y="5541519"/>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44">
              <a:extLst>
                <a:ext uri="{FF2B5EF4-FFF2-40B4-BE49-F238E27FC236}">
                  <a16:creationId xmlns:a16="http://schemas.microsoft.com/office/drawing/2014/main" id="{52175DC6-FE35-414D-B1FC-53870E0F6B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7300" y="402564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45">
              <a:extLst>
                <a:ext uri="{FF2B5EF4-FFF2-40B4-BE49-F238E27FC236}">
                  <a16:creationId xmlns:a16="http://schemas.microsoft.com/office/drawing/2014/main" id="{ACD91DA3-CF45-4374-AEDA-5DA2E53EE4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15149" y="5781473"/>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6">
              <a:extLst>
                <a:ext uri="{FF2B5EF4-FFF2-40B4-BE49-F238E27FC236}">
                  <a16:creationId xmlns:a16="http://schemas.microsoft.com/office/drawing/2014/main" id="{8AAA7A16-3076-4557-9DC3-297D83248E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4208" y="2775569"/>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7">
              <a:extLst>
                <a:ext uri="{FF2B5EF4-FFF2-40B4-BE49-F238E27FC236}">
                  <a16:creationId xmlns:a16="http://schemas.microsoft.com/office/drawing/2014/main" id="{62AFF181-4F3A-40CE-BC79-BD8D97E0C2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2353" y="3794520"/>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48">
              <a:extLst>
                <a:ext uri="{FF2B5EF4-FFF2-40B4-BE49-F238E27FC236}">
                  <a16:creationId xmlns:a16="http://schemas.microsoft.com/office/drawing/2014/main" id="{E9EE8F9C-63EF-41F7-90AC-95F093366F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17610" y="3561050"/>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62">
              <a:extLst>
                <a:ext uri="{FF2B5EF4-FFF2-40B4-BE49-F238E27FC236}">
                  <a16:creationId xmlns:a16="http://schemas.microsoft.com/office/drawing/2014/main" id="{F99D5EE6-2CC4-4A54-9A07-4734713E7A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08042" y="2895364"/>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63">
              <a:extLst>
                <a:ext uri="{FF2B5EF4-FFF2-40B4-BE49-F238E27FC236}">
                  <a16:creationId xmlns:a16="http://schemas.microsoft.com/office/drawing/2014/main" id="{DC83D62C-4898-4734-893F-7FE7A2D70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9400" y="4033977"/>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64">
              <a:extLst>
                <a:ext uri="{FF2B5EF4-FFF2-40B4-BE49-F238E27FC236}">
                  <a16:creationId xmlns:a16="http://schemas.microsoft.com/office/drawing/2014/main" id="{EFA4198B-E065-405F-84E4-B0220DCEF9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7351" y="2627056"/>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5">
              <a:extLst>
                <a:ext uri="{FF2B5EF4-FFF2-40B4-BE49-F238E27FC236}">
                  <a16:creationId xmlns:a16="http://schemas.microsoft.com/office/drawing/2014/main" id="{F6D1AC12-FB95-4593-BF80-DABEDD4E3E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7982" y="3771071"/>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66">
              <a:extLst>
                <a:ext uri="{FF2B5EF4-FFF2-40B4-BE49-F238E27FC236}">
                  <a16:creationId xmlns:a16="http://schemas.microsoft.com/office/drawing/2014/main" id="{9F41615F-3978-4890-992E-1D44D0D914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764" y="5317507"/>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67">
              <a:extLst>
                <a:ext uri="{FF2B5EF4-FFF2-40B4-BE49-F238E27FC236}">
                  <a16:creationId xmlns:a16="http://schemas.microsoft.com/office/drawing/2014/main" id="{293C0AD6-F904-4337-8CAB-2FF649834B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5944" y="4533529"/>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8">
              <a:extLst>
                <a:ext uri="{FF2B5EF4-FFF2-40B4-BE49-F238E27FC236}">
                  <a16:creationId xmlns:a16="http://schemas.microsoft.com/office/drawing/2014/main" id="{E68410D4-6ED4-4651-8543-78B0AB57A2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3332" y="3190789"/>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69">
              <a:extLst>
                <a:ext uri="{FF2B5EF4-FFF2-40B4-BE49-F238E27FC236}">
                  <a16:creationId xmlns:a16="http://schemas.microsoft.com/office/drawing/2014/main" id="{BB356FF6-7153-4AE8-904C-8535363AA8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2589" y="5599752"/>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70">
              <a:extLst>
                <a:ext uri="{FF2B5EF4-FFF2-40B4-BE49-F238E27FC236}">
                  <a16:creationId xmlns:a16="http://schemas.microsoft.com/office/drawing/2014/main" id="{D9CD9700-C2DA-4CCD-8700-D763281E4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802" y="6191496"/>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71">
              <a:extLst>
                <a:ext uri="{FF2B5EF4-FFF2-40B4-BE49-F238E27FC236}">
                  <a16:creationId xmlns:a16="http://schemas.microsoft.com/office/drawing/2014/main" id="{6CC97770-31D6-46F7-9608-9D96AEF4A1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4132" y="5079102"/>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72">
              <a:extLst>
                <a:ext uri="{FF2B5EF4-FFF2-40B4-BE49-F238E27FC236}">
                  <a16:creationId xmlns:a16="http://schemas.microsoft.com/office/drawing/2014/main" id="{1F6A0344-12D8-457F-B2C4-BF6ABC3F97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0869" y="4852243"/>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73">
              <a:extLst>
                <a:ext uri="{FF2B5EF4-FFF2-40B4-BE49-F238E27FC236}">
                  <a16:creationId xmlns:a16="http://schemas.microsoft.com/office/drawing/2014/main" id="{A659A3FC-205E-41C5-90D8-2909635C66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742" y="4352608"/>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74">
              <a:extLst>
                <a:ext uri="{FF2B5EF4-FFF2-40B4-BE49-F238E27FC236}">
                  <a16:creationId xmlns:a16="http://schemas.microsoft.com/office/drawing/2014/main" id="{EF5898F8-F274-4A71-ABC2-9727884523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3694" y="5932892"/>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75">
              <a:extLst>
                <a:ext uri="{FF2B5EF4-FFF2-40B4-BE49-F238E27FC236}">
                  <a16:creationId xmlns:a16="http://schemas.microsoft.com/office/drawing/2014/main" id="{A337719B-635F-4455-A8E8-6983D9B3DE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38703" y="2387288"/>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77">
              <a:extLst>
                <a:ext uri="{FF2B5EF4-FFF2-40B4-BE49-F238E27FC236}">
                  <a16:creationId xmlns:a16="http://schemas.microsoft.com/office/drawing/2014/main" id="{665D8F7B-6125-4923-82FD-4541506B66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3949" y="3551571"/>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85">
              <a:extLst>
                <a:ext uri="{FF2B5EF4-FFF2-40B4-BE49-F238E27FC236}">
                  <a16:creationId xmlns:a16="http://schemas.microsoft.com/office/drawing/2014/main" id="{AEBBE398-C737-4798-92D3-68B6928A9B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30208" y="6379390"/>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7">
              <a:extLst>
                <a:ext uri="{FF2B5EF4-FFF2-40B4-BE49-F238E27FC236}">
                  <a16:creationId xmlns:a16="http://schemas.microsoft.com/office/drawing/2014/main" id="{F3116C15-246C-412A-B5A8-DC7E056EC8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4699" y="6633625"/>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8">
              <a:extLst>
                <a:ext uri="{FF2B5EF4-FFF2-40B4-BE49-F238E27FC236}">
                  <a16:creationId xmlns:a16="http://schemas.microsoft.com/office/drawing/2014/main" id="{F9FA8A4C-F799-47E7-85C8-4DA109A003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518248" y="5648840"/>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extBox 3">
            <a:extLst>
              <a:ext uri="{FF2B5EF4-FFF2-40B4-BE49-F238E27FC236}">
                <a16:creationId xmlns:a16="http://schemas.microsoft.com/office/drawing/2014/main" id="{E5036C39-E37C-E1D9-E0A5-65F84AA3B87E}"/>
              </a:ext>
            </a:extLst>
          </p:cNvPr>
          <p:cNvSpPr txBox="1"/>
          <p:nvPr/>
        </p:nvSpPr>
        <p:spPr>
          <a:xfrm>
            <a:off x="7767479" y="3043781"/>
            <a:ext cx="368698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latin typeface="Calibri"/>
                <a:ea typeface="Yu Gothic"/>
                <a:cs typeface="Calibri"/>
              </a:rPr>
              <a:t>Because of the plane flying above salty sea water the joint was attacked by crevice corrosion</a:t>
            </a:r>
          </a:p>
        </p:txBody>
      </p:sp>
      <p:pic>
        <p:nvPicPr>
          <p:cNvPr id="6" name="Picture 5" descr="A diagram of a circular object with text&#10;&#10;Description automatically generated">
            <a:extLst>
              <a:ext uri="{FF2B5EF4-FFF2-40B4-BE49-F238E27FC236}">
                <a16:creationId xmlns:a16="http://schemas.microsoft.com/office/drawing/2014/main" id="{46FB67E3-C790-BB72-4E11-B4843A413525}"/>
              </a:ext>
            </a:extLst>
          </p:cNvPr>
          <p:cNvPicPr>
            <a:picLocks noChangeAspect="1"/>
          </p:cNvPicPr>
          <p:nvPr/>
        </p:nvPicPr>
        <p:blipFill>
          <a:blip r:embed="rId2"/>
          <a:stretch>
            <a:fillRect/>
          </a:stretch>
        </p:blipFill>
        <p:spPr>
          <a:xfrm>
            <a:off x="87087" y="1915563"/>
            <a:ext cx="6466113" cy="3582044"/>
          </a:xfrm>
          <a:prstGeom prst="rect">
            <a:avLst/>
          </a:prstGeom>
        </p:spPr>
      </p:pic>
    </p:spTree>
    <p:extLst>
      <p:ext uri="{BB962C8B-B14F-4D97-AF65-F5344CB8AC3E}">
        <p14:creationId xmlns:p14="http://schemas.microsoft.com/office/powerpoint/2010/main" val="25217165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15DA0-A93E-30F9-1218-D3C0A095EA29}"/>
              </a:ext>
            </a:extLst>
          </p:cNvPr>
          <p:cNvSpPr>
            <a:spLocks noGrp="1"/>
          </p:cNvSpPr>
          <p:nvPr>
            <p:ph type="title"/>
          </p:nvPr>
        </p:nvSpPr>
        <p:spPr>
          <a:xfrm>
            <a:off x="3048" y="633548"/>
            <a:ext cx="4256468" cy="1325563"/>
          </a:xfrm>
        </p:spPr>
        <p:txBody>
          <a:bodyPr/>
          <a:lstStyle/>
          <a:p>
            <a:pPr algn="ctr"/>
            <a:r>
              <a:rPr lang="en-US" dirty="0">
                <a:solidFill>
                  <a:srgbClr val="323232"/>
                </a:solidFill>
                <a:ea typeface="Yu Gothic"/>
              </a:rPr>
              <a:t>Remedies:</a:t>
            </a:r>
          </a:p>
          <a:p>
            <a:endParaRPr lang="en-US" b="0" dirty="0">
              <a:solidFill>
                <a:srgbClr val="000000"/>
              </a:solidFill>
              <a:ea typeface="Yu Gothic"/>
            </a:endParaRPr>
          </a:p>
          <a:p>
            <a:endParaRPr lang="en-US" dirty="0">
              <a:ea typeface="Yu Gothic"/>
            </a:endParaRPr>
          </a:p>
        </p:txBody>
      </p:sp>
      <p:sp>
        <p:nvSpPr>
          <p:cNvPr id="3" name="Content Placeholder 2">
            <a:extLst>
              <a:ext uri="{FF2B5EF4-FFF2-40B4-BE49-F238E27FC236}">
                <a16:creationId xmlns:a16="http://schemas.microsoft.com/office/drawing/2014/main" id="{F2A5740A-0818-4983-3F06-3C7184E72E74}"/>
              </a:ext>
            </a:extLst>
          </p:cNvPr>
          <p:cNvSpPr>
            <a:spLocks noGrp="1"/>
          </p:cNvSpPr>
          <p:nvPr>
            <p:ph idx="1"/>
          </p:nvPr>
        </p:nvSpPr>
        <p:spPr>
          <a:xfrm>
            <a:off x="623534" y="1090748"/>
            <a:ext cx="9634011" cy="4351338"/>
          </a:xfrm>
        </p:spPr>
        <p:txBody>
          <a:bodyPr lIns="109728" tIns="109728" rIns="109728" bIns="91440" anchor="t"/>
          <a:lstStyle/>
          <a:p>
            <a:pPr>
              <a:buClr>
                <a:srgbClr val="C3B2A7"/>
              </a:buClr>
            </a:pPr>
            <a:r>
              <a:rPr lang="en-US" sz="2200" dirty="0">
                <a:solidFill>
                  <a:schemeClr val="tx1"/>
                </a:solidFill>
                <a:latin typeface="Calibri"/>
                <a:ea typeface="Segoe UI Historic"/>
                <a:cs typeface="Segoe UI Historic"/>
              </a:rPr>
              <a:t> Implementing additional double sheet layer to </a:t>
            </a:r>
            <a:endParaRPr lang="en-US">
              <a:solidFill>
                <a:schemeClr val="tx1"/>
              </a:solidFill>
              <a:latin typeface="Calibri"/>
              <a:ea typeface="Yu Gothic"/>
              <a:cs typeface="Calibri"/>
            </a:endParaRPr>
          </a:p>
          <a:p>
            <a:pPr marL="0" indent="0">
              <a:buClr>
                <a:srgbClr val="C3B2A7"/>
              </a:buClr>
              <a:buNone/>
            </a:pPr>
            <a:r>
              <a:rPr lang="en-US" sz="2200" dirty="0">
                <a:solidFill>
                  <a:schemeClr val="tx1"/>
                </a:solidFill>
                <a:latin typeface="Calibri"/>
                <a:ea typeface="Segoe UI Historic"/>
                <a:cs typeface="Segoe UI Historic"/>
              </a:rPr>
              <a:t>          I) Eliminate knife edged fatigue which was due to                                             </a:t>
            </a:r>
            <a:r>
              <a:rPr lang="en-US" sz="2200" dirty="0" err="1">
                <a:solidFill>
                  <a:schemeClr val="tx1"/>
                </a:solidFill>
                <a:latin typeface="Calibri"/>
                <a:ea typeface="Segoe UI Historic"/>
                <a:cs typeface="Segoe UI Historic"/>
              </a:rPr>
              <a:t>disbonded</a:t>
            </a:r>
            <a:r>
              <a:rPr lang="en-US" sz="2200" dirty="0">
                <a:solidFill>
                  <a:schemeClr val="tx1"/>
                </a:solidFill>
                <a:latin typeface="Calibri"/>
                <a:ea typeface="Segoe UI Historic"/>
                <a:cs typeface="Segoe UI Historic"/>
              </a:rPr>
              <a:t> upper skin</a:t>
            </a:r>
            <a:endParaRPr lang="en-US" dirty="0">
              <a:solidFill>
                <a:schemeClr val="tx1"/>
              </a:solidFill>
              <a:latin typeface="Calibri"/>
              <a:ea typeface="Yu Gothic"/>
              <a:cs typeface="Calibri"/>
            </a:endParaRPr>
          </a:p>
          <a:p>
            <a:pPr marL="0" indent="0">
              <a:buClr>
                <a:srgbClr val="C3B2A7"/>
              </a:buClr>
              <a:buNone/>
            </a:pPr>
            <a:r>
              <a:rPr lang="en-US" sz="2200" dirty="0">
                <a:solidFill>
                  <a:schemeClr val="tx1"/>
                </a:solidFill>
                <a:latin typeface="Calibri"/>
                <a:ea typeface="Segoe UI Historic"/>
                <a:cs typeface="Segoe UI Historic"/>
              </a:rPr>
              <a:t>          II)Eliminate crevice corrosion</a:t>
            </a:r>
          </a:p>
          <a:p>
            <a:r>
              <a:rPr lang="en-US" sz="2200" dirty="0">
                <a:solidFill>
                  <a:schemeClr val="tx1"/>
                </a:solidFill>
                <a:latin typeface="Calibri"/>
                <a:ea typeface="Segoe UI Historic"/>
                <a:cs typeface="Segoe UI Historic"/>
              </a:rPr>
              <a:t>Lap joint with rivet</a:t>
            </a:r>
          </a:p>
          <a:p>
            <a:pPr>
              <a:buClr>
                <a:srgbClr val="C3B2A7"/>
              </a:buClr>
            </a:pPr>
            <a:endParaRPr lang="en-US" sz="2200" dirty="0">
              <a:solidFill>
                <a:schemeClr val="tx1"/>
              </a:solidFill>
              <a:latin typeface="Calibri"/>
              <a:ea typeface="Segoe UI Historic"/>
              <a:cs typeface="Segoe UI Historic"/>
            </a:endParaRPr>
          </a:p>
        </p:txBody>
      </p:sp>
      <p:pic>
        <p:nvPicPr>
          <p:cNvPr id="4" name="Picture 3" descr="A diagram of a piece of metal&#10;&#10;Description automatically generated">
            <a:extLst>
              <a:ext uri="{FF2B5EF4-FFF2-40B4-BE49-F238E27FC236}">
                <a16:creationId xmlns:a16="http://schemas.microsoft.com/office/drawing/2014/main" id="{B117F081-4BB2-C629-4E0F-58F9ADC64B63}"/>
              </a:ext>
            </a:extLst>
          </p:cNvPr>
          <p:cNvPicPr>
            <a:picLocks noChangeAspect="1"/>
          </p:cNvPicPr>
          <p:nvPr/>
        </p:nvPicPr>
        <p:blipFill>
          <a:blip r:embed="rId2"/>
          <a:stretch>
            <a:fillRect/>
          </a:stretch>
        </p:blipFill>
        <p:spPr>
          <a:xfrm>
            <a:off x="4811486" y="3872796"/>
            <a:ext cx="6096000" cy="2334581"/>
          </a:xfrm>
          <a:prstGeom prst="rect">
            <a:avLst/>
          </a:prstGeom>
        </p:spPr>
      </p:pic>
    </p:spTree>
    <p:extLst>
      <p:ext uri="{BB962C8B-B14F-4D97-AF65-F5344CB8AC3E}">
        <p14:creationId xmlns:p14="http://schemas.microsoft.com/office/powerpoint/2010/main" val="4064918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B03654-F8D1-4066-85B5-5BA57499B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F061512-DEB6-4638-9292-91DD25463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BFA28-1DAC-F15E-0347-E7D27A48FEE8}"/>
              </a:ext>
            </a:extLst>
          </p:cNvPr>
          <p:cNvSpPr>
            <a:spLocks noGrp="1"/>
          </p:cNvSpPr>
          <p:nvPr>
            <p:ph type="title"/>
          </p:nvPr>
        </p:nvSpPr>
        <p:spPr>
          <a:xfrm>
            <a:off x="1073810" y="641808"/>
            <a:ext cx="8206812" cy="1073862"/>
          </a:xfrm>
        </p:spPr>
        <p:txBody>
          <a:bodyPr>
            <a:normAutofit/>
          </a:bodyPr>
          <a:lstStyle/>
          <a:p>
            <a:r>
              <a:rPr lang="en-US" dirty="0">
                <a:ea typeface="Yu Gothic"/>
              </a:rPr>
              <a:t>Remedies(contd.):</a:t>
            </a:r>
            <a:endParaRPr lang="en-US" dirty="0"/>
          </a:p>
        </p:txBody>
      </p:sp>
      <p:sp>
        <p:nvSpPr>
          <p:cNvPr id="13" name="Rectangle 12">
            <a:extLst>
              <a:ext uri="{FF2B5EF4-FFF2-40B4-BE49-F238E27FC236}">
                <a16:creationId xmlns:a16="http://schemas.microsoft.com/office/drawing/2014/main" id="{7615BC76-014D-4BD0-A843-994E2D759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0" y="1869762"/>
            <a:ext cx="12175432" cy="41119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C5986E9-E43C-0DB9-655B-B84E5A143827}"/>
              </a:ext>
            </a:extLst>
          </p:cNvPr>
          <p:cNvSpPr>
            <a:spLocks noGrp="1"/>
          </p:cNvSpPr>
          <p:nvPr>
            <p:ph idx="1"/>
          </p:nvPr>
        </p:nvSpPr>
        <p:spPr>
          <a:xfrm>
            <a:off x="1073811" y="2406037"/>
            <a:ext cx="5799130" cy="3119201"/>
          </a:xfrm>
        </p:spPr>
        <p:txBody>
          <a:bodyPr lIns="109728" tIns="109728" rIns="109728" bIns="91440">
            <a:normAutofit/>
          </a:bodyPr>
          <a:lstStyle/>
          <a:p>
            <a:pPr marL="0" indent="0">
              <a:buNone/>
            </a:pPr>
            <a:r>
              <a:rPr lang="en-US">
                <a:latin typeface="Calibri"/>
                <a:ea typeface="Verdana"/>
                <a:cs typeface="Calibri"/>
              </a:rPr>
              <a:t>The lap joint samples collected from the aircraft was found having extensive fatigue cracking. The entire cold bonded lap joint was dis-bonded. So, instead of this hot bonded doubler can be used.</a:t>
            </a:r>
            <a:endParaRPr lang="en-US">
              <a:latin typeface="Calibri"/>
              <a:cs typeface="Calibri"/>
            </a:endParaRPr>
          </a:p>
        </p:txBody>
      </p:sp>
      <p:grpSp>
        <p:nvGrpSpPr>
          <p:cNvPr id="15" name="Group 14">
            <a:extLst>
              <a:ext uri="{FF2B5EF4-FFF2-40B4-BE49-F238E27FC236}">
                <a16:creationId xmlns:a16="http://schemas.microsoft.com/office/drawing/2014/main" id="{86B666D3-7550-4348-AD73-27B831A5E4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87075" y="-18787"/>
            <a:ext cx="1843554" cy="6861159"/>
            <a:chOff x="9487075" y="-18787"/>
            <a:chExt cx="1843554" cy="6861159"/>
          </a:xfrm>
        </p:grpSpPr>
        <p:sp>
          <p:nvSpPr>
            <p:cNvPr id="16" name="Freeform 78">
              <a:extLst>
                <a:ext uri="{FF2B5EF4-FFF2-40B4-BE49-F238E27FC236}">
                  <a16:creationId xmlns:a16="http://schemas.microsoft.com/office/drawing/2014/main" id="{2C8870C2-1368-48B0-A8CF-BC33DF7656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607" y="755028"/>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79">
              <a:extLst>
                <a:ext uri="{FF2B5EF4-FFF2-40B4-BE49-F238E27FC236}">
                  <a16:creationId xmlns:a16="http://schemas.microsoft.com/office/drawing/2014/main" id="{853F9E0D-F5F9-438C-B1DC-0AA3127C41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0625" y="1043258"/>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80">
              <a:extLst>
                <a:ext uri="{FF2B5EF4-FFF2-40B4-BE49-F238E27FC236}">
                  <a16:creationId xmlns:a16="http://schemas.microsoft.com/office/drawing/2014/main" id="{B4E911B1-253E-4755-9AEC-BB1DAB8E21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34861" y="1256108"/>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82">
              <a:extLst>
                <a:ext uri="{FF2B5EF4-FFF2-40B4-BE49-F238E27FC236}">
                  <a16:creationId xmlns:a16="http://schemas.microsoft.com/office/drawing/2014/main" id="{EDA30C63-7387-41DF-A6B0-5E3B1AF60C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627" y="1930102"/>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3">
              <a:extLst>
                <a:ext uri="{FF2B5EF4-FFF2-40B4-BE49-F238E27FC236}">
                  <a16:creationId xmlns:a16="http://schemas.microsoft.com/office/drawing/2014/main" id="{2AF5DD4D-BF15-452D-937B-7F29FA3F2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7081" y="1699681"/>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4">
              <a:extLst>
                <a:ext uri="{FF2B5EF4-FFF2-40B4-BE49-F238E27FC236}">
                  <a16:creationId xmlns:a16="http://schemas.microsoft.com/office/drawing/2014/main" id="{5F821C6A-EDEE-4845-92EB-367AC60023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8097" y="550442"/>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6">
              <a:extLst>
                <a:ext uri="{FF2B5EF4-FFF2-40B4-BE49-F238E27FC236}">
                  <a16:creationId xmlns:a16="http://schemas.microsoft.com/office/drawing/2014/main" id="{504AA4DA-748D-4CFF-891A-5C8861EC49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8746" y="226097"/>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9">
              <a:extLst>
                <a:ext uri="{FF2B5EF4-FFF2-40B4-BE49-F238E27FC236}">
                  <a16:creationId xmlns:a16="http://schemas.microsoft.com/office/drawing/2014/main" id="{7CC3A8FA-D5F6-4A96-9B55-4479C1717A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2869" y="1487330"/>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05">
              <a:extLst>
                <a:ext uri="{FF2B5EF4-FFF2-40B4-BE49-F238E27FC236}">
                  <a16:creationId xmlns:a16="http://schemas.microsoft.com/office/drawing/2014/main" id="{0234A262-1A84-446A-935F-3BDA4E38BF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44752" y="1907956"/>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106">
              <a:extLst>
                <a:ext uri="{FF2B5EF4-FFF2-40B4-BE49-F238E27FC236}">
                  <a16:creationId xmlns:a16="http://schemas.microsoft.com/office/drawing/2014/main" id="{26E1DC3C-522F-46BF-9C95-475001763F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33765" y="599147"/>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107">
              <a:extLst>
                <a:ext uri="{FF2B5EF4-FFF2-40B4-BE49-F238E27FC236}">
                  <a16:creationId xmlns:a16="http://schemas.microsoft.com/office/drawing/2014/main" id="{F7CDF92D-312E-42AB-960E-637D404934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45753" y="1240267"/>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108">
              <a:extLst>
                <a:ext uri="{FF2B5EF4-FFF2-40B4-BE49-F238E27FC236}">
                  <a16:creationId xmlns:a16="http://schemas.microsoft.com/office/drawing/2014/main" id="{918FE320-F6B2-4BDB-95D8-DFD3B2B34F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31436" y="1208992"/>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109">
              <a:extLst>
                <a:ext uri="{FF2B5EF4-FFF2-40B4-BE49-F238E27FC236}">
                  <a16:creationId xmlns:a16="http://schemas.microsoft.com/office/drawing/2014/main" id="{B90769B0-46E9-4B76-96A9-A247A0DF3D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14633" y="1710317"/>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110">
              <a:extLst>
                <a:ext uri="{FF2B5EF4-FFF2-40B4-BE49-F238E27FC236}">
                  <a16:creationId xmlns:a16="http://schemas.microsoft.com/office/drawing/2014/main" id="{C0CC5855-0620-41C7-AA4D-3D30E24551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11489" y="351312"/>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111">
              <a:extLst>
                <a:ext uri="{FF2B5EF4-FFF2-40B4-BE49-F238E27FC236}">
                  <a16:creationId xmlns:a16="http://schemas.microsoft.com/office/drawing/2014/main" id="{7A99B1F4-089E-4A1A-833C-0D0C8E770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12688" y="1438812"/>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112">
              <a:extLst>
                <a:ext uri="{FF2B5EF4-FFF2-40B4-BE49-F238E27FC236}">
                  <a16:creationId xmlns:a16="http://schemas.microsoft.com/office/drawing/2014/main" id="{52C3D5C1-0862-4E4B-BAD8-C6244D0352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22191" y="920158"/>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22">
              <a:extLst>
                <a:ext uri="{FF2B5EF4-FFF2-40B4-BE49-F238E27FC236}">
                  <a16:creationId xmlns:a16="http://schemas.microsoft.com/office/drawing/2014/main" id="{5E020019-37DA-47B1-A859-25E2009F7C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65982" y="1751917"/>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23">
              <a:extLst>
                <a:ext uri="{FF2B5EF4-FFF2-40B4-BE49-F238E27FC236}">
                  <a16:creationId xmlns:a16="http://schemas.microsoft.com/office/drawing/2014/main" id="{FC071985-7349-45B2-AD36-AB9014D81F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93201" y="205787"/>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30">
              <a:extLst>
                <a:ext uri="{FF2B5EF4-FFF2-40B4-BE49-F238E27FC236}">
                  <a16:creationId xmlns:a16="http://schemas.microsoft.com/office/drawing/2014/main" id="{8A8374B4-6CAE-4B1D-8AD8-BBD71C66E4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66422" y="495036"/>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131">
              <a:extLst>
                <a:ext uri="{FF2B5EF4-FFF2-40B4-BE49-F238E27FC236}">
                  <a16:creationId xmlns:a16="http://schemas.microsoft.com/office/drawing/2014/main" id="{4F0392BB-C222-4B4A-B3F7-86E1953966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80240" y="1050023"/>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132">
              <a:extLst>
                <a:ext uri="{FF2B5EF4-FFF2-40B4-BE49-F238E27FC236}">
                  <a16:creationId xmlns:a16="http://schemas.microsoft.com/office/drawing/2014/main" id="{F1EE976D-D914-4545-9E10-F4A3C266AC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81895" y="1929658"/>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135">
              <a:extLst>
                <a:ext uri="{FF2B5EF4-FFF2-40B4-BE49-F238E27FC236}">
                  <a16:creationId xmlns:a16="http://schemas.microsoft.com/office/drawing/2014/main" id="{A602A52C-3AB9-4D97-AE2A-BB87DB6ACA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67579" y="820365"/>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141">
              <a:extLst>
                <a:ext uri="{FF2B5EF4-FFF2-40B4-BE49-F238E27FC236}">
                  <a16:creationId xmlns:a16="http://schemas.microsoft.com/office/drawing/2014/main" id="{B30A965C-348F-4CA1-882F-46F532A33B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06131" y="1422049"/>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70">
              <a:extLst>
                <a:ext uri="{FF2B5EF4-FFF2-40B4-BE49-F238E27FC236}">
                  <a16:creationId xmlns:a16="http://schemas.microsoft.com/office/drawing/2014/main" id="{0F9349DE-8C14-4D6E-B1C2-4750F704C0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9135" y="6127480"/>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7">
              <a:extLst>
                <a:ext uri="{FF2B5EF4-FFF2-40B4-BE49-F238E27FC236}">
                  <a16:creationId xmlns:a16="http://schemas.microsoft.com/office/drawing/2014/main" id="{3DB93D99-B20E-4CEF-A4B5-E355F2EF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4834" y="19557"/>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5">
              <a:extLst>
                <a:ext uri="{FF2B5EF4-FFF2-40B4-BE49-F238E27FC236}">
                  <a16:creationId xmlns:a16="http://schemas.microsoft.com/office/drawing/2014/main" id="{0093B34B-1559-4D7A-90CF-114125FD62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5912" y="6390891"/>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7">
              <a:extLst>
                <a:ext uri="{FF2B5EF4-FFF2-40B4-BE49-F238E27FC236}">
                  <a16:creationId xmlns:a16="http://schemas.microsoft.com/office/drawing/2014/main" id="{F32E37EB-F93F-4ACA-8EC5-8313085014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37214" y="6671777"/>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94">
              <a:extLst>
                <a:ext uri="{FF2B5EF4-FFF2-40B4-BE49-F238E27FC236}">
                  <a16:creationId xmlns:a16="http://schemas.microsoft.com/office/drawing/2014/main" id="{6486B439-14A8-40F4-BD01-2647D4752F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0171" y="6639040"/>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118">
              <a:extLst>
                <a:ext uri="{FF2B5EF4-FFF2-40B4-BE49-F238E27FC236}">
                  <a16:creationId xmlns:a16="http://schemas.microsoft.com/office/drawing/2014/main" id="{3EA0483A-6030-445C-9A9E-FC8847FD4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50965" y="6463048"/>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119">
              <a:extLst>
                <a:ext uri="{FF2B5EF4-FFF2-40B4-BE49-F238E27FC236}">
                  <a16:creationId xmlns:a16="http://schemas.microsoft.com/office/drawing/2014/main" id="{54E9F49B-F300-4A14-B0F3-36A75B1713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36655" y="6278123"/>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121">
              <a:extLst>
                <a:ext uri="{FF2B5EF4-FFF2-40B4-BE49-F238E27FC236}">
                  <a16:creationId xmlns:a16="http://schemas.microsoft.com/office/drawing/2014/main" id="{59BF81A2-5680-4745-9838-B87F14A4EE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85814" y="5686"/>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139">
              <a:extLst>
                <a:ext uri="{FF2B5EF4-FFF2-40B4-BE49-F238E27FC236}">
                  <a16:creationId xmlns:a16="http://schemas.microsoft.com/office/drawing/2014/main" id="{293DA61B-9566-467E-A357-E86CD8E7E2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551483" y="6473587"/>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144">
              <a:extLst>
                <a:ext uri="{FF2B5EF4-FFF2-40B4-BE49-F238E27FC236}">
                  <a16:creationId xmlns:a16="http://schemas.microsoft.com/office/drawing/2014/main" id="{A1A7223C-6F2C-487D-A45A-6EBBD051A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240033" y="6057255"/>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145">
              <a:extLst>
                <a:ext uri="{FF2B5EF4-FFF2-40B4-BE49-F238E27FC236}">
                  <a16:creationId xmlns:a16="http://schemas.microsoft.com/office/drawing/2014/main" id="{DC4DE17D-AC51-4C89-AC1A-016A928A1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542048" y="610233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8">
              <a:extLst>
                <a:ext uri="{FF2B5EF4-FFF2-40B4-BE49-F238E27FC236}">
                  <a16:creationId xmlns:a16="http://schemas.microsoft.com/office/drawing/2014/main" id="{95D0E198-D3C3-4790-881E-4DF6C9D7FD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557195" y="6674773"/>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8">
              <a:extLst>
                <a:ext uri="{FF2B5EF4-FFF2-40B4-BE49-F238E27FC236}">
                  <a16:creationId xmlns:a16="http://schemas.microsoft.com/office/drawing/2014/main" id="{15D7F206-A93F-4CCC-B241-B733ECFCF9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47246" y="10719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8">
              <a:extLst>
                <a:ext uri="{FF2B5EF4-FFF2-40B4-BE49-F238E27FC236}">
                  <a16:creationId xmlns:a16="http://schemas.microsoft.com/office/drawing/2014/main" id="{96A9BAB0-CBD6-492F-BAE1-D79E07902F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5328" y="65255"/>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51">
              <a:extLst>
                <a:ext uri="{FF2B5EF4-FFF2-40B4-BE49-F238E27FC236}">
                  <a16:creationId xmlns:a16="http://schemas.microsoft.com/office/drawing/2014/main" id="{E9952623-7C81-47CA-85D8-C872DE84E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919804" y="6044459"/>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54">
              <a:extLst>
                <a:ext uri="{FF2B5EF4-FFF2-40B4-BE49-F238E27FC236}">
                  <a16:creationId xmlns:a16="http://schemas.microsoft.com/office/drawing/2014/main" id="{05CFF839-C981-434A-9445-4E5A71BA7F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6721" y="6222293"/>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59">
              <a:extLst>
                <a:ext uri="{FF2B5EF4-FFF2-40B4-BE49-F238E27FC236}">
                  <a16:creationId xmlns:a16="http://schemas.microsoft.com/office/drawing/2014/main" id="{954EA9BB-25B0-4D52-B1FA-D7ADAD3FBA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5778" y="6496289"/>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1">
              <a:extLst>
                <a:ext uri="{FF2B5EF4-FFF2-40B4-BE49-F238E27FC236}">
                  <a16:creationId xmlns:a16="http://schemas.microsoft.com/office/drawing/2014/main" id="{1CF36179-928E-45AE-BFCB-8A51031D63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504784" y="6673032"/>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8">
              <a:extLst>
                <a:ext uri="{FF2B5EF4-FFF2-40B4-BE49-F238E27FC236}">
                  <a16:creationId xmlns:a16="http://schemas.microsoft.com/office/drawing/2014/main" id="{F90AA42C-D724-4AD8-81F3-CDFC420635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693918" y="6027834"/>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84">
              <a:extLst>
                <a:ext uri="{FF2B5EF4-FFF2-40B4-BE49-F238E27FC236}">
                  <a16:creationId xmlns:a16="http://schemas.microsoft.com/office/drawing/2014/main" id="{CAB3A278-E8E7-4070-B30A-31B5DE9805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38047" y="6358428"/>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86">
              <a:extLst>
                <a:ext uri="{FF2B5EF4-FFF2-40B4-BE49-F238E27FC236}">
                  <a16:creationId xmlns:a16="http://schemas.microsoft.com/office/drawing/2014/main" id="{910FC82B-A4C1-428C-A576-79B5F6D189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40367" y="6606831"/>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06">
              <a:extLst>
                <a:ext uri="{FF2B5EF4-FFF2-40B4-BE49-F238E27FC236}">
                  <a16:creationId xmlns:a16="http://schemas.microsoft.com/office/drawing/2014/main" id="{B9CB6255-5C91-4496-B0AE-529737BC53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01124" y="6203718"/>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110">
              <a:extLst>
                <a:ext uri="{FF2B5EF4-FFF2-40B4-BE49-F238E27FC236}">
                  <a16:creationId xmlns:a16="http://schemas.microsoft.com/office/drawing/2014/main" id="{A58DBA3F-B3E2-4AD9-A93C-FDF997582E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30489" y="6434417"/>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123">
              <a:extLst>
                <a:ext uri="{FF2B5EF4-FFF2-40B4-BE49-F238E27FC236}">
                  <a16:creationId xmlns:a16="http://schemas.microsoft.com/office/drawing/2014/main" id="{AE100164-158F-422B-8A80-DFF4E0E06E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59198" y="6522255"/>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130">
              <a:extLst>
                <a:ext uri="{FF2B5EF4-FFF2-40B4-BE49-F238E27FC236}">
                  <a16:creationId xmlns:a16="http://schemas.microsoft.com/office/drawing/2014/main" id="{1A0EF69A-22C3-4FF9-B6DD-55C6DAC3BB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45427" y="6305405"/>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141">
              <a:extLst>
                <a:ext uri="{FF2B5EF4-FFF2-40B4-BE49-F238E27FC236}">
                  <a16:creationId xmlns:a16="http://schemas.microsoft.com/office/drawing/2014/main" id="{3963C700-CFE8-4ED2-8E1E-1139AC305D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04283" y="6678799"/>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34">
              <a:extLst>
                <a:ext uri="{FF2B5EF4-FFF2-40B4-BE49-F238E27FC236}">
                  <a16:creationId xmlns:a16="http://schemas.microsoft.com/office/drawing/2014/main" id="{F9B166DD-EFD8-42F3-A6E1-C6A4A0260F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61752" y="1403097"/>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36">
              <a:extLst>
                <a:ext uri="{FF2B5EF4-FFF2-40B4-BE49-F238E27FC236}">
                  <a16:creationId xmlns:a16="http://schemas.microsoft.com/office/drawing/2014/main" id="{D432A7B3-E9F3-476E-9D42-6174AF694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84215" y="722440"/>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Freeform 38">
              <a:extLst>
                <a:ext uri="{FF2B5EF4-FFF2-40B4-BE49-F238E27FC236}">
                  <a16:creationId xmlns:a16="http://schemas.microsoft.com/office/drawing/2014/main" id="{F17E4864-342C-497A-A8C4-307CF70C29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81617" y="1902264"/>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39">
              <a:extLst>
                <a:ext uri="{FF2B5EF4-FFF2-40B4-BE49-F238E27FC236}">
                  <a16:creationId xmlns:a16="http://schemas.microsoft.com/office/drawing/2014/main" id="{F2484BDA-CEC5-42AD-8874-C782F6A44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6825" y="1732534"/>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41">
              <a:extLst>
                <a:ext uri="{FF2B5EF4-FFF2-40B4-BE49-F238E27FC236}">
                  <a16:creationId xmlns:a16="http://schemas.microsoft.com/office/drawing/2014/main" id="{4F6B7DAB-E92D-43BB-ACF1-F06D8925D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84215" y="514912"/>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42">
              <a:extLst>
                <a:ext uri="{FF2B5EF4-FFF2-40B4-BE49-F238E27FC236}">
                  <a16:creationId xmlns:a16="http://schemas.microsoft.com/office/drawing/2014/main" id="{DDFDB6E2-654D-48A3-83FB-86F3AD241A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6047" y="1178128"/>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45">
              <a:extLst>
                <a:ext uri="{FF2B5EF4-FFF2-40B4-BE49-F238E27FC236}">
                  <a16:creationId xmlns:a16="http://schemas.microsoft.com/office/drawing/2014/main" id="{ECD09C44-52C9-455A-865A-65084B5006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514408" y="932462"/>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49">
              <a:extLst>
                <a:ext uri="{FF2B5EF4-FFF2-40B4-BE49-F238E27FC236}">
                  <a16:creationId xmlns:a16="http://schemas.microsoft.com/office/drawing/2014/main" id="{F6C27999-BDBB-4644-8A53-B87F3F144F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530170" y="282433"/>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65">
              <a:extLst>
                <a:ext uri="{FF2B5EF4-FFF2-40B4-BE49-F238E27FC236}">
                  <a16:creationId xmlns:a16="http://schemas.microsoft.com/office/drawing/2014/main" id="{654163CC-9199-4986-9A5E-84365169D9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83885" y="121615"/>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6">
              <a:extLst>
                <a:ext uri="{FF2B5EF4-FFF2-40B4-BE49-F238E27FC236}">
                  <a16:creationId xmlns:a16="http://schemas.microsoft.com/office/drawing/2014/main" id="{C744DB98-E4B6-40B4-92A4-5DC3D9594B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96965" y="1387451"/>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9">
              <a:extLst>
                <a:ext uri="{FF2B5EF4-FFF2-40B4-BE49-F238E27FC236}">
                  <a16:creationId xmlns:a16="http://schemas.microsoft.com/office/drawing/2014/main" id="{3618E05D-0BAF-4A26-858E-F0EF2BA89D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96848" y="1105206"/>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70">
              <a:extLst>
                <a:ext uri="{FF2B5EF4-FFF2-40B4-BE49-F238E27FC236}">
                  <a16:creationId xmlns:a16="http://schemas.microsoft.com/office/drawing/2014/main" id="{8506E091-91B5-45A6-B0D7-8778EF36C9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45927" y="549368"/>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71">
              <a:extLst>
                <a:ext uri="{FF2B5EF4-FFF2-40B4-BE49-F238E27FC236}">
                  <a16:creationId xmlns:a16="http://schemas.microsoft.com/office/drawing/2014/main" id="{A5F1AA22-6DD8-43AB-AC2B-AA9371DD96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98597" y="1647073"/>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2">
              <a:extLst>
                <a:ext uri="{FF2B5EF4-FFF2-40B4-BE49-F238E27FC236}">
                  <a16:creationId xmlns:a16="http://schemas.microsoft.com/office/drawing/2014/main" id="{580946E1-6BC9-4EEE-AE4C-F8F08C8F1C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01860" y="1873932"/>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4">
              <a:extLst>
                <a:ext uri="{FF2B5EF4-FFF2-40B4-BE49-F238E27FC236}">
                  <a16:creationId xmlns:a16="http://schemas.microsoft.com/office/drawing/2014/main" id="{06858C12-FAE6-4F6D-AAD0-BC164D3C64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22832" y="763091"/>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FE64B3B9-8F70-4C7C-980A-CBFFDFB93D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46066" y="340257"/>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7">
              <a:extLst>
                <a:ext uri="{FF2B5EF4-FFF2-40B4-BE49-F238E27FC236}">
                  <a16:creationId xmlns:a16="http://schemas.microsoft.com/office/drawing/2014/main" id="{88E77691-B7C1-4F5D-98EC-C5508CDFB6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11402" y="67225"/>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22997A7B-4811-4158-8F88-483925650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79430" y="1161387"/>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94">
              <a:extLst>
                <a:ext uri="{FF2B5EF4-FFF2-40B4-BE49-F238E27FC236}">
                  <a16:creationId xmlns:a16="http://schemas.microsoft.com/office/drawing/2014/main" id="{B15258A7-A882-4D79-B870-C92A57D6B6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64748" y="1306068"/>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97">
              <a:extLst>
                <a:ext uri="{FF2B5EF4-FFF2-40B4-BE49-F238E27FC236}">
                  <a16:creationId xmlns:a16="http://schemas.microsoft.com/office/drawing/2014/main" id="{CF3D5844-0132-49FA-BD1E-5263802F47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59415" y="1756925"/>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99">
              <a:extLst>
                <a:ext uri="{FF2B5EF4-FFF2-40B4-BE49-F238E27FC236}">
                  <a16:creationId xmlns:a16="http://schemas.microsoft.com/office/drawing/2014/main" id="{86FC694B-4A70-4160-A64D-DA282DE95B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44896" y="1960730"/>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101">
              <a:extLst>
                <a:ext uri="{FF2B5EF4-FFF2-40B4-BE49-F238E27FC236}">
                  <a16:creationId xmlns:a16="http://schemas.microsoft.com/office/drawing/2014/main" id="{A399F043-AB24-4109-800A-BD94939A40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72093" y="1478722"/>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102">
              <a:extLst>
                <a:ext uri="{FF2B5EF4-FFF2-40B4-BE49-F238E27FC236}">
                  <a16:creationId xmlns:a16="http://schemas.microsoft.com/office/drawing/2014/main" id="{796159AE-3178-456B-B411-196E260E5E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92750" y="1109557"/>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103">
              <a:extLst>
                <a:ext uri="{FF2B5EF4-FFF2-40B4-BE49-F238E27FC236}">
                  <a16:creationId xmlns:a16="http://schemas.microsoft.com/office/drawing/2014/main" id="{B0562100-3934-4A15-8C23-D55F111D9E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90347" y="835870"/>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113">
              <a:extLst>
                <a:ext uri="{FF2B5EF4-FFF2-40B4-BE49-F238E27FC236}">
                  <a16:creationId xmlns:a16="http://schemas.microsoft.com/office/drawing/2014/main" id="{B1A3BF1A-EF96-468A-B04F-AFDF6621DE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54699" y="2010881"/>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117">
              <a:extLst>
                <a:ext uri="{FF2B5EF4-FFF2-40B4-BE49-F238E27FC236}">
                  <a16:creationId xmlns:a16="http://schemas.microsoft.com/office/drawing/2014/main" id="{6DD7C928-63AE-4BCB-9843-570F9E04E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72350" y="889298"/>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118">
              <a:extLst>
                <a:ext uri="{FF2B5EF4-FFF2-40B4-BE49-F238E27FC236}">
                  <a16:creationId xmlns:a16="http://schemas.microsoft.com/office/drawing/2014/main" id="{5AC011E4-1DCA-418C-8008-AE4E1E61D0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58870" y="22103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119">
              <a:extLst>
                <a:ext uri="{FF2B5EF4-FFF2-40B4-BE49-F238E27FC236}">
                  <a16:creationId xmlns:a16="http://schemas.microsoft.com/office/drawing/2014/main" id="{5B2D3B89-E1F5-40D8-AEC0-8E7B2E67AE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75741" y="434733"/>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136">
              <a:extLst>
                <a:ext uri="{FF2B5EF4-FFF2-40B4-BE49-F238E27FC236}">
                  <a16:creationId xmlns:a16="http://schemas.microsoft.com/office/drawing/2014/main" id="{DBB111D7-2067-4503-A6F9-647407E181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67505" y="1263253"/>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137">
              <a:extLst>
                <a:ext uri="{FF2B5EF4-FFF2-40B4-BE49-F238E27FC236}">
                  <a16:creationId xmlns:a16="http://schemas.microsoft.com/office/drawing/2014/main" id="{20B3ED41-DE4C-4CE7-A8DE-B4ED03137D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3010" y="1588642"/>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138">
              <a:extLst>
                <a:ext uri="{FF2B5EF4-FFF2-40B4-BE49-F238E27FC236}">
                  <a16:creationId xmlns:a16="http://schemas.microsoft.com/office/drawing/2014/main" id="{11F9FD14-D3BA-43C4-96E8-5D5EE6AF31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11645" y="6072976"/>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39">
              <a:extLst>
                <a:ext uri="{FF2B5EF4-FFF2-40B4-BE49-F238E27FC236}">
                  <a16:creationId xmlns:a16="http://schemas.microsoft.com/office/drawing/2014/main" id="{F4EE6DAD-6518-47B6-A04F-484A162676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6950" y="321142"/>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143">
              <a:extLst>
                <a:ext uri="{FF2B5EF4-FFF2-40B4-BE49-F238E27FC236}">
                  <a16:creationId xmlns:a16="http://schemas.microsoft.com/office/drawing/2014/main" id="{B6867974-B4C0-48AA-A205-B435998B74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20791" y="1074883"/>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144">
              <a:extLst>
                <a:ext uri="{FF2B5EF4-FFF2-40B4-BE49-F238E27FC236}">
                  <a16:creationId xmlns:a16="http://schemas.microsoft.com/office/drawing/2014/main" id="{21F27A0E-A6C1-4AFE-8CBA-28E4FE70BC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13458" y="790064"/>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145">
              <a:extLst>
                <a:ext uri="{FF2B5EF4-FFF2-40B4-BE49-F238E27FC236}">
                  <a16:creationId xmlns:a16="http://schemas.microsoft.com/office/drawing/2014/main" id="{AAA114B9-98D7-4840-8602-457F0741B7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17528" y="60206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8">
              <a:extLst>
                <a:ext uri="{FF2B5EF4-FFF2-40B4-BE49-F238E27FC236}">
                  <a16:creationId xmlns:a16="http://schemas.microsoft.com/office/drawing/2014/main" id="{4E9E63DF-694C-4693-8D8B-0275BB744D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1238" y="131093"/>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8">
              <a:extLst>
                <a:ext uri="{FF2B5EF4-FFF2-40B4-BE49-F238E27FC236}">
                  <a16:creationId xmlns:a16="http://schemas.microsoft.com/office/drawing/2014/main" id="{2A55A10A-49CA-42B6-84C9-8A1A1596D7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28159" y="669354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4" name="Picture 3">
            <a:extLst>
              <a:ext uri="{FF2B5EF4-FFF2-40B4-BE49-F238E27FC236}">
                <a16:creationId xmlns:a16="http://schemas.microsoft.com/office/drawing/2014/main" id="{DA3D4B29-4BCD-F8BD-5738-0426F9497C27}"/>
              </a:ext>
            </a:extLst>
          </p:cNvPr>
          <p:cNvPicPr>
            <a:picLocks noChangeAspect="1"/>
          </p:cNvPicPr>
          <p:nvPr/>
        </p:nvPicPr>
        <p:blipFill>
          <a:blip r:embed="rId2"/>
          <a:stretch>
            <a:fillRect/>
          </a:stretch>
        </p:blipFill>
        <p:spPr>
          <a:xfrm>
            <a:off x="7485060" y="2614622"/>
            <a:ext cx="4135440" cy="2657020"/>
          </a:xfrm>
          <a:prstGeom prst="rect">
            <a:avLst/>
          </a:prstGeom>
        </p:spPr>
      </p:pic>
    </p:spTree>
    <p:extLst>
      <p:ext uri="{BB962C8B-B14F-4D97-AF65-F5344CB8AC3E}">
        <p14:creationId xmlns:p14="http://schemas.microsoft.com/office/powerpoint/2010/main" val="337605320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0" name="Rectangle 229">
            <a:extLst>
              <a:ext uri="{FF2B5EF4-FFF2-40B4-BE49-F238E27FC236}">
                <a16:creationId xmlns:a16="http://schemas.microsoft.com/office/drawing/2014/main" id="{9FF4A234-29BA-4B70-BFC0-64FBB64F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691B45-5C7F-7D0B-E3EE-4E40CC205397}"/>
              </a:ext>
            </a:extLst>
          </p:cNvPr>
          <p:cNvSpPr>
            <a:spLocks noGrp="1"/>
          </p:cNvSpPr>
          <p:nvPr>
            <p:ph type="title"/>
          </p:nvPr>
        </p:nvSpPr>
        <p:spPr>
          <a:xfrm>
            <a:off x="1422399" y="701749"/>
            <a:ext cx="9343065" cy="999460"/>
          </a:xfrm>
        </p:spPr>
        <p:txBody>
          <a:bodyPr>
            <a:normAutofit/>
          </a:bodyPr>
          <a:lstStyle/>
          <a:p>
            <a:pPr algn="ctr"/>
            <a:r>
              <a:rPr lang="en-US" dirty="0">
                <a:ea typeface="Yu Gothic"/>
              </a:rPr>
              <a:t>Preventions:</a:t>
            </a:r>
            <a:endParaRPr lang="en-US"/>
          </a:p>
        </p:txBody>
      </p:sp>
      <p:sp>
        <p:nvSpPr>
          <p:cNvPr id="231" name="Rectangle 230">
            <a:extLst>
              <a:ext uri="{FF2B5EF4-FFF2-40B4-BE49-F238E27FC236}">
                <a16:creationId xmlns:a16="http://schemas.microsoft.com/office/drawing/2014/main" id="{CDA16EB2-8F47-4759-A206-DA4D0FF38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66901"/>
            <a:ext cx="12192000" cy="49911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C8AB30B-6690-7E6F-AAFC-8F4B97A05337}"/>
              </a:ext>
            </a:extLst>
          </p:cNvPr>
          <p:cNvGraphicFramePr>
            <a:graphicFrameLocks noGrp="1"/>
          </p:cNvGraphicFramePr>
          <p:nvPr>
            <p:ph idx="1"/>
            <p:extLst>
              <p:ext uri="{D42A27DB-BD31-4B8C-83A1-F6EECF244321}">
                <p14:modId xmlns:p14="http://schemas.microsoft.com/office/powerpoint/2010/main" val="40855289"/>
              </p:ext>
            </p:extLst>
          </p:nvPr>
        </p:nvGraphicFramePr>
        <p:xfrm>
          <a:off x="571500" y="2372659"/>
          <a:ext cx="11049000" cy="3901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988351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F791-AA5A-CE54-7563-618D8275C50A}"/>
              </a:ext>
            </a:extLst>
          </p:cNvPr>
          <p:cNvSpPr>
            <a:spLocks noGrp="1"/>
          </p:cNvSpPr>
          <p:nvPr>
            <p:ph type="title"/>
          </p:nvPr>
        </p:nvSpPr>
        <p:spPr/>
        <p:txBody>
          <a:bodyPr/>
          <a:lstStyle/>
          <a:p>
            <a:r>
              <a:rPr lang="en-US" dirty="0">
                <a:ea typeface="Yu Gothic"/>
              </a:rPr>
              <a:t>References:</a:t>
            </a:r>
            <a:endParaRPr lang="en-US" dirty="0"/>
          </a:p>
        </p:txBody>
      </p:sp>
      <p:sp>
        <p:nvSpPr>
          <p:cNvPr id="3" name="Content Placeholder 2">
            <a:extLst>
              <a:ext uri="{FF2B5EF4-FFF2-40B4-BE49-F238E27FC236}">
                <a16:creationId xmlns:a16="http://schemas.microsoft.com/office/drawing/2014/main" id="{F09F6263-E8E1-720C-C3E8-53F75081828C}"/>
              </a:ext>
            </a:extLst>
          </p:cNvPr>
          <p:cNvSpPr>
            <a:spLocks noGrp="1"/>
          </p:cNvSpPr>
          <p:nvPr>
            <p:ph idx="1"/>
          </p:nvPr>
        </p:nvSpPr>
        <p:spPr/>
        <p:txBody>
          <a:bodyPr lIns="109728" tIns="109728" rIns="109728" bIns="91440" anchor="t"/>
          <a:lstStyle/>
          <a:p>
            <a:r>
              <a:rPr lang="en-US" sz="1600" b="1" dirty="0">
                <a:latin typeface="Calibri"/>
                <a:ea typeface="+mn-lt"/>
                <a:cs typeface="+mn-lt"/>
                <a:hlinkClick r:id="rId2"/>
              </a:rPr>
              <a:t>https://stonybrook.digication.com/weixiangfang/Additional_Material_and_Failure_Case_Study?fbclid=IwAR3sxmU-8Nw0yVB_i1HQLrFxvOYwroIkXM1cdqo2_C3PZSCeFDmTuduemHY</a:t>
            </a:r>
            <a:endParaRPr lang="en-US" sz="1600" b="1" dirty="0">
              <a:latin typeface="Calibri"/>
              <a:ea typeface="+mn-lt"/>
              <a:cs typeface="+mn-lt"/>
            </a:endParaRPr>
          </a:p>
          <a:p>
            <a:pPr>
              <a:buClr>
                <a:srgbClr val="C3B2A7"/>
              </a:buClr>
            </a:pPr>
            <a:r>
              <a:rPr lang="en-US" sz="1600" b="1" dirty="0">
                <a:latin typeface="Calibri"/>
                <a:ea typeface="+mn-lt"/>
                <a:cs typeface="+mn-lt"/>
                <a:hlinkClick r:id="rId3"/>
              </a:rPr>
              <a:t>https://www.researchgate.net/publication/362731719_Fatigue_Studies_in_Aviation_in_Light_of_the_1988_Aloha_Airlines_Incident</a:t>
            </a:r>
            <a:endParaRPr lang="en-US" sz="1600" b="1" dirty="0">
              <a:latin typeface="Calibri"/>
              <a:ea typeface="+mn-lt"/>
              <a:cs typeface="+mn-lt"/>
            </a:endParaRPr>
          </a:p>
          <a:p>
            <a:pPr>
              <a:buClr>
                <a:srgbClr val="C3B2A7"/>
              </a:buClr>
            </a:pPr>
            <a:r>
              <a:rPr lang="en-US" sz="1600" b="1" dirty="0">
                <a:latin typeface="Calibri"/>
                <a:ea typeface="+mn-lt"/>
                <a:cs typeface="+mn-lt"/>
                <a:hlinkClick r:id="rId4"/>
              </a:rPr>
              <a:t>https://master-dissertation.com/essays/case-studies/case-study-analysis-aloha-airlines-flight-243.html</a:t>
            </a:r>
            <a:endParaRPr lang="en-US" sz="1600" b="1" dirty="0">
              <a:latin typeface="Calibri"/>
              <a:ea typeface="+mn-lt"/>
              <a:cs typeface="+mn-lt"/>
            </a:endParaRPr>
          </a:p>
          <a:p>
            <a:pPr>
              <a:buClr>
                <a:srgbClr val="C3B2A7"/>
              </a:buClr>
            </a:pPr>
            <a:r>
              <a:rPr lang="en-US" sz="1600" b="1" dirty="0">
                <a:latin typeface="Calibri"/>
                <a:ea typeface="+mn-lt"/>
                <a:cs typeface="+mn-lt"/>
                <a:hlinkClick r:id="rId5"/>
              </a:rPr>
              <a:t>https://www.ntsb.gov/investigations/AccidentReports/Reports/AAR8903.pdf?fbclid=IwAR2a6HdlCQ4iEvJYgDm7jXZv6z3OEYfFFi1SChmGCoD_rQLK9OydMjqWfXU</a:t>
            </a:r>
            <a:endParaRPr lang="en-US" sz="1600" b="1" dirty="0">
              <a:latin typeface="Calibri"/>
              <a:ea typeface="+mn-lt"/>
              <a:cs typeface="+mn-lt"/>
            </a:endParaRPr>
          </a:p>
          <a:p>
            <a:pPr>
              <a:buClr>
                <a:srgbClr val="C3B2A7"/>
              </a:buClr>
            </a:pPr>
            <a:r>
              <a:rPr lang="en-US" sz="1600" b="1" dirty="0">
                <a:latin typeface="Calibri"/>
                <a:ea typeface="+mn-lt"/>
                <a:cs typeface="+mn-lt"/>
              </a:rPr>
              <a:t>https://en.m.wikipedia.org/wiki/Aloha_Airlines_Flight_243?fbclid=IwAR1SVWs16TGiQ6DzN8rJ9-Ytwg5hZ45015F7sHQVhbf6D_O1EcZ9hxoT9N8</a:t>
            </a:r>
            <a:endParaRPr lang="en-US" sz="1600" b="1">
              <a:latin typeface="Calibri"/>
              <a:ea typeface="Yu Gothic"/>
              <a:cs typeface="Calibri"/>
            </a:endParaRPr>
          </a:p>
        </p:txBody>
      </p:sp>
    </p:spTree>
    <p:extLst>
      <p:ext uri="{BB962C8B-B14F-4D97-AF65-F5344CB8AC3E}">
        <p14:creationId xmlns:p14="http://schemas.microsoft.com/office/powerpoint/2010/main" val="38573926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1"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0"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1"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9"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0"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1"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2"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4"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5"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6"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7"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8"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9"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0"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1"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2"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66" name="Group 65">
            <a:extLst>
              <a:ext uri="{FF2B5EF4-FFF2-40B4-BE49-F238E27FC236}">
                <a16:creationId xmlns:a16="http://schemas.microsoft.com/office/drawing/2014/main" id="{A1B0DAD3-DAD3-4D41-8EF0-B03422E473FE}"/>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solidFill>
        </p:grpSpPr>
        <p:sp>
          <p:nvSpPr>
            <p:cNvPr id="67" name="Freeform 8">
              <a:extLst>
                <a:ext uri="{FF2B5EF4-FFF2-40B4-BE49-F238E27FC236}">
                  <a16:creationId xmlns:a16="http://schemas.microsoft.com/office/drawing/2014/main" id="{729F7DF5-CF56-4F67-9883-903E49BE1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8" name="Freeform 10">
              <a:extLst>
                <a:ext uri="{FF2B5EF4-FFF2-40B4-BE49-F238E27FC236}">
                  <a16:creationId xmlns:a16="http://schemas.microsoft.com/office/drawing/2014/main" id="{B7E65000-B427-4CEF-B2A9-ECA839855F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 name="Freeform 15">
              <a:extLst>
                <a:ext uri="{FF2B5EF4-FFF2-40B4-BE49-F238E27FC236}">
                  <a16:creationId xmlns:a16="http://schemas.microsoft.com/office/drawing/2014/main" id="{1D82BADA-E191-4C51-A377-7D1EA989D4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 name="Freeform 18">
              <a:extLst>
                <a:ext uri="{FF2B5EF4-FFF2-40B4-BE49-F238E27FC236}">
                  <a16:creationId xmlns:a16="http://schemas.microsoft.com/office/drawing/2014/main" id="{C074E073-07CB-4DD6-BFC8-E9FD63D4AC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 name="Freeform 19">
              <a:extLst>
                <a:ext uri="{FF2B5EF4-FFF2-40B4-BE49-F238E27FC236}">
                  <a16:creationId xmlns:a16="http://schemas.microsoft.com/office/drawing/2014/main" id="{211152B9-90BD-4804-BCC5-4B0FEEF372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 name="Freeform 20">
              <a:extLst>
                <a:ext uri="{FF2B5EF4-FFF2-40B4-BE49-F238E27FC236}">
                  <a16:creationId xmlns:a16="http://schemas.microsoft.com/office/drawing/2014/main" id="{941B26CC-1C9B-4149-9647-3A0E0C9D20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 name="Freeform 22">
              <a:extLst>
                <a:ext uri="{FF2B5EF4-FFF2-40B4-BE49-F238E27FC236}">
                  <a16:creationId xmlns:a16="http://schemas.microsoft.com/office/drawing/2014/main" id="{7576EDD8-60BD-4230-9FE5-5302F91208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 name="Freeform 23">
              <a:extLst>
                <a:ext uri="{FF2B5EF4-FFF2-40B4-BE49-F238E27FC236}">
                  <a16:creationId xmlns:a16="http://schemas.microsoft.com/office/drawing/2014/main" id="{F68478BC-1899-4718-B999-C7EE2F6F5B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5" name="Freeform 26">
              <a:extLst>
                <a:ext uri="{FF2B5EF4-FFF2-40B4-BE49-F238E27FC236}">
                  <a16:creationId xmlns:a16="http://schemas.microsoft.com/office/drawing/2014/main" id="{B02BAA58-19A0-4BE5-8596-7AF02A91C9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6" name="Freeform 27">
              <a:extLst>
                <a:ext uri="{FF2B5EF4-FFF2-40B4-BE49-F238E27FC236}">
                  <a16:creationId xmlns:a16="http://schemas.microsoft.com/office/drawing/2014/main" id="{ED0FD3ED-A6B2-480A-8B6C-36B4921644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7" name="Freeform 28">
              <a:extLst>
                <a:ext uri="{FF2B5EF4-FFF2-40B4-BE49-F238E27FC236}">
                  <a16:creationId xmlns:a16="http://schemas.microsoft.com/office/drawing/2014/main" id="{46C958D0-B4D1-4E20-87DA-CDF757B564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8" name="Freeform 30">
              <a:extLst>
                <a:ext uri="{FF2B5EF4-FFF2-40B4-BE49-F238E27FC236}">
                  <a16:creationId xmlns:a16="http://schemas.microsoft.com/office/drawing/2014/main" id="{3E2B5B4A-13C5-4187-BF16-1B0C4EC6D1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9" name="Freeform 43">
              <a:extLst>
                <a:ext uri="{FF2B5EF4-FFF2-40B4-BE49-F238E27FC236}">
                  <a16:creationId xmlns:a16="http://schemas.microsoft.com/office/drawing/2014/main" id="{8B7A471E-57F9-4AC4-B3DE-6A75C2A490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0" name="Freeform 51">
              <a:extLst>
                <a:ext uri="{FF2B5EF4-FFF2-40B4-BE49-F238E27FC236}">
                  <a16:creationId xmlns:a16="http://schemas.microsoft.com/office/drawing/2014/main" id="{01E6B5E8-B33D-4D70-B30A-823D655388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1" name="Freeform 52">
              <a:extLst>
                <a:ext uri="{FF2B5EF4-FFF2-40B4-BE49-F238E27FC236}">
                  <a16:creationId xmlns:a16="http://schemas.microsoft.com/office/drawing/2014/main" id="{04BD65AE-3613-409E-859A-F5E47E7ED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2" name="Freeform 53">
              <a:extLst>
                <a:ext uri="{FF2B5EF4-FFF2-40B4-BE49-F238E27FC236}">
                  <a16:creationId xmlns:a16="http://schemas.microsoft.com/office/drawing/2014/main" id="{6AC52B47-CF30-4905-A913-8016FD7DF8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3" name="Freeform 54">
              <a:extLst>
                <a:ext uri="{FF2B5EF4-FFF2-40B4-BE49-F238E27FC236}">
                  <a16:creationId xmlns:a16="http://schemas.microsoft.com/office/drawing/2014/main" id="{945DD375-89B4-4594-879C-C88E3E07E4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4" name="Freeform 55">
              <a:extLst>
                <a:ext uri="{FF2B5EF4-FFF2-40B4-BE49-F238E27FC236}">
                  <a16:creationId xmlns:a16="http://schemas.microsoft.com/office/drawing/2014/main" id="{4EF2ED92-CD73-4432-B715-54794B6CC8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5" name="Freeform 56">
              <a:extLst>
                <a:ext uri="{FF2B5EF4-FFF2-40B4-BE49-F238E27FC236}">
                  <a16:creationId xmlns:a16="http://schemas.microsoft.com/office/drawing/2014/main" id="{4C080334-01D5-4AEE-B802-115F8FF429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6" name="Freeform 57">
              <a:extLst>
                <a:ext uri="{FF2B5EF4-FFF2-40B4-BE49-F238E27FC236}">
                  <a16:creationId xmlns:a16="http://schemas.microsoft.com/office/drawing/2014/main" id="{5B2CD9BC-4DF9-4317-9F4F-168D1E48F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7" name="Freeform 59">
              <a:extLst>
                <a:ext uri="{FF2B5EF4-FFF2-40B4-BE49-F238E27FC236}">
                  <a16:creationId xmlns:a16="http://schemas.microsoft.com/office/drawing/2014/main" id="{9ED340BE-C2EA-4C3D-9E5F-49D0601E22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8" name="Freeform 60">
              <a:extLst>
                <a:ext uri="{FF2B5EF4-FFF2-40B4-BE49-F238E27FC236}">
                  <a16:creationId xmlns:a16="http://schemas.microsoft.com/office/drawing/2014/main" id="{F83C564A-309A-4BE2-A1B7-CB9000A40F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9" name="Freeform 61">
              <a:extLst>
                <a:ext uri="{FF2B5EF4-FFF2-40B4-BE49-F238E27FC236}">
                  <a16:creationId xmlns:a16="http://schemas.microsoft.com/office/drawing/2014/main" id="{6DB3A353-2237-4080-B766-F62A628B38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0" name="Freeform 5">
              <a:extLst>
                <a:ext uri="{FF2B5EF4-FFF2-40B4-BE49-F238E27FC236}">
                  <a16:creationId xmlns:a16="http://schemas.microsoft.com/office/drawing/2014/main" id="{F97333D1-A657-49E4-BCD3-47476A14CA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1" name="Freeform 6">
              <a:extLst>
                <a:ext uri="{FF2B5EF4-FFF2-40B4-BE49-F238E27FC236}">
                  <a16:creationId xmlns:a16="http://schemas.microsoft.com/office/drawing/2014/main" id="{D848B0DC-182E-4466-BC72-7D1D16380F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2" name="Freeform 7">
              <a:extLst>
                <a:ext uri="{FF2B5EF4-FFF2-40B4-BE49-F238E27FC236}">
                  <a16:creationId xmlns:a16="http://schemas.microsoft.com/office/drawing/2014/main" id="{60CE5FE2-5C67-4168-A845-1851C07B74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3" name="Freeform 8">
              <a:extLst>
                <a:ext uri="{FF2B5EF4-FFF2-40B4-BE49-F238E27FC236}">
                  <a16:creationId xmlns:a16="http://schemas.microsoft.com/office/drawing/2014/main" id="{FFD9F71E-ACAB-4435-8558-5C891704E5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4" name="Freeform 9">
              <a:extLst>
                <a:ext uri="{FF2B5EF4-FFF2-40B4-BE49-F238E27FC236}">
                  <a16:creationId xmlns:a16="http://schemas.microsoft.com/office/drawing/2014/main" id="{D8F3C4EF-CAB3-477F-9BE6-7AE0EE0861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5" name="Freeform 11">
              <a:extLst>
                <a:ext uri="{FF2B5EF4-FFF2-40B4-BE49-F238E27FC236}">
                  <a16:creationId xmlns:a16="http://schemas.microsoft.com/office/drawing/2014/main" id="{99F3B109-2DD1-4023-AB8C-C4CFFBC1EE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6" name="Freeform 12">
              <a:extLst>
                <a:ext uri="{FF2B5EF4-FFF2-40B4-BE49-F238E27FC236}">
                  <a16:creationId xmlns:a16="http://schemas.microsoft.com/office/drawing/2014/main" id="{AEE61596-3CEF-4CF6-A4FA-2262654387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7" name="Freeform 13">
              <a:extLst>
                <a:ext uri="{FF2B5EF4-FFF2-40B4-BE49-F238E27FC236}">
                  <a16:creationId xmlns:a16="http://schemas.microsoft.com/office/drawing/2014/main" id="{ACA5CDA1-D484-482B-924A-C21EFFB26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8" name="Freeform 14">
              <a:extLst>
                <a:ext uri="{FF2B5EF4-FFF2-40B4-BE49-F238E27FC236}">
                  <a16:creationId xmlns:a16="http://schemas.microsoft.com/office/drawing/2014/main" id="{8BAD048C-9E22-4DAB-BB3C-8978DFC799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9" name="Freeform 16">
              <a:extLst>
                <a:ext uri="{FF2B5EF4-FFF2-40B4-BE49-F238E27FC236}">
                  <a16:creationId xmlns:a16="http://schemas.microsoft.com/office/drawing/2014/main" id="{1A2637B3-8C74-4B55-872D-CFE1F1929A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0" name="Freeform 17">
              <a:extLst>
                <a:ext uri="{FF2B5EF4-FFF2-40B4-BE49-F238E27FC236}">
                  <a16:creationId xmlns:a16="http://schemas.microsoft.com/office/drawing/2014/main" id="{C73B0390-BD3E-4AFB-ADF3-676ECF8900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1" name="Freeform 21">
              <a:extLst>
                <a:ext uri="{FF2B5EF4-FFF2-40B4-BE49-F238E27FC236}">
                  <a16:creationId xmlns:a16="http://schemas.microsoft.com/office/drawing/2014/main" id="{35236E6F-9C25-49CE-9078-306D3A5FA08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2" name="Freeform 25">
              <a:extLst>
                <a:ext uri="{FF2B5EF4-FFF2-40B4-BE49-F238E27FC236}">
                  <a16:creationId xmlns:a16="http://schemas.microsoft.com/office/drawing/2014/main" id="{46D4BFF5-1B3A-44D0-9720-143617E009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3" name="Freeform 29">
              <a:extLst>
                <a:ext uri="{FF2B5EF4-FFF2-40B4-BE49-F238E27FC236}">
                  <a16:creationId xmlns:a16="http://schemas.microsoft.com/office/drawing/2014/main" id="{77FD726E-2EB9-4305-BEE5-7C48D51C9B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4" name="Freeform 31">
              <a:extLst>
                <a:ext uri="{FF2B5EF4-FFF2-40B4-BE49-F238E27FC236}">
                  <a16:creationId xmlns:a16="http://schemas.microsoft.com/office/drawing/2014/main" id="{25E6083A-3C52-4763-92A2-1B88843EF3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5" name="Freeform 32">
              <a:extLst>
                <a:ext uri="{FF2B5EF4-FFF2-40B4-BE49-F238E27FC236}">
                  <a16:creationId xmlns:a16="http://schemas.microsoft.com/office/drawing/2014/main" id="{CA90BF22-94F7-4D52-8725-FDCE69CE6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6" name="Freeform 33">
              <a:extLst>
                <a:ext uri="{FF2B5EF4-FFF2-40B4-BE49-F238E27FC236}">
                  <a16:creationId xmlns:a16="http://schemas.microsoft.com/office/drawing/2014/main" id="{998A2F47-3F4E-4065-86CF-B49B258FF1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7" name="Freeform 34">
              <a:extLst>
                <a:ext uri="{FF2B5EF4-FFF2-40B4-BE49-F238E27FC236}">
                  <a16:creationId xmlns:a16="http://schemas.microsoft.com/office/drawing/2014/main" id="{65AF8C00-7E07-4E42-A41A-08417BB0E5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8" name="Freeform 35">
              <a:extLst>
                <a:ext uri="{FF2B5EF4-FFF2-40B4-BE49-F238E27FC236}">
                  <a16:creationId xmlns:a16="http://schemas.microsoft.com/office/drawing/2014/main" id="{E0C04B54-4EF5-4B04-A708-8339062DA8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9" name="Freeform 36">
              <a:extLst>
                <a:ext uri="{FF2B5EF4-FFF2-40B4-BE49-F238E27FC236}">
                  <a16:creationId xmlns:a16="http://schemas.microsoft.com/office/drawing/2014/main" id="{C16D1625-1345-49A9-9FAE-3600E0D116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0" name="Freeform 37">
              <a:extLst>
                <a:ext uri="{FF2B5EF4-FFF2-40B4-BE49-F238E27FC236}">
                  <a16:creationId xmlns:a16="http://schemas.microsoft.com/office/drawing/2014/main" id="{B8817E5F-6964-4B89-9CD1-CD4621B6EC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1" name="Freeform 38">
              <a:extLst>
                <a:ext uri="{FF2B5EF4-FFF2-40B4-BE49-F238E27FC236}">
                  <a16:creationId xmlns:a16="http://schemas.microsoft.com/office/drawing/2014/main" id="{952E3586-DC86-4B27-AAC4-D005819D2C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2" name="Freeform 39">
              <a:extLst>
                <a:ext uri="{FF2B5EF4-FFF2-40B4-BE49-F238E27FC236}">
                  <a16:creationId xmlns:a16="http://schemas.microsoft.com/office/drawing/2014/main" id="{22CB13D9-EA0B-45B8-8E8F-3AABBE9D79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3" name="Freeform 40">
              <a:extLst>
                <a:ext uri="{FF2B5EF4-FFF2-40B4-BE49-F238E27FC236}">
                  <a16:creationId xmlns:a16="http://schemas.microsoft.com/office/drawing/2014/main" id="{3755BB78-63DB-4A8C-A113-795862B375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4" name="Freeform 41">
              <a:extLst>
                <a:ext uri="{FF2B5EF4-FFF2-40B4-BE49-F238E27FC236}">
                  <a16:creationId xmlns:a16="http://schemas.microsoft.com/office/drawing/2014/main" id="{68D97FB6-919C-4D25-A4CE-65C0BB8B41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5" name="Freeform 42">
              <a:extLst>
                <a:ext uri="{FF2B5EF4-FFF2-40B4-BE49-F238E27FC236}">
                  <a16:creationId xmlns:a16="http://schemas.microsoft.com/office/drawing/2014/main" id="{B7FB8601-BFD8-42A2-BFC8-826DA56794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6" name="Freeform 44">
              <a:extLst>
                <a:ext uri="{FF2B5EF4-FFF2-40B4-BE49-F238E27FC236}">
                  <a16:creationId xmlns:a16="http://schemas.microsoft.com/office/drawing/2014/main" id="{E66A3773-870D-43D8-97C8-9210A0288C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7" name="Freeform 45">
              <a:extLst>
                <a:ext uri="{FF2B5EF4-FFF2-40B4-BE49-F238E27FC236}">
                  <a16:creationId xmlns:a16="http://schemas.microsoft.com/office/drawing/2014/main" id="{08736EF7-6BB0-4CA8-B063-CD217FF9BF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8" name="Freeform 46">
              <a:extLst>
                <a:ext uri="{FF2B5EF4-FFF2-40B4-BE49-F238E27FC236}">
                  <a16:creationId xmlns:a16="http://schemas.microsoft.com/office/drawing/2014/main" id="{57EBF709-9E0F-48A1-BCDD-F3C74F1D49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9" name="Freeform 47">
              <a:extLst>
                <a:ext uri="{FF2B5EF4-FFF2-40B4-BE49-F238E27FC236}">
                  <a16:creationId xmlns:a16="http://schemas.microsoft.com/office/drawing/2014/main" id="{251EC588-C357-470F-A194-F4A0C32B7F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0" name="Freeform 48">
              <a:extLst>
                <a:ext uri="{FF2B5EF4-FFF2-40B4-BE49-F238E27FC236}">
                  <a16:creationId xmlns:a16="http://schemas.microsoft.com/office/drawing/2014/main" id="{02592C96-1066-4F6E-9353-4FF1D5ED98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1" name="Freeform 49">
              <a:extLst>
                <a:ext uri="{FF2B5EF4-FFF2-40B4-BE49-F238E27FC236}">
                  <a16:creationId xmlns:a16="http://schemas.microsoft.com/office/drawing/2014/main" id="{B5016669-96C5-4574-B536-65060BCE97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2" name="Freeform 8">
              <a:extLst>
                <a:ext uri="{FF2B5EF4-FFF2-40B4-BE49-F238E27FC236}">
                  <a16:creationId xmlns:a16="http://schemas.microsoft.com/office/drawing/2014/main" id="{5C697245-37CA-4D12-9F8C-308595014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3" name="Freeform 106">
              <a:extLst>
                <a:ext uri="{FF2B5EF4-FFF2-40B4-BE49-F238E27FC236}">
                  <a16:creationId xmlns:a16="http://schemas.microsoft.com/office/drawing/2014/main" id="{3776B83C-39DC-4C02-B33B-848604D0A9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125" name="Rectangle 124">
            <a:extLst>
              <a:ext uri="{FF2B5EF4-FFF2-40B4-BE49-F238E27FC236}">
                <a16:creationId xmlns:a16="http://schemas.microsoft.com/office/drawing/2014/main" id="{8B7AD46D-E72A-4FA9-A503-9BBF703CB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D5A33662-C2EA-4FEB-B1D3-625DFCFE2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55580" y="1482696"/>
            <a:ext cx="7880841" cy="36412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412131-1FC7-D919-B0C1-2B388E42A5EC}"/>
              </a:ext>
            </a:extLst>
          </p:cNvPr>
          <p:cNvSpPr>
            <a:spLocks noGrp="1"/>
          </p:cNvSpPr>
          <p:nvPr>
            <p:ph type="title"/>
          </p:nvPr>
        </p:nvSpPr>
        <p:spPr>
          <a:xfrm>
            <a:off x="2766738" y="2019869"/>
            <a:ext cx="6658524" cy="1817045"/>
          </a:xfrm>
        </p:spPr>
        <p:txBody>
          <a:bodyPr vert="horz" lIns="91440" tIns="45720" rIns="91440" bIns="45720" rtlCol="0" anchor="b">
            <a:normAutofit/>
          </a:bodyPr>
          <a:lstStyle/>
          <a:p>
            <a:pPr algn="ctr"/>
            <a:r>
              <a:rPr lang="en-US" sz="4800"/>
              <a:t>Thank You</a:t>
            </a:r>
          </a:p>
        </p:txBody>
      </p:sp>
      <p:grpSp>
        <p:nvGrpSpPr>
          <p:cNvPr id="129" name="Group 128">
            <a:extLst>
              <a:ext uri="{FF2B5EF4-FFF2-40B4-BE49-F238E27FC236}">
                <a16:creationId xmlns:a16="http://schemas.microsoft.com/office/drawing/2014/main" id="{FBD7D0E7-4363-4739-978A-4F6670CCBFA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013" y="4672191"/>
            <a:ext cx="12132040" cy="1227764"/>
            <a:chOff x="16013" y="4672191"/>
            <a:chExt cx="12132040" cy="1227764"/>
          </a:xfrm>
        </p:grpSpPr>
        <p:sp>
          <p:nvSpPr>
            <p:cNvPr id="130" name="Freeform 6">
              <a:extLst>
                <a:ext uri="{FF2B5EF4-FFF2-40B4-BE49-F238E27FC236}">
                  <a16:creationId xmlns:a16="http://schemas.microsoft.com/office/drawing/2014/main" id="{BB31E6EC-F425-492F-962D-444E7A6046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008065" y="5686940"/>
              <a:ext cx="146874" cy="103369"/>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79">
              <a:extLst>
                <a:ext uri="{FF2B5EF4-FFF2-40B4-BE49-F238E27FC236}">
                  <a16:creationId xmlns:a16="http://schemas.microsoft.com/office/drawing/2014/main" id="{A237B1DA-F954-43AD-BDCE-8D75C10114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3186" y="4743883"/>
              <a:ext cx="146874" cy="82115"/>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82">
              <a:extLst>
                <a:ext uri="{FF2B5EF4-FFF2-40B4-BE49-F238E27FC236}">
                  <a16:creationId xmlns:a16="http://schemas.microsoft.com/office/drawing/2014/main" id="{426A3F5E-710F-4787-BC42-3BA6AB09DD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09989" y="5352857"/>
              <a:ext cx="152120" cy="82115"/>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90">
              <a:extLst>
                <a:ext uri="{FF2B5EF4-FFF2-40B4-BE49-F238E27FC236}">
                  <a16:creationId xmlns:a16="http://schemas.microsoft.com/office/drawing/2014/main" id="{CBADC17B-6F69-4C87-970E-D3773B2824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06420" y="5096537"/>
              <a:ext cx="3148" cy="10628"/>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105">
              <a:extLst>
                <a:ext uri="{FF2B5EF4-FFF2-40B4-BE49-F238E27FC236}">
                  <a16:creationId xmlns:a16="http://schemas.microsoft.com/office/drawing/2014/main" id="{25F6D281-A258-4D9C-BBB9-709C435378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62693" y="5304243"/>
              <a:ext cx="166807" cy="110131"/>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106">
              <a:extLst>
                <a:ext uri="{FF2B5EF4-FFF2-40B4-BE49-F238E27FC236}">
                  <a16:creationId xmlns:a16="http://schemas.microsoft.com/office/drawing/2014/main" id="{7F4B1C8E-AAC9-425C-A1B7-2EFBA4AD4D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19802" y="5317769"/>
              <a:ext cx="159463" cy="114961"/>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107">
              <a:extLst>
                <a:ext uri="{FF2B5EF4-FFF2-40B4-BE49-F238E27FC236}">
                  <a16:creationId xmlns:a16="http://schemas.microsoft.com/office/drawing/2014/main" id="{7B086E82-0730-4326-BD8F-E06A58E13A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887915" y="5332258"/>
              <a:ext cx="182543" cy="96607"/>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108">
              <a:extLst>
                <a:ext uri="{FF2B5EF4-FFF2-40B4-BE49-F238E27FC236}">
                  <a16:creationId xmlns:a16="http://schemas.microsoft.com/office/drawing/2014/main" id="{64B1063F-FCAC-443E-9442-B10A8F022E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599462" y="5346751"/>
              <a:ext cx="143728" cy="107233"/>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109">
              <a:extLst>
                <a:ext uri="{FF2B5EF4-FFF2-40B4-BE49-F238E27FC236}">
                  <a16:creationId xmlns:a16="http://schemas.microsoft.com/office/drawing/2014/main" id="{44AC27C3-9E2B-487C-BF08-F8EC5E2378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55943" y="5336292"/>
              <a:ext cx="182543" cy="100470"/>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110">
              <a:extLst>
                <a:ext uri="{FF2B5EF4-FFF2-40B4-BE49-F238E27FC236}">
                  <a16:creationId xmlns:a16="http://schemas.microsoft.com/office/drawing/2014/main" id="{15443CD9-CB35-4F3A-A1F8-71D324683A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640740" y="5338193"/>
              <a:ext cx="151070" cy="135248"/>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111">
              <a:extLst>
                <a:ext uri="{FF2B5EF4-FFF2-40B4-BE49-F238E27FC236}">
                  <a16:creationId xmlns:a16="http://schemas.microsoft.com/office/drawing/2014/main" id="{DFCD4A4A-922D-4904-9584-802D6C8FCD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62512" y="5362259"/>
              <a:ext cx="155267" cy="103369"/>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112">
              <a:extLst>
                <a:ext uri="{FF2B5EF4-FFF2-40B4-BE49-F238E27FC236}">
                  <a16:creationId xmlns:a16="http://schemas.microsoft.com/office/drawing/2014/main" id="{692F8B88-1FF7-4D72-8372-6D832B1808C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00625" y="5350614"/>
              <a:ext cx="139530" cy="96607"/>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122">
              <a:extLst>
                <a:ext uri="{FF2B5EF4-FFF2-40B4-BE49-F238E27FC236}">
                  <a16:creationId xmlns:a16="http://schemas.microsoft.com/office/drawing/2014/main" id="{40B313D2-1D8C-402C-AD02-2683BEE114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54594" y="5625939"/>
              <a:ext cx="151070" cy="96607"/>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23">
              <a:extLst>
                <a:ext uri="{FF2B5EF4-FFF2-40B4-BE49-F238E27FC236}">
                  <a16:creationId xmlns:a16="http://schemas.microsoft.com/office/drawing/2014/main" id="{003688F3-6F0C-490D-AD70-776D6CC142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469738" y="5600823"/>
              <a:ext cx="166807" cy="111097"/>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30">
              <a:extLst>
                <a:ext uri="{FF2B5EF4-FFF2-40B4-BE49-F238E27FC236}">
                  <a16:creationId xmlns:a16="http://schemas.microsoft.com/office/drawing/2014/main" id="{C784FEC2-80B3-48A7-AC45-0D76A5487F5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4958" y="5629805"/>
              <a:ext cx="186739" cy="96607"/>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31">
              <a:extLst>
                <a:ext uri="{FF2B5EF4-FFF2-40B4-BE49-F238E27FC236}">
                  <a16:creationId xmlns:a16="http://schemas.microsoft.com/office/drawing/2014/main" id="{51C6AA50-F19B-4542-BECE-F5178D77F5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78972" y="5633670"/>
              <a:ext cx="139530" cy="103369"/>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32">
              <a:extLst>
                <a:ext uri="{FF2B5EF4-FFF2-40B4-BE49-F238E27FC236}">
                  <a16:creationId xmlns:a16="http://schemas.microsoft.com/office/drawing/2014/main" id="{26C65E8D-05F5-4663-BB38-E5D2150DC4B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03943" y="5636568"/>
              <a:ext cx="151070" cy="82115"/>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34">
              <a:extLst>
                <a:ext uri="{FF2B5EF4-FFF2-40B4-BE49-F238E27FC236}">
                  <a16:creationId xmlns:a16="http://schemas.microsoft.com/office/drawing/2014/main" id="{F27B3A01-521C-4182-AB61-55BE0930EA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0682" y="5633669"/>
              <a:ext cx="146874" cy="139112"/>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35">
              <a:extLst>
                <a:ext uri="{FF2B5EF4-FFF2-40B4-BE49-F238E27FC236}">
                  <a16:creationId xmlns:a16="http://schemas.microsoft.com/office/drawing/2014/main" id="{3234CE80-3683-4934-8741-9C98BE2C84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198862" y="5644296"/>
              <a:ext cx="152120" cy="99505"/>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41">
              <a:extLst>
                <a:ext uri="{FF2B5EF4-FFF2-40B4-BE49-F238E27FC236}">
                  <a16:creationId xmlns:a16="http://schemas.microsoft.com/office/drawing/2014/main" id="{4499DED1-5430-4904-B36E-2D6D26DA15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773769" y="5665549"/>
              <a:ext cx="194084" cy="193212"/>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63">
              <a:extLst>
                <a:ext uri="{FF2B5EF4-FFF2-40B4-BE49-F238E27FC236}">
                  <a16:creationId xmlns:a16="http://schemas.microsoft.com/office/drawing/2014/main" id="{EF4E027B-3566-409B-B9B5-F16D1448C7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441723" y="4784940"/>
              <a:ext cx="143728" cy="146842"/>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65">
              <a:extLst>
                <a:ext uri="{FF2B5EF4-FFF2-40B4-BE49-F238E27FC236}">
                  <a16:creationId xmlns:a16="http://schemas.microsoft.com/office/drawing/2014/main" id="{72553221-A7FE-4D68-8485-7FFFF7ED43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63712" y="4802638"/>
              <a:ext cx="143728" cy="93707"/>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70">
              <a:extLst>
                <a:ext uri="{FF2B5EF4-FFF2-40B4-BE49-F238E27FC236}">
                  <a16:creationId xmlns:a16="http://schemas.microsoft.com/office/drawing/2014/main" id="{C0CD157A-95BD-4967-887B-27E8080306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481709" y="5144498"/>
              <a:ext cx="155267" cy="89843"/>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73">
              <a:extLst>
                <a:ext uri="{FF2B5EF4-FFF2-40B4-BE49-F238E27FC236}">
                  <a16:creationId xmlns:a16="http://schemas.microsoft.com/office/drawing/2014/main" id="{02B9397E-F107-4BC0-9731-A272E0ED91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48229" y="4776245"/>
              <a:ext cx="143728" cy="99505"/>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74">
              <a:extLst>
                <a:ext uri="{FF2B5EF4-FFF2-40B4-BE49-F238E27FC236}">
                  <a16:creationId xmlns:a16="http://schemas.microsoft.com/office/drawing/2014/main" id="{8C701451-F060-41D8-B0F5-9A15754B70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98451" y="5094262"/>
              <a:ext cx="162611" cy="142976"/>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77">
              <a:extLst>
                <a:ext uri="{FF2B5EF4-FFF2-40B4-BE49-F238E27FC236}">
                  <a16:creationId xmlns:a16="http://schemas.microsoft.com/office/drawing/2014/main" id="{A11EFB12-CE1C-4164-AEF2-1F75134501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699025" y="4813378"/>
              <a:ext cx="179397" cy="88879"/>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85">
              <a:extLst>
                <a:ext uri="{FF2B5EF4-FFF2-40B4-BE49-F238E27FC236}">
                  <a16:creationId xmlns:a16="http://schemas.microsoft.com/office/drawing/2014/main" id="{54CC6DB4-7797-481F-B489-36FD8198F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718807" y="5130005"/>
              <a:ext cx="151070" cy="114961"/>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87">
              <a:extLst>
                <a:ext uri="{FF2B5EF4-FFF2-40B4-BE49-F238E27FC236}">
                  <a16:creationId xmlns:a16="http://schemas.microsoft.com/office/drawing/2014/main" id="{45A55FA5-1F4E-4B0A-8D1C-A74C9D4111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889107" y="5144498"/>
              <a:ext cx="159463" cy="107233"/>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88">
              <a:extLst>
                <a:ext uri="{FF2B5EF4-FFF2-40B4-BE49-F238E27FC236}">
                  <a16:creationId xmlns:a16="http://schemas.microsoft.com/office/drawing/2014/main" id="{FED92530-3B86-4EE5-9112-A4B22DB375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72181" y="5151258"/>
              <a:ext cx="7345" cy="77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91">
              <a:extLst>
                <a:ext uri="{FF2B5EF4-FFF2-40B4-BE49-F238E27FC236}">
                  <a16:creationId xmlns:a16="http://schemas.microsoft.com/office/drawing/2014/main" id="{7E5DA643-D271-4BD3-BE37-7B70D3C809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94990" y="5349193"/>
              <a:ext cx="140580" cy="96607"/>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92">
              <a:extLst>
                <a:ext uri="{FF2B5EF4-FFF2-40B4-BE49-F238E27FC236}">
                  <a16:creationId xmlns:a16="http://schemas.microsoft.com/office/drawing/2014/main" id="{2483CD6E-CD32-414F-ABEB-38A860B2DC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087687" y="5348334"/>
              <a:ext cx="166807" cy="121724"/>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93">
              <a:extLst>
                <a:ext uri="{FF2B5EF4-FFF2-40B4-BE49-F238E27FC236}">
                  <a16:creationId xmlns:a16="http://schemas.microsoft.com/office/drawing/2014/main" id="{D07D67C7-3737-46B2-A818-4041167562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05314" y="5358963"/>
              <a:ext cx="151070" cy="93707"/>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94">
              <a:extLst>
                <a:ext uri="{FF2B5EF4-FFF2-40B4-BE49-F238E27FC236}">
                  <a16:creationId xmlns:a16="http://schemas.microsoft.com/office/drawing/2014/main" id="{537E8027-0A3D-40E2-BE05-5B3C1F5EE8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88399" y="5391807"/>
              <a:ext cx="163660" cy="121724"/>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95">
              <a:extLst>
                <a:ext uri="{FF2B5EF4-FFF2-40B4-BE49-F238E27FC236}">
                  <a16:creationId xmlns:a16="http://schemas.microsoft.com/office/drawing/2014/main" id="{81DBF15F-E31D-4645-8837-2C4C9A5A42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840940" y="5394706"/>
              <a:ext cx="139530" cy="96607"/>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96">
              <a:extLst>
                <a:ext uri="{FF2B5EF4-FFF2-40B4-BE49-F238E27FC236}">
                  <a16:creationId xmlns:a16="http://schemas.microsoft.com/office/drawing/2014/main" id="{5B8CDE73-F3DC-4AC9-9297-EB4E2A576E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454663" y="5402434"/>
              <a:ext cx="174151" cy="128486"/>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97">
              <a:extLst>
                <a:ext uri="{FF2B5EF4-FFF2-40B4-BE49-F238E27FC236}">
                  <a16:creationId xmlns:a16="http://schemas.microsoft.com/office/drawing/2014/main" id="{F0376FDA-A4AF-45A1-8F87-FA4B02F22C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778160" y="5405332"/>
              <a:ext cx="225557" cy="143944"/>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98">
              <a:extLst>
                <a:ext uri="{FF2B5EF4-FFF2-40B4-BE49-F238E27FC236}">
                  <a16:creationId xmlns:a16="http://schemas.microsoft.com/office/drawing/2014/main" id="{2FCD6E4E-8DEF-4CF5-BD6B-94763A5F36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54079" y="5405333"/>
              <a:ext cx="175200" cy="93707"/>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99">
              <a:extLst>
                <a:ext uri="{FF2B5EF4-FFF2-40B4-BE49-F238E27FC236}">
                  <a16:creationId xmlns:a16="http://schemas.microsoft.com/office/drawing/2014/main" id="{3C67A02A-2727-4748-AA3F-BE1E430E15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482783" y="5405330"/>
              <a:ext cx="260178" cy="143944"/>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00">
              <a:extLst>
                <a:ext uri="{FF2B5EF4-FFF2-40B4-BE49-F238E27FC236}">
                  <a16:creationId xmlns:a16="http://schemas.microsoft.com/office/drawing/2014/main" id="{3FBBF2DA-87EB-4F70-9B79-6C81721C9B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34439" y="5405332"/>
              <a:ext cx="152120" cy="111097"/>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01">
              <a:extLst>
                <a:ext uri="{FF2B5EF4-FFF2-40B4-BE49-F238E27FC236}">
                  <a16:creationId xmlns:a16="http://schemas.microsoft.com/office/drawing/2014/main" id="{BCEB5F06-BFA8-4814-9E4C-76DCAD1211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62131" y="5413062"/>
              <a:ext cx="163660" cy="96607"/>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02">
              <a:extLst>
                <a:ext uri="{FF2B5EF4-FFF2-40B4-BE49-F238E27FC236}">
                  <a16:creationId xmlns:a16="http://schemas.microsoft.com/office/drawing/2014/main" id="{18CCA59A-7924-4538-BFC4-0CB7F1E4EE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46142" y="5416926"/>
              <a:ext cx="143728" cy="117858"/>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03">
              <a:extLst>
                <a:ext uri="{FF2B5EF4-FFF2-40B4-BE49-F238E27FC236}">
                  <a16:creationId xmlns:a16="http://schemas.microsoft.com/office/drawing/2014/main" id="{A0A93E30-463F-4F62-A384-056F7CDE6F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56678" y="5423687"/>
              <a:ext cx="166807" cy="121724"/>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04">
              <a:extLst>
                <a:ext uri="{FF2B5EF4-FFF2-40B4-BE49-F238E27FC236}">
                  <a16:creationId xmlns:a16="http://schemas.microsoft.com/office/drawing/2014/main" id="{59F75A4E-692F-4BAA-BE1F-ACE3640FA8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161124" y="5423687"/>
              <a:ext cx="8392" cy="676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13">
              <a:extLst>
                <a:ext uri="{FF2B5EF4-FFF2-40B4-BE49-F238E27FC236}">
                  <a16:creationId xmlns:a16="http://schemas.microsoft.com/office/drawing/2014/main" id="{406CF913-2FAD-4D42-9157-2899C41EEA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98807" y="5477785"/>
              <a:ext cx="11540" cy="10628"/>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14">
              <a:extLst>
                <a:ext uri="{FF2B5EF4-FFF2-40B4-BE49-F238E27FC236}">
                  <a16:creationId xmlns:a16="http://schemas.microsoft.com/office/drawing/2014/main" id="{76306C74-917D-43D4-B6E5-6B4C4A540B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28101" y="5477787"/>
              <a:ext cx="7345" cy="676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15">
              <a:extLst>
                <a:ext uri="{FF2B5EF4-FFF2-40B4-BE49-F238E27FC236}">
                  <a16:creationId xmlns:a16="http://schemas.microsoft.com/office/drawing/2014/main" id="{80F8F223-CC1A-4E1A-80E7-A4A3E52CF3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312829" y="5484550"/>
              <a:ext cx="7345" cy="676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17">
              <a:extLst>
                <a:ext uri="{FF2B5EF4-FFF2-40B4-BE49-F238E27FC236}">
                  <a16:creationId xmlns:a16="http://schemas.microsoft.com/office/drawing/2014/main" id="{92D47487-B5D3-4C4B-AF8B-486D7E963F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30114" y="5499041"/>
              <a:ext cx="8392" cy="676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18">
              <a:extLst>
                <a:ext uri="{FF2B5EF4-FFF2-40B4-BE49-F238E27FC236}">
                  <a16:creationId xmlns:a16="http://schemas.microsoft.com/office/drawing/2014/main" id="{E60E8C17-5F97-46EF-9891-75B625EFC8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742458" y="5440169"/>
              <a:ext cx="155267" cy="113994"/>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19">
              <a:extLst>
                <a:ext uri="{FF2B5EF4-FFF2-40B4-BE49-F238E27FC236}">
                  <a16:creationId xmlns:a16="http://schemas.microsoft.com/office/drawing/2014/main" id="{DBB99CEB-E543-43DF-B31F-18AC8BB7FD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10221" y="5425337"/>
              <a:ext cx="151070" cy="178722"/>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20">
              <a:extLst>
                <a:ext uri="{FF2B5EF4-FFF2-40B4-BE49-F238E27FC236}">
                  <a16:creationId xmlns:a16="http://schemas.microsoft.com/office/drawing/2014/main" id="{3D6FE725-2751-43F4-B9FC-DAB446B358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80933" y="5699014"/>
              <a:ext cx="143728" cy="79216"/>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21">
              <a:extLst>
                <a:ext uri="{FF2B5EF4-FFF2-40B4-BE49-F238E27FC236}">
                  <a16:creationId xmlns:a16="http://schemas.microsoft.com/office/drawing/2014/main" id="{417E512D-7D83-498E-AB2F-4E1719AA42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20758" y="5706744"/>
              <a:ext cx="158415" cy="100470"/>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25">
              <a:extLst>
                <a:ext uri="{FF2B5EF4-FFF2-40B4-BE49-F238E27FC236}">
                  <a16:creationId xmlns:a16="http://schemas.microsoft.com/office/drawing/2014/main" id="{CCC352A1-A818-43E3-B2B6-3659C06AA5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086192" y="5711091"/>
              <a:ext cx="175200" cy="93707"/>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26">
              <a:extLst>
                <a:ext uri="{FF2B5EF4-FFF2-40B4-BE49-F238E27FC236}">
                  <a16:creationId xmlns:a16="http://schemas.microsoft.com/office/drawing/2014/main" id="{B6290974-ACC6-4D67-8719-DEB0CF60CA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092724" y="5734760"/>
              <a:ext cx="179397" cy="93707"/>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27">
              <a:extLst>
                <a:ext uri="{FF2B5EF4-FFF2-40B4-BE49-F238E27FC236}">
                  <a16:creationId xmlns:a16="http://schemas.microsoft.com/office/drawing/2014/main" id="{0CBDF33A-236E-480A-91D2-7918A8BCD9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46735" y="5734760"/>
              <a:ext cx="162611" cy="93707"/>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28">
              <a:extLst>
                <a:ext uri="{FF2B5EF4-FFF2-40B4-BE49-F238E27FC236}">
                  <a16:creationId xmlns:a16="http://schemas.microsoft.com/office/drawing/2014/main" id="{52AEEED2-755A-4DFD-8742-9D0D2184F7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503130" y="5738622"/>
              <a:ext cx="155267" cy="92743"/>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29">
              <a:extLst>
                <a:ext uri="{FF2B5EF4-FFF2-40B4-BE49-F238E27FC236}">
                  <a16:creationId xmlns:a16="http://schemas.microsoft.com/office/drawing/2014/main" id="{7ACDEC4F-0513-41C4-B4E8-FF1FD9F22A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09054" y="5738622"/>
              <a:ext cx="175200" cy="129453"/>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33">
              <a:extLst>
                <a:ext uri="{FF2B5EF4-FFF2-40B4-BE49-F238E27FC236}">
                  <a16:creationId xmlns:a16="http://schemas.microsoft.com/office/drawing/2014/main" id="{428F7B69-9ADC-451F-93EE-EE4FD32CC0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580349" y="5749250"/>
              <a:ext cx="162611"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136">
              <a:extLst>
                <a:ext uri="{FF2B5EF4-FFF2-40B4-BE49-F238E27FC236}">
                  <a16:creationId xmlns:a16="http://schemas.microsoft.com/office/drawing/2014/main" id="{7C5B8578-66EF-4F86-94E8-17B14E7CD4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753769" y="5762290"/>
              <a:ext cx="151070" cy="82115"/>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137">
              <a:extLst>
                <a:ext uri="{FF2B5EF4-FFF2-40B4-BE49-F238E27FC236}">
                  <a16:creationId xmlns:a16="http://schemas.microsoft.com/office/drawing/2014/main" id="{A4F67E73-C46B-40ED-9E3D-0649DAF175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81526" y="5767605"/>
              <a:ext cx="151070" cy="111097"/>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38">
              <a:extLst>
                <a:ext uri="{FF2B5EF4-FFF2-40B4-BE49-F238E27FC236}">
                  <a16:creationId xmlns:a16="http://schemas.microsoft.com/office/drawing/2014/main" id="{FFE7AB6C-54A1-4F65-9ACF-E5413181F02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82533" y="5770505"/>
              <a:ext cx="139530" cy="93707"/>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39">
              <a:extLst>
                <a:ext uri="{FF2B5EF4-FFF2-40B4-BE49-F238E27FC236}">
                  <a16:creationId xmlns:a16="http://schemas.microsoft.com/office/drawing/2014/main" id="{3EDD83D5-0515-4C55-9801-059EFEA541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83838" y="5778232"/>
              <a:ext cx="155267" cy="103369"/>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40">
              <a:extLst>
                <a:ext uri="{FF2B5EF4-FFF2-40B4-BE49-F238E27FC236}">
                  <a16:creationId xmlns:a16="http://schemas.microsoft.com/office/drawing/2014/main" id="{B7F53F4D-406A-4567-9069-1BA2036691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790584" y="5782096"/>
              <a:ext cx="162611" cy="113994"/>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42">
              <a:extLst>
                <a:ext uri="{FF2B5EF4-FFF2-40B4-BE49-F238E27FC236}">
                  <a16:creationId xmlns:a16="http://schemas.microsoft.com/office/drawing/2014/main" id="{B20A98BB-1F55-46AA-9FA5-C282E25327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86685" y="5813976"/>
              <a:ext cx="4197" cy="676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43">
              <a:extLst>
                <a:ext uri="{FF2B5EF4-FFF2-40B4-BE49-F238E27FC236}">
                  <a16:creationId xmlns:a16="http://schemas.microsoft.com/office/drawing/2014/main" id="{238B452B-9549-4291-9F8D-23D2F36EED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076365" y="5767604"/>
              <a:ext cx="143728" cy="92743"/>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44">
              <a:extLst>
                <a:ext uri="{FF2B5EF4-FFF2-40B4-BE49-F238E27FC236}">
                  <a16:creationId xmlns:a16="http://schemas.microsoft.com/office/drawing/2014/main" id="{E0BBF55D-713C-4AB7-AA88-924BA5FC1A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345732" y="5762520"/>
              <a:ext cx="167855" cy="107233"/>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45">
              <a:extLst>
                <a:ext uri="{FF2B5EF4-FFF2-40B4-BE49-F238E27FC236}">
                  <a16:creationId xmlns:a16="http://schemas.microsoft.com/office/drawing/2014/main" id="{E63429DA-81CB-4D2B-A0AB-4635078C47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669108" y="5820739"/>
              <a:ext cx="143728" cy="79216"/>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8">
              <a:extLst>
                <a:ext uri="{FF2B5EF4-FFF2-40B4-BE49-F238E27FC236}">
                  <a16:creationId xmlns:a16="http://schemas.microsoft.com/office/drawing/2014/main" id="{371746A6-2F81-42FB-B148-E901528EEB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92786" y="5468528"/>
              <a:ext cx="155267" cy="104334"/>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8">
              <a:extLst>
                <a:ext uri="{FF2B5EF4-FFF2-40B4-BE49-F238E27FC236}">
                  <a16:creationId xmlns:a16="http://schemas.microsoft.com/office/drawing/2014/main" id="{27FDEB1E-2A09-43E6-A2A8-C87B604857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334177" y="5309220"/>
              <a:ext cx="155267" cy="104334"/>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06">
              <a:extLst>
                <a:ext uri="{FF2B5EF4-FFF2-40B4-BE49-F238E27FC236}">
                  <a16:creationId xmlns:a16="http://schemas.microsoft.com/office/drawing/2014/main" id="{C7789A38-CEEA-4306-9AAB-3C243A73A5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44182" y="5563147"/>
              <a:ext cx="159463" cy="114961"/>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0">
              <a:extLst>
                <a:ext uri="{FF2B5EF4-FFF2-40B4-BE49-F238E27FC236}">
                  <a16:creationId xmlns:a16="http://schemas.microsoft.com/office/drawing/2014/main" id="{D4FCE247-95C5-49B0-BD80-F8F32E5626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6528" y="4985840"/>
              <a:ext cx="163660" cy="104334"/>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5">
              <a:extLst>
                <a:ext uri="{FF2B5EF4-FFF2-40B4-BE49-F238E27FC236}">
                  <a16:creationId xmlns:a16="http://schemas.microsoft.com/office/drawing/2014/main" id="{F39222FF-A4BB-4C84-8BFA-83870C6A3C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70567" y="4966780"/>
              <a:ext cx="143728" cy="85979"/>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8">
              <a:extLst>
                <a:ext uri="{FF2B5EF4-FFF2-40B4-BE49-F238E27FC236}">
                  <a16:creationId xmlns:a16="http://schemas.microsoft.com/office/drawing/2014/main" id="{4BBEE2B2-F42E-4733-AE29-579F6F4A30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0068" y="4995442"/>
              <a:ext cx="163660" cy="92743"/>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9">
              <a:extLst>
                <a:ext uri="{FF2B5EF4-FFF2-40B4-BE49-F238E27FC236}">
                  <a16:creationId xmlns:a16="http://schemas.microsoft.com/office/drawing/2014/main" id="{D90F45F4-4F12-450D-8E3A-DDCE8F5723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8652" y="4675775"/>
              <a:ext cx="147925" cy="82115"/>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20">
              <a:extLst>
                <a:ext uri="{FF2B5EF4-FFF2-40B4-BE49-F238E27FC236}">
                  <a16:creationId xmlns:a16="http://schemas.microsoft.com/office/drawing/2014/main" id="{7BA42DCB-AC30-4712-9B9A-840C27DE74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1898" y="4682756"/>
              <a:ext cx="152120" cy="92743"/>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22">
              <a:extLst>
                <a:ext uri="{FF2B5EF4-FFF2-40B4-BE49-F238E27FC236}">
                  <a16:creationId xmlns:a16="http://schemas.microsoft.com/office/drawing/2014/main" id="{612EE244-7483-443D-A61E-A1181946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6013" y="5601966"/>
              <a:ext cx="178347" cy="117858"/>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23">
              <a:extLst>
                <a:ext uri="{FF2B5EF4-FFF2-40B4-BE49-F238E27FC236}">
                  <a16:creationId xmlns:a16="http://schemas.microsoft.com/office/drawing/2014/main" id="{3C1575BB-FFFB-4B90-9E24-6CA7E85EE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0597" y="4997655"/>
              <a:ext cx="159463" cy="96607"/>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27">
              <a:extLst>
                <a:ext uri="{FF2B5EF4-FFF2-40B4-BE49-F238E27FC236}">
                  <a16:creationId xmlns:a16="http://schemas.microsoft.com/office/drawing/2014/main" id="{214D2F75-52F5-4584-8485-6E8144C82B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59028" y="4675775"/>
              <a:ext cx="155267" cy="111097"/>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30">
              <a:extLst>
                <a:ext uri="{FF2B5EF4-FFF2-40B4-BE49-F238E27FC236}">
                  <a16:creationId xmlns:a16="http://schemas.microsoft.com/office/drawing/2014/main" id="{FF701E98-7F94-4BB8-8030-F3826701EF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44614" y="5009770"/>
              <a:ext cx="11540" cy="676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43">
              <a:extLst>
                <a:ext uri="{FF2B5EF4-FFF2-40B4-BE49-F238E27FC236}">
                  <a16:creationId xmlns:a16="http://schemas.microsoft.com/office/drawing/2014/main" id="{0A653647-A061-4D85-83B2-0C7F6C37DA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0181" y="5278332"/>
              <a:ext cx="169954" cy="88879"/>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51">
              <a:extLst>
                <a:ext uri="{FF2B5EF4-FFF2-40B4-BE49-F238E27FC236}">
                  <a16:creationId xmlns:a16="http://schemas.microsoft.com/office/drawing/2014/main" id="{9FCF7254-A4AB-4B8D-BB02-E7A34CFBA3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23500" y="4970162"/>
              <a:ext cx="136383" cy="107233"/>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52">
              <a:extLst>
                <a:ext uri="{FF2B5EF4-FFF2-40B4-BE49-F238E27FC236}">
                  <a16:creationId xmlns:a16="http://schemas.microsoft.com/office/drawing/2014/main" id="{C68C42B0-A7DB-42EC-9EB6-A6D121C56D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3795" y="5274469"/>
              <a:ext cx="140580" cy="96607"/>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53">
              <a:extLst>
                <a:ext uri="{FF2B5EF4-FFF2-40B4-BE49-F238E27FC236}">
                  <a16:creationId xmlns:a16="http://schemas.microsoft.com/office/drawing/2014/main" id="{8448C9F7-5297-496D-BC93-DFE082FEFA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37984" y="5281233"/>
              <a:ext cx="151070" cy="93707"/>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54">
              <a:extLst>
                <a:ext uri="{FF2B5EF4-FFF2-40B4-BE49-F238E27FC236}">
                  <a16:creationId xmlns:a16="http://schemas.microsoft.com/office/drawing/2014/main" id="{D19FF980-A005-43B0-87C9-50B8E5050D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73" y="5278334"/>
              <a:ext cx="159463" cy="124621"/>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55">
              <a:extLst>
                <a:ext uri="{FF2B5EF4-FFF2-40B4-BE49-F238E27FC236}">
                  <a16:creationId xmlns:a16="http://schemas.microsoft.com/office/drawing/2014/main" id="{E14C8988-ADBF-47EE-B659-04FA258444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78228" y="5285096"/>
              <a:ext cx="155267" cy="82115"/>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56">
              <a:extLst>
                <a:ext uri="{FF2B5EF4-FFF2-40B4-BE49-F238E27FC236}">
                  <a16:creationId xmlns:a16="http://schemas.microsoft.com/office/drawing/2014/main" id="{063998C3-740F-4834-BD97-377E501100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24259" y="5322718"/>
              <a:ext cx="152120" cy="85979"/>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57">
              <a:extLst>
                <a:ext uri="{FF2B5EF4-FFF2-40B4-BE49-F238E27FC236}">
                  <a16:creationId xmlns:a16="http://schemas.microsoft.com/office/drawing/2014/main" id="{280651D9-CD8B-4D7E-AE4D-34327E6C0F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35259" y="5281233"/>
              <a:ext cx="166807" cy="111097"/>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59">
              <a:extLst>
                <a:ext uri="{FF2B5EF4-FFF2-40B4-BE49-F238E27FC236}">
                  <a16:creationId xmlns:a16="http://schemas.microsoft.com/office/drawing/2014/main" id="{BCD90D50-5156-49FC-BC6E-D6C41AAF96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7747" y="5324705"/>
              <a:ext cx="146874" cy="92743"/>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60">
              <a:extLst>
                <a:ext uri="{FF2B5EF4-FFF2-40B4-BE49-F238E27FC236}">
                  <a16:creationId xmlns:a16="http://schemas.microsoft.com/office/drawing/2014/main" id="{141388CF-0E8C-476E-8E8A-911436B092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98582" y="5331468"/>
              <a:ext cx="155267" cy="82115"/>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61">
              <a:extLst>
                <a:ext uri="{FF2B5EF4-FFF2-40B4-BE49-F238E27FC236}">
                  <a16:creationId xmlns:a16="http://schemas.microsoft.com/office/drawing/2014/main" id="{ED6CA826-3C3C-40B5-A409-5E528A77C99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90231" y="5349824"/>
              <a:ext cx="162611" cy="117858"/>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78">
              <a:extLst>
                <a:ext uri="{FF2B5EF4-FFF2-40B4-BE49-F238E27FC236}">
                  <a16:creationId xmlns:a16="http://schemas.microsoft.com/office/drawing/2014/main" id="{C7F84BE3-F05F-4A09-A75E-827F5F99B8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2788" y="5572016"/>
              <a:ext cx="175200" cy="88879"/>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79">
              <a:extLst>
                <a:ext uri="{FF2B5EF4-FFF2-40B4-BE49-F238E27FC236}">
                  <a16:creationId xmlns:a16="http://schemas.microsoft.com/office/drawing/2014/main" id="{F023CCF7-170C-4C99-8B0C-06AE111428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77095" y="5574915"/>
              <a:ext cx="146874" cy="82115"/>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80">
              <a:extLst>
                <a:ext uri="{FF2B5EF4-FFF2-40B4-BE49-F238E27FC236}">
                  <a16:creationId xmlns:a16="http://schemas.microsoft.com/office/drawing/2014/main" id="{9F3688B3-3806-4D81-BDE2-C7F940DEA3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56154" y="5582644"/>
              <a:ext cx="147925" cy="78251"/>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81">
              <a:extLst>
                <a:ext uri="{FF2B5EF4-FFF2-40B4-BE49-F238E27FC236}">
                  <a16:creationId xmlns:a16="http://schemas.microsoft.com/office/drawing/2014/main" id="{88BEDD69-B41B-4240-A962-05A51B72AF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60522" y="5578779"/>
              <a:ext cx="166807" cy="107233"/>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82">
              <a:extLst>
                <a:ext uri="{FF2B5EF4-FFF2-40B4-BE49-F238E27FC236}">
                  <a16:creationId xmlns:a16="http://schemas.microsoft.com/office/drawing/2014/main" id="{DD4885F3-3A11-4C4C-A957-7914A9BDA9E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91952" y="5589404"/>
              <a:ext cx="152120" cy="82115"/>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83">
              <a:extLst>
                <a:ext uri="{FF2B5EF4-FFF2-40B4-BE49-F238E27FC236}">
                  <a16:creationId xmlns:a16="http://schemas.microsoft.com/office/drawing/2014/main" id="{C0B1280F-8A5C-45C5-B0AC-32873353FD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69880" y="5568152"/>
              <a:ext cx="155267" cy="186450"/>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84">
              <a:extLst>
                <a:ext uri="{FF2B5EF4-FFF2-40B4-BE49-F238E27FC236}">
                  <a16:creationId xmlns:a16="http://schemas.microsoft.com/office/drawing/2014/main" id="{D9893454-ADA4-4FBE-99C7-4DE71F3A81E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281" y="5596169"/>
              <a:ext cx="155267" cy="104334"/>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86">
              <a:extLst>
                <a:ext uri="{FF2B5EF4-FFF2-40B4-BE49-F238E27FC236}">
                  <a16:creationId xmlns:a16="http://schemas.microsoft.com/office/drawing/2014/main" id="{13BBDA86-4629-40D2-A355-CC4AC6D8AC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6777" y="5582838"/>
              <a:ext cx="155267" cy="133317"/>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89">
              <a:extLst>
                <a:ext uri="{FF2B5EF4-FFF2-40B4-BE49-F238E27FC236}">
                  <a16:creationId xmlns:a16="http://schemas.microsoft.com/office/drawing/2014/main" id="{4B6E067D-6CC3-43E0-8C2A-16BA578FA9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78228" y="5632878"/>
              <a:ext cx="159463" cy="110131"/>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90">
              <a:extLst>
                <a:ext uri="{FF2B5EF4-FFF2-40B4-BE49-F238E27FC236}">
                  <a16:creationId xmlns:a16="http://schemas.microsoft.com/office/drawing/2014/main" id="{4B7F3C12-F3AD-436D-974D-504D6D8657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44073" y="5668620"/>
              <a:ext cx="3148" cy="10628"/>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7">
              <a:extLst>
                <a:ext uri="{FF2B5EF4-FFF2-40B4-BE49-F238E27FC236}">
                  <a16:creationId xmlns:a16="http://schemas.microsoft.com/office/drawing/2014/main" id="{97444C0B-8604-4B2F-851C-8436248400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94682" y="4693473"/>
              <a:ext cx="163660"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13">
              <a:extLst>
                <a:ext uri="{FF2B5EF4-FFF2-40B4-BE49-F238E27FC236}">
                  <a16:creationId xmlns:a16="http://schemas.microsoft.com/office/drawing/2014/main" id="{8DA541A2-82D2-4FD7-A25D-103155F606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4228" y="4702825"/>
              <a:ext cx="147925" cy="82115"/>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2">
              <a:extLst>
                <a:ext uri="{FF2B5EF4-FFF2-40B4-BE49-F238E27FC236}">
                  <a16:creationId xmlns:a16="http://schemas.microsoft.com/office/drawing/2014/main" id="{08D63E44-6FDA-4B88-9A8D-722E378646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961851" y="5315665"/>
              <a:ext cx="171003" cy="125588"/>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7">
              <a:extLst>
                <a:ext uri="{FF2B5EF4-FFF2-40B4-BE49-F238E27FC236}">
                  <a16:creationId xmlns:a16="http://schemas.microsoft.com/office/drawing/2014/main" id="{36F11BC1-4AA7-49EE-B6D9-EAA019FFBD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09018" y="5307935"/>
              <a:ext cx="136383" cy="143944"/>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40">
              <a:extLst>
                <a:ext uri="{FF2B5EF4-FFF2-40B4-BE49-F238E27FC236}">
                  <a16:creationId xmlns:a16="http://schemas.microsoft.com/office/drawing/2014/main" id="{7E80B3FA-E704-425C-A636-0A15FC4C5C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26768" y="5326290"/>
              <a:ext cx="159463" cy="96607"/>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46">
              <a:extLst>
                <a:ext uri="{FF2B5EF4-FFF2-40B4-BE49-F238E27FC236}">
                  <a16:creationId xmlns:a16="http://schemas.microsoft.com/office/drawing/2014/main" id="{865CF4A4-DABF-417B-AF8A-8679539E62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10024" y="5319526"/>
              <a:ext cx="143728" cy="96607"/>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62">
              <a:extLst>
                <a:ext uri="{FF2B5EF4-FFF2-40B4-BE49-F238E27FC236}">
                  <a16:creationId xmlns:a16="http://schemas.microsoft.com/office/drawing/2014/main" id="{20712703-E6D6-4B20-810D-520D613CBE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30671" y="5609346"/>
              <a:ext cx="178347" cy="88879"/>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64">
              <a:extLst>
                <a:ext uri="{FF2B5EF4-FFF2-40B4-BE49-F238E27FC236}">
                  <a16:creationId xmlns:a16="http://schemas.microsoft.com/office/drawing/2014/main" id="{023F44A2-99D4-4CB4-AC2B-EB4D1DFB0C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35873" y="5626736"/>
              <a:ext cx="162611"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68">
              <a:extLst>
                <a:ext uri="{FF2B5EF4-FFF2-40B4-BE49-F238E27FC236}">
                  <a16:creationId xmlns:a16="http://schemas.microsoft.com/office/drawing/2014/main" id="{46A5B51B-7598-4E55-B491-6A9DEAD1E0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930378" y="5630599"/>
              <a:ext cx="136383" cy="146842"/>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75">
              <a:extLst>
                <a:ext uri="{FF2B5EF4-FFF2-40B4-BE49-F238E27FC236}">
                  <a16:creationId xmlns:a16="http://schemas.microsoft.com/office/drawing/2014/main" id="{29677179-8E06-47D7-B638-4B8E2DD60C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944225" y="5584229"/>
              <a:ext cx="152120" cy="92743"/>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8">
              <a:extLst>
                <a:ext uri="{FF2B5EF4-FFF2-40B4-BE49-F238E27FC236}">
                  <a16:creationId xmlns:a16="http://schemas.microsoft.com/office/drawing/2014/main" id="{57B1A6FA-56F9-40CE-9BA0-9865F65409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191" y="5289581"/>
              <a:ext cx="155267" cy="104334"/>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8">
              <a:extLst>
                <a:ext uri="{FF2B5EF4-FFF2-40B4-BE49-F238E27FC236}">
                  <a16:creationId xmlns:a16="http://schemas.microsoft.com/office/drawing/2014/main" id="{CA94A32D-9D7D-488E-A538-C8E0EF4A21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77489" y="5094950"/>
              <a:ext cx="155267" cy="104334"/>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131">
              <a:extLst>
                <a:ext uri="{FF2B5EF4-FFF2-40B4-BE49-F238E27FC236}">
                  <a16:creationId xmlns:a16="http://schemas.microsoft.com/office/drawing/2014/main" id="{F8E8C51E-F6BF-4014-88A7-7F071EB8FB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39102" y="5296998"/>
              <a:ext cx="139530" cy="103369"/>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131">
              <a:extLst>
                <a:ext uri="{FF2B5EF4-FFF2-40B4-BE49-F238E27FC236}">
                  <a16:creationId xmlns:a16="http://schemas.microsoft.com/office/drawing/2014/main" id="{A19DC4F3-0CEC-4012-AC71-B42D37FC64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66574" y="4806132"/>
              <a:ext cx="139530" cy="103369"/>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70">
              <a:extLst>
                <a:ext uri="{FF2B5EF4-FFF2-40B4-BE49-F238E27FC236}">
                  <a16:creationId xmlns:a16="http://schemas.microsoft.com/office/drawing/2014/main" id="{05658760-791B-476C-B6BB-B2A0C4AC49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51489" y="4770546"/>
              <a:ext cx="155267" cy="89843"/>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85">
              <a:extLst>
                <a:ext uri="{FF2B5EF4-FFF2-40B4-BE49-F238E27FC236}">
                  <a16:creationId xmlns:a16="http://schemas.microsoft.com/office/drawing/2014/main" id="{E0F7D9D9-7F3C-4DD8-A6B2-37C03ACBA7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363543" y="4805211"/>
              <a:ext cx="151070" cy="114961"/>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87">
              <a:extLst>
                <a:ext uri="{FF2B5EF4-FFF2-40B4-BE49-F238E27FC236}">
                  <a16:creationId xmlns:a16="http://schemas.microsoft.com/office/drawing/2014/main" id="{1865DC3B-FB26-40A1-BD75-CAE2188A7B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82239" y="4808811"/>
              <a:ext cx="159463" cy="107233"/>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118">
              <a:extLst>
                <a:ext uri="{FF2B5EF4-FFF2-40B4-BE49-F238E27FC236}">
                  <a16:creationId xmlns:a16="http://schemas.microsoft.com/office/drawing/2014/main" id="{93BF91C1-F8F3-4A58-A79A-A2827268AD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05705" y="5090751"/>
              <a:ext cx="155267" cy="113994"/>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119">
              <a:extLst>
                <a:ext uri="{FF2B5EF4-FFF2-40B4-BE49-F238E27FC236}">
                  <a16:creationId xmlns:a16="http://schemas.microsoft.com/office/drawing/2014/main" id="{B744D406-1012-44B3-97CB-CAFDFE4B03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74880" y="5125521"/>
              <a:ext cx="151070" cy="178722"/>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8">
              <a:extLst>
                <a:ext uri="{FF2B5EF4-FFF2-40B4-BE49-F238E27FC236}">
                  <a16:creationId xmlns:a16="http://schemas.microsoft.com/office/drawing/2014/main" id="{F17A6E8D-EB47-41D0-B03C-BDFE17B82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56033" y="5119110"/>
              <a:ext cx="155267" cy="104334"/>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70">
              <a:extLst>
                <a:ext uri="{FF2B5EF4-FFF2-40B4-BE49-F238E27FC236}">
                  <a16:creationId xmlns:a16="http://schemas.microsoft.com/office/drawing/2014/main" id="{75E13D45-6A6F-48DE-ADCD-E4B9C749E5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50492" y="4686684"/>
              <a:ext cx="155267" cy="89843"/>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85">
              <a:extLst>
                <a:ext uri="{FF2B5EF4-FFF2-40B4-BE49-F238E27FC236}">
                  <a16:creationId xmlns:a16="http://schemas.microsoft.com/office/drawing/2014/main" id="{DEAEF3F9-4993-4792-9B8D-53B14BF52F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687590" y="4672191"/>
              <a:ext cx="151070" cy="114961"/>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87">
              <a:extLst>
                <a:ext uri="{FF2B5EF4-FFF2-40B4-BE49-F238E27FC236}">
                  <a16:creationId xmlns:a16="http://schemas.microsoft.com/office/drawing/2014/main" id="{C102EB83-B0D1-4BF3-B2FF-05B21AD760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57890" y="4686684"/>
              <a:ext cx="159463" cy="107233"/>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18">
              <a:extLst>
                <a:ext uri="{FF2B5EF4-FFF2-40B4-BE49-F238E27FC236}">
                  <a16:creationId xmlns:a16="http://schemas.microsoft.com/office/drawing/2014/main" id="{63EBD56E-54F0-4963-8A17-E0D0D39C93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0884" y="4982355"/>
              <a:ext cx="155267" cy="113994"/>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19">
              <a:extLst>
                <a:ext uri="{FF2B5EF4-FFF2-40B4-BE49-F238E27FC236}">
                  <a16:creationId xmlns:a16="http://schemas.microsoft.com/office/drawing/2014/main" id="{7BC3EE2E-E90B-4EC3-A131-B51AFFF293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68647" y="4967523"/>
              <a:ext cx="151070" cy="178722"/>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69013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BohemianVTI">
  <a:themeElements>
    <a:clrScheme name="Boho">
      <a:dk1>
        <a:sysClr val="windowText" lastClr="000000"/>
      </a:dk1>
      <a:lt1>
        <a:sysClr val="window" lastClr="FFFFFF"/>
      </a:lt1>
      <a:dk2>
        <a:srgbClr val="323232"/>
      </a:dk2>
      <a:lt2>
        <a:srgbClr val="F4F1EF"/>
      </a:lt2>
      <a:accent1>
        <a:srgbClr val="8F4F58"/>
      </a:accent1>
      <a:accent2>
        <a:srgbClr val="D09182"/>
      </a:accent2>
      <a:accent3>
        <a:srgbClr val="C7A085"/>
      </a:accent3>
      <a:accent4>
        <a:srgbClr val="ADA085"/>
      </a:accent4>
      <a:accent5>
        <a:srgbClr val="5F787F"/>
      </a:accent5>
      <a:accent6>
        <a:srgbClr val="5A6768"/>
      </a:accent6>
      <a:hlink>
        <a:srgbClr val="A25872"/>
      </a:hlink>
      <a:folHlink>
        <a:srgbClr val="667A7E"/>
      </a:folHlink>
    </a:clrScheme>
    <a:fontScheme name="modern love avenir">
      <a:majorFont>
        <a:latin typeface="Yu Gothic"/>
        <a:ea typeface=""/>
        <a:cs typeface=""/>
      </a:majorFont>
      <a:minorFont>
        <a:latin typeface="Yu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hemianVTI" id="{B5E50611-F7C7-47BC-81A6-BE9493DF8677}" vid="{7A26D0DD-A1A5-444B-B0FB-E7DB9E2D047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BohemianVTI</vt:lpstr>
      <vt:lpstr>A Case Study in Material Failure</vt:lpstr>
      <vt:lpstr>Case:</vt:lpstr>
      <vt:lpstr>Casualties:</vt:lpstr>
      <vt:lpstr>Investigation:</vt:lpstr>
      <vt:lpstr>Investigation: </vt:lpstr>
      <vt:lpstr>Investigation(Contd.):  </vt:lpstr>
      <vt:lpstr>Investigation  </vt:lpstr>
      <vt:lpstr>Mechanism: Fatigue</vt:lpstr>
      <vt:lpstr>Mechanism:</vt:lpstr>
      <vt:lpstr>Mechanism:</vt:lpstr>
      <vt:lpstr>Mechanism:</vt:lpstr>
      <vt:lpstr>Remedies:  </vt:lpstr>
      <vt:lpstr>Remedies(contd.):</vt:lpstr>
      <vt:lpstr>Preventions: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646</cp:revision>
  <dcterms:created xsi:type="dcterms:W3CDTF">2024-02-20T04:42:25Z</dcterms:created>
  <dcterms:modified xsi:type="dcterms:W3CDTF">2024-02-20T07:41:02Z</dcterms:modified>
</cp:coreProperties>
</file>