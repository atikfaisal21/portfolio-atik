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4" r:id="rId1"/>
  </p:sldMasterIdLst>
  <p:sldIdLst>
    <p:sldId id="256" r:id="rId2"/>
    <p:sldId id="257" r:id="rId3"/>
    <p:sldId id="258" r:id="rId4"/>
    <p:sldId id="259" r:id="rId5"/>
    <p:sldId id="260" r:id="rId6"/>
    <p:sldId id="261" r:id="rId7"/>
    <p:sldId id="262"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D364A"/>
    <a:srgbClr val="64233F"/>
    <a:srgbClr val="AE374E"/>
    <a:srgbClr val="048E9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9DAA60D-69AA-46E8-B4DE-92AEA9B183F3}" v="1868" dt="2023-12-19T05:00:47.50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diagrams/_rels/data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s>
</file>

<file path=ppt/diagrams/_rels/drawing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436B499-95A9-47B9-B43A-6B3024732616}"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E459E3B3-9C5B-476C-B007-97B5760AE798}">
      <dgm:prSet/>
      <dgm:spPr/>
      <dgm:t>
        <a:bodyPr/>
        <a:lstStyle/>
        <a:p>
          <a:r>
            <a:rPr lang="en-US"/>
            <a:t>Only 20% raw material is converted into final product in leather industry . Using buffing dust will help to reduce the large amount of waste production.</a:t>
          </a:r>
        </a:p>
      </dgm:t>
    </dgm:pt>
    <dgm:pt modelId="{5697952D-A49D-4A43-BEEF-3F9CBBCB2EBA}" type="parTrans" cxnId="{AB695AF2-A6E3-4AB1-8EB6-054F7FB4F153}">
      <dgm:prSet/>
      <dgm:spPr/>
      <dgm:t>
        <a:bodyPr/>
        <a:lstStyle/>
        <a:p>
          <a:endParaRPr lang="en-US"/>
        </a:p>
      </dgm:t>
    </dgm:pt>
    <dgm:pt modelId="{72D616AA-967A-466E-AC47-C1BC98E26A2F}" type="sibTrans" cxnId="{AB695AF2-A6E3-4AB1-8EB6-054F7FB4F153}">
      <dgm:prSet/>
      <dgm:spPr/>
      <dgm:t>
        <a:bodyPr/>
        <a:lstStyle/>
        <a:p>
          <a:endParaRPr lang="en-US"/>
        </a:p>
      </dgm:t>
    </dgm:pt>
    <dgm:pt modelId="{E699DDFF-51F1-48E5-933E-049E1BEF5CA4}">
      <dgm:prSet/>
      <dgm:spPr/>
      <dgm:t>
        <a:bodyPr/>
        <a:lstStyle/>
        <a:p>
          <a:r>
            <a:rPr lang="en-US"/>
            <a:t>Incineration &amp; landfills are mainly used to dispose solid tannery waste which produces oxides of nitrogen &amp; Sulphur. Reducing this waste will decrease the negative effect on living beings.</a:t>
          </a:r>
        </a:p>
      </dgm:t>
    </dgm:pt>
    <dgm:pt modelId="{5D41F356-976C-4885-863B-DD41430A2737}" type="parTrans" cxnId="{D233C82A-5892-4DAA-BF57-552B2F60DC0D}">
      <dgm:prSet/>
      <dgm:spPr/>
      <dgm:t>
        <a:bodyPr/>
        <a:lstStyle/>
        <a:p>
          <a:endParaRPr lang="en-US"/>
        </a:p>
      </dgm:t>
    </dgm:pt>
    <dgm:pt modelId="{CFEF538F-BD94-404D-A3F4-03FB91897379}" type="sibTrans" cxnId="{D233C82A-5892-4DAA-BF57-552B2F60DC0D}">
      <dgm:prSet/>
      <dgm:spPr/>
      <dgm:t>
        <a:bodyPr/>
        <a:lstStyle/>
        <a:p>
          <a:endParaRPr lang="en-US"/>
        </a:p>
      </dgm:t>
    </dgm:pt>
    <dgm:pt modelId="{D81CC0D1-CA07-4714-98CB-0483926CAC76}">
      <dgm:prSet/>
      <dgm:spPr/>
      <dgm:t>
        <a:bodyPr/>
        <a:lstStyle/>
        <a:p>
          <a:r>
            <a:rPr lang="en-US"/>
            <a:t>Recycling buffing dust will aid in preventing soil and water pollution due to the leaching of hazardous chemicals.</a:t>
          </a:r>
        </a:p>
      </dgm:t>
    </dgm:pt>
    <dgm:pt modelId="{EA04DB2C-E95C-476E-89AB-AA3BD82B234D}" type="parTrans" cxnId="{5300BF6F-BBAC-4266-854D-1BCBB388834C}">
      <dgm:prSet/>
      <dgm:spPr/>
      <dgm:t>
        <a:bodyPr/>
        <a:lstStyle/>
        <a:p>
          <a:endParaRPr lang="en-US"/>
        </a:p>
      </dgm:t>
    </dgm:pt>
    <dgm:pt modelId="{6AF1BC9D-C620-423A-B547-A19B58BDAB68}" type="sibTrans" cxnId="{5300BF6F-BBAC-4266-854D-1BCBB388834C}">
      <dgm:prSet/>
      <dgm:spPr/>
      <dgm:t>
        <a:bodyPr/>
        <a:lstStyle/>
        <a:p>
          <a:endParaRPr lang="en-US"/>
        </a:p>
      </dgm:t>
    </dgm:pt>
    <dgm:pt modelId="{981E8266-349F-4577-BAE2-5C0387E0AC53}" type="pres">
      <dgm:prSet presAssocID="{8436B499-95A9-47B9-B43A-6B3024732616}" presName="root" presStyleCnt="0">
        <dgm:presLayoutVars>
          <dgm:dir/>
          <dgm:resizeHandles val="exact"/>
        </dgm:presLayoutVars>
      </dgm:prSet>
      <dgm:spPr/>
    </dgm:pt>
    <dgm:pt modelId="{F7810822-DC93-4B09-9DC3-3E2F09343117}" type="pres">
      <dgm:prSet presAssocID="{E459E3B3-9C5B-476C-B007-97B5760AE798}" presName="compNode" presStyleCnt="0"/>
      <dgm:spPr/>
    </dgm:pt>
    <dgm:pt modelId="{590557A9-0BA9-4B68-9DD2-6EE952336376}" type="pres">
      <dgm:prSet presAssocID="{E459E3B3-9C5B-476C-B007-97B5760AE798}" presName="bgRect" presStyleLbl="bgShp" presStyleIdx="0" presStyleCnt="3"/>
      <dgm:spPr/>
    </dgm:pt>
    <dgm:pt modelId="{D65B0ADF-5671-40A1-AA48-6B0F8A2D8B88}" type="pres">
      <dgm:prSet presAssocID="{E459E3B3-9C5B-476C-B007-97B5760AE798}"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ulldozer"/>
        </a:ext>
      </dgm:extLst>
    </dgm:pt>
    <dgm:pt modelId="{5CB553E5-5A6D-4F81-863D-72DCDCB08F4C}" type="pres">
      <dgm:prSet presAssocID="{E459E3B3-9C5B-476C-B007-97B5760AE798}" presName="spaceRect" presStyleCnt="0"/>
      <dgm:spPr/>
    </dgm:pt>
    <dgm:pt modelId="{EF6441AF-BC86-4141-AA48-B6D979E99898}" type="pres">
      <dgm:prSet presAssocID="{E459E3B3-9C5B-476C-B007-97B5760AE798}" presName="parTx" presStyleLbl="revTx" presStyleIdx="0" presStyleCnt="3">
        <dgm:presLayoutVars>
          <dgm:chMax val="0"/>
          <dgm:chPref val="0"/>
        </dgm:presLayoutVars>
      </dgm:prSet>
      <dgm:spPr/>
    </dgm:pt>
    <dgm:pt modelId="{259248AB-DC9E-400E-80D0-A00541E2EC6E}" type="pres">
      <dgm:prSet presAssocID="{72D616AA-967A-466E-AC47-C1BC98E26A2F}" presName="sibTrans" presStyleCnt="0"/>
      <dgm:spPr/>
    </dgm:pt>
    <dgm:pt modelId="{3A661C2C-76CE-44A7-A4D6-776D97C441E1}" type="pres">
      <dgm:prSet presAssocID="{E699DDFF-51F1-48E5-933E-049E1BEF5CA4}" presName="compNode" presStyleCnt="0"/>
      <dgm:spPr/>
    </dgm:pt>
    <dgm:pt modelId="{51644899-F974-42D8-A713-0B27DB4C57BA}" type="pres">
      <dgm:prSet presAssocID="{E699DDFF-51F1-48E5-933E-049E1BEF5CA4}" presName="bgRect" presStyleLbl="bgShp" presStyleIdx="1" presStyleCnt="3"/>
      <dgm:spPr/>
    </dgm:pt>
    <dgm:pt modelId="{EACE8AE6-A9B7-4308-862A-D1354B63FA41}" type="pres">
      <dgm:prSet presAssocID="{E699DDFF-51F1-48E5-933E-049E1BEF5CA4}"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Flammable"/>
        </a:ext>
      </dgm:extLst>
    </dgm:pt>
    <dgm:pt modelId="{256DE576-75B0-4A67-851C-1C4F0C2881AF}" type="pres">
      <dgm:prSet presAssocID="{E699DDFF-51F1-48E5-933E-049E1BEF5CA4}" presName="spaceRect" presStyleCnt="0"/>
      <dgm:spPr/>
    </dgm:pt>
    <dgm:pt modelId="{188D5EFE-17B6-42A6-AEDE-ED1F21D0CA39}" type="pres">
      <dgm:prSet presAssocID="{E699DDFF-51F1-48E5-933E-049E1BEF5CA4}" presName="parTx" presStyleLbl="revTx" presStyleIdx="1" presStyleCnt="3">
        <dgm:presLayoutVars>
          <dgm:chMax val="0"/>
          <dgm:chPref val="0"/>
        </dgm:presLayoutVars>
      </dgm:prSet>
      <dgm:spPr/>
    </dgm:pt>
    <dgm:pt modelId="{ADB5D54C-936F-4521-AB5D-243F0416C391}" type="pres">
      <dgm:prSet presAssocID="{CFEF538F-BD94-404D-A3F4-03FB91897379}" presName="sibTrans" presStyleCnt="0"/>
      <dgm:spPr/>
    </dgm:pt>
    <dgm:pt modelId="{9EAD2D2B-928C-4F52-9F37-218ED39EA0B3}" type="pres">
      <dgm:prSet presAssocID="{D81CC0D1-CA07-4714-98CB-0483926CAC76}" presName="compNode" presStyleCnt="0"/>
      <dgm:spPr/>
    </dgm:pt>
    <dgm:pt modelId="{574411E8-4B3F-4FE9-958E-2D9B0579A9C7}" type="pres">
      <dgm:prSet presAssocID="{D81CC0D1-CA07-4714-98CB-0483926CAC76}" presName="bgRect" presStyleLbl="bgShp" presStyleIdx="2" presStyleCnt="3"/>
      <dgm:spPr/>
    </dgm:pt>
    <dgm:pt modelId="{0792372A-53B4-4586-AD83-8626DD7DFA6D}" type="pres">
      <dgm:prSet presAssocID="{D81CC0D1-CA07-4714-98CB-0483926CAC76}"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Scientist"/>
        </a:ext>
      </dgm:extLst>
    </dgm:pt>
    <dgm:pt modelId="{3D9FC71A-8265-4D0D-919B-21FF6370A03D}" type="pres">
      <dgm:prSet presAssocID="{D81CC0D1-CA07-4714-98CB-0483926CAC76}" presName="spaceRect" presStyleCnt="0"/>
      <dgm:spPr/>
    </dgm:pt>
    <dgm:pt modelId="{58D6CEE6-E34F-49FA-99C4-2DEE2D031A1D}" type="pres">
      <dgm:prSet presAssocID="{D81CC0D1-CA07-4714-98CB-0483926CAC76}" presName="parTx" presStyleLbl="revTx" presStyleIdx="2" presStyleCnt="3">
        <dgm:presLayoutVars>
          <dgm:chMax val="0"/>
          <dgm:chPref val="0"/>
        </dgm:presLayoutVars>
      </dgm:prSet>
      <dgm:spPr/>
    </dgm:pt>
  </dgm:ptLst>
  <dgm:cxnLst>
    <dgm:cxn modelId="{630E7E06-9C78-484C-A0A7-77508C40F844}" type="presOf" srcId="{8436B499-95A9-47B9-B43A-6B3024732616}" destId="{981E8266-349F-4577-BAE2-5C0387E0AC53}" srcOrd="0" destOrd="0" presId="urn:microsoft.com/office/officeart/2018/2/layout/IconVerticalSolidList"/>
    <dgm:cxn modelId="{D233C82A-5892-4DAA-BF57-552B2F60DC0D}" srcId="{8436B499-95A9-47B9-B43A-6B3024732616}" destId="{E699DDFF-51F1-48E5-933E-049E1BEF5CA4}" srcOrd="1" destOrd="0" parTransId="{5D41F356-976C-4885-863B-DD41430A2737}" sibTransId="{CFEF538F-BD94-404D-A3F4-03FB91897379}"/>
    <dgm:cxn modelId="{6445F134-ABC2-46A4-9475-BAC68B6A6C76}" type="presOf" srcId="{D81CC0D1-CA07-4714-98CB-0483926CAC76}" destId="{58D6CEE6-E34F-49FA-99C4-2DEE2D031A1D}" srcOrd="0" destOrd="0" presId="urn:microsoft.com/office/officeart/2018/2/layout/IconVerticalSolidList"/>
    <dgm:cxn modelId="{2D22483C-15BD-42FF-90D4-FDCDB8FE92D3}" type="presOf" srcId="{E699DDFF-51F1-48E5-933E-049E1BEF5CA4}" destId="{188D5EFE-17B6-42A6-AEDE-ED1F21D0CA39}" srcOrd="0" destOrd="0" presId="urn:microsoft.com/office/officeart/2018/2/layout/IconVerticalSolidList"/>
    <dgm:cxn modelId="{5300BF6F-BBAC-4266-854D-1BCBB388834C}" srcId="{8436B499-95A9-47B9-B43A-6B3024732616}" destId="{D81CC0D1-CA07-4714-98CB-0483926CAC76}" srcOrd="2" destOrd="0" parTransId="{EA04DB2C-E95C-476E-89AB-AA3BD82B234D}" sibTransId="{6AF1BC9D-C620-423A-B547-A19B58BDAB68}"/>
    <dgm:cxn modelId="{8B808CAE-3DF0-4B54-B1A5-3320B8BCDFC2}" type="presOf" srcId="{E459E3B3-9C5B-476C-B007-97B5760AE798}" destId="{EF6441AF-BC86-4141-AA48-B6D979E99898}" srcOrd="0" destOrd="0" presId="urn:microsoft.com/office/officeart/2018/2/layout/IconVerticalSolidList"/>
    <dgm:cxn modelId="{AB695AF2-A6E3-4AB1-8EB6-054F7FB4F153}" srcId="{8436B499-95A9-47B9-B43A-6B3024732616}" destId="{E459E3B3-9C5B-476C-B007-97B5760AE798}" srcOrd="0" destOrd="0" parTransId="{5697952D-A49D-4A43-BEEF-3F9CBBCB2EBA}" sibTransId="{72D616AA-967A-466E-AC47-C1BC98E26A2F}"/>
    <dgm:cxn modelId="{958B30B4-9BAB-4F34-A05D-E1B50B47607C}" type="presParOf" srcId="{981E8266-349F-4577-BAE2-5C0387E0AC53}" destId="{F7810822-DC93-4B09-9DC3-3E2F09343117}" srcOrd="0" destOrd="0" presId="urn:microsoft.com/office/officeart/2018/2/layout/IconVerticalSolidList"/>
    <dgm:cxn modelId="{BD802768-5C2A-418F-AF8A-B5963757A559}" type="presParOf" srcId="{F7810822-DC93-4B09-9DC3-3E2F09343117}" destId="{590557A9-0BA9-4B68-9DD2-6EE952336376}" srcOrd="0" destOrd="0" presId="urn:microsoft.com/office/officeart/2018/2/layout/IconVerticalSolidList"/>
    <dgm:cxn modelId="{2637D79F-0471-4A51-A101-8CE2E32B0E21}" type="presParOf" srcId="{F7810822-DC93-4B09-9DC3-3E2F09343117}" destId="{D65B0ADF-5671-40A1-AA48-6B0F8A2D8B88}" srcOrd="1" destOrd="0" presId="urn:microsoft.com/office/officeart/2018/2/layout/IconVerticalSolidList"/>
    <dgm:cxn modelId="{8B7E1389-2811-4677-8B68-88B64D3226F8}" type="presParOf" srcId="{F7810822-DC93-4B09-9DC3-3E2F09343117}" destId="{5CB553E5-5A6D-4F81-863D-72DCDCB08F4C}" srcOrd="2" destOrd="0" presId="urn:microsoft.com/office/officeart/2018/2/layout/IconVerticalSolidList"/>
    <dgm:cxn modelId="{0541D24D-C83C-4ACC-B31C-93F7B3340766}" type="presParOf" srcId="{F7810822-DC93-4B09-9DC3-3E2F09343117}" destId="{EF6441AF-BC86-4141-AA48-B6D979E99898}" srcOrd="3" destOrd="0" presId="urn:microsoft.com/office/officeart/2018/2/layout/IconVerticalSolidList"/>
    <dgm:cxn modelId="{0A5E16EB-A59C-46DC-B972-2AA5B62210FB}" type="presParOf" srcId="{981E8266-349F-4577-BAE2-5C0387E0AC53}" destId="{259248AB-DC9E-400E-80D0-A00541E2EC6E}" srcOrd="1" destOrd="0" presId="urn:microsoft.com/office/officeart/2018/2/layout/IconVerticalSolidList"/>
    <dgm:cxn modelId="{967C074D-2664-44FE-821A-23C32D46A9FB}" type="presParOf" srcId="{981E8266-349F-4577-BAE2-5C0387E0AC53}" destId="{3A661C2C-76CE-44A7-A4D6-776D97C441E1}" srcOrd="2" destOrd="0" presId="urn:microsoft.com/office/officeart/2018/2/layout/IconVerticalSolidList"/>
    <dgm:cxn modelId="{EC9E6A69-5BDE-49B2-B671-D92555785475}" type="presParOf" srcId="{3A661C2C-76CE-44A7-A4D6-776D97C441E1}" destId="{51644899-F974-42D8-A713-0B27DB4C57BA}" srcOrd="0" destOrd="0" presId="urn:microsoft.com/office/officeart/2018/2/layout/IconVerticalSolidList"/>
    <dgm:cxn modelId="{23CE0320-3194-4278-8A03-8A46DBBACADB}" type="presParOf" srcId="{3A661C2C-76CE-44A7-A4D6-776D97C441E1}" destId="{EACE8AE6-A9B7-4308-862A-D1354B63FA41}" srcOrd="1" destOrd="0" presId="urn:microsoft.com/office/officeart/2018/2/layout/IconVerticalSolidList"/>
    <dgm:cxn modelId="{1B2E9A4B-0710-4E01-A0A4-9CC7294C767E}" type="presParOf" srcId="{3A661C2C-76CE-44A7-A4D6-776D97C441E1}" destId="{256DE576-75B0-4A67-851C-1C4F0C2881AF}" srcOrd="2" destOrd="0" presId="urn:microsoft.com/office/officeart/2018/2/layout/IconVerticalSolidList"/>
    <dgm:cxn modelId="{E5A91946-FCAC-4943-9F17-BB429C6946FC}" type="presParOf" srcId="{3A661C2C-76CE-44A7-A4D6-776D97C441E1}" destId="{188D5EFE-17B6-42A6-AEDE-ED1F21D0CA39}" srcOrd="3" destOrd="0" presId="urn:microsoft.com/office/officeart/2018/2/layout/IconVerticalSolidList"/>
    <dgm:cxn modelId="{456BA90D-1F97-4B88-B568-96A117E124E0}" type="presParOf" srcId="{981E8266-349F-4577-BAE2-5C0387E0AC53}" destId="{ADB5D54C-936F-4521-AB5D-243F0416C391}" srcOrd="3" destOrd="0" presId="urn:microsoft.com/office/officeart/2018/2/layout/IconVerticalSolidList"/>
    <dgm:cxn modelId="{5396B0C0-98AE-4FBC-90DE-B9C8901DC1D9}" type="presParOf" srcId="{981E8266-349F-4577-BAE2-5C0387E0AC53}" destId="{9EAD2D2B-928C-4F52-9F37-218ED39EA0B3}" srcOrd="4" destOrd="0" presId="urn:microsoft.com/office/officeart/2018/2/layout/IconVerticalSolidList"/>
    <dgm:cxn modelId="{F6341A5A-1650-4FE0-B6FB-58B8D48BC7E0}" type="presParOf" srcId="{9EAD2D2B-928C-4F52-9F37-218ED39EA0B3}" destId="{574411E8-4B3F-4FE9-958E-2D9B0579A9C7}" srcOrd="0" destOrd="0" presId="urn:microsoft.com/office/officeart/2018/2/layout/IconVerticalSolidList"/>
    <dgm:cxn modelId="{B5D8354C-4722-477C-88E3-BB396CB87B97}" type="presParOf" srcId="{9EAD2D2B-928C-4F52-9F37-218ED39EA0B3}" destId="{0792372A-53B4-4586-AD83-8626DD7DFA6D}" srcOrd="1" destOrd="0" presId="urn:microsoft.com/office/officeart/2018/2/layout/IconVerticalSolidList"/>
    <dgm:cxn modelId="{38D53640-C401-46AD-80A4-57A71D192454}" type="presParOf" srcId="{9EAD2D2B-928C-4F52-9F37-218ED39EA0B3}" destId="{3D9FC71A-8265-4D0D-919B-21FF6370A03D}" srcOrd="2" destOrd="0" presId="urn:microsoft.com/office/officeart/2018/2/layout/IconVerticalSolidList"/>
    <dgm:cxn modelId="{C1D47619-A0A1-4726-B5A1-E84B6F82113B}" type="presParOf" srcId="{9EAD2D2B-928C-4F52-9F37-218ED39EA0B3}" destId="{58D6CEE6-E34F-49FA-99C4-2DEE2D031A1D}"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90557A9-0BA9-4B68-9DD2-6EE952336376}">
      <dsp:nvSpPr>
        <dsp:cNvPr id="0" name=""/>
        <dsp:cNvSpPr/>
      </dsp:nvSpPr>
      <dsp:spPr>
        <a:xfrm>
          <a:off x="0" y="703"/>
          <a:ext cx="7146925" cy="164515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65B0ADF-5671-40A1-AA48-6B0F8A2D8B88}">
      <dsp:nvSpPr>
        <dsp:cNvPr id="0" name=""/>
        <dsp:cNvSpPr/>
      </dsp:nvSpPr>
      <dsp:spPr>
        <a:xfrm>
          <a:off x="497659" y="370863"/>
          <a:ext cx="904835" cy="90483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F6441AF-BC86-4141-AA48-B6D979E99898}">
      <dsp:nvSpPr>
        <dsp:cNvPr id="0" name=""/>
        <dsp:cNvSpPr/>
      </dsp:nvSpPr>
      <dsp:spPr>
        <a:xfrm>
          <a:off x="1900154" y="703"/>
          <a:ext cx="5246770" cy="16451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4112" tIns="174112" rIns="174112" bIns="174112" numCol="1" spcCol="1270" anchor="ctr" anchorCtr="0">
          <a:noAutofit/>
        </a:bodyPr>
        <a:lstStyle/>
        <a:p>
          <a:pPr marL="0" lvl="0" indent="0" algn="l" defTabSz="800100">
            <a:lnSpc>
              <a:spcPct val="90000"/>
            </a:lnSpc>
            <a:spcBef>
              <a:spcPct val="0"/>
            </a:spcBef>
            <a:spcAft>
              <a:spcPct val="35000"/>
            </a:spcAft>
            <a:buNone/>
          </a:pPr>
          <a:r>
            <a:rPr lang="en-US" sz="1800" kern="1200"/>
            <a:t>Only 20% raw material is converted into final product in leather industry . Using buffing dust will help to reduce the large amount of waste production.</a:t>
          </a:r>
        </a:p>
      </dsp:txBody>
      <dsp:txXfrm>
        <a:off x="1900154" y="703"/>
        <a:ext cx="5246770" cy="1645155"/>
      </dsp:txXfrm>
    </dsp:sp>
    <dsp:sp modelId="{51644899-F974-42D8-A713-0B27DB4C57BA}">
      <dsp:nvSpPr>
        <dsp:cNvPr id="0" name=""/>
        <dsp:cNvSpPr/>
      </dsp:nvSpPr>
      <dsp:spPr>
        <a:xfrm>
          <a:off x="0" y="2057147"/>
          <a:ext cx="7146925" cy="164515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ACE8AE6-A9B7-4308-862A-D1354B63FA41}">
      <dsp:nvSpPr>
        <dsp:cNvPr id="0" name=""/>
        <dsp:cNvSpPr/>
      </dsp:nvSpPr>
      <dsp:spPr>
        <a:xfrm>
          <a:off x="497659" y="2427307"/>
          <a:ext cx="904835" cy="90483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88D5EFE-17B6-42A6-AEDE-ED1F21D0CA39}">
      <dsp:nvSpPr>
        <dsp:cNvPr id="0" name=""/>
        <dsp:cNvSpPr/>
      </dsp:nvSpPr>
      <dsp:spPr>
        <a:xfrm>
          <a:off x="1900154" y="2057147"/>
          <a:ext cx="5246770" cy="16451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4112" tIns="174112" rIns="174112" bIns="174112" numCol="1" spcCol="1270" anchor="ctr" anchorCtr="0">
          <a:noAutofit/>
        </a:bodyPr>
        <a:lstStyle/>
        <a:p>
          <a:pPr marL="0" lvl="0" indent="0" algn="l" defTabSz="800100">
            <a:lnSpc>
              <a:spcPct val="90000"/>
            </a:lnSpc>
            <a:spcBef>
              <a:spcPct val="0"/>
            </a:spcBef>
            <a:spcAft>
              <a:spcPct val="35000"/>
            </a:spcAft>
            <a:buNone/>
          </a:pPr>
          <a:r>
            <a:rPr lang="en-US" sz="1800" kern="1200"/>
            <a:t>Incineration &amp; landfills are mainly used to dispose solid tannery waste which produces oxides of nitrogen &amp; Sulphur. Reducing this waste will decrease the negative effect on living beings.</a:t>
          </a:r>
        </a:p>
      </dsp:txBody>
      <dsp:txXfrm>
        <a:off x="1900154" y="2057147"/>
        <a:ext cx="5246770" cy="1645155"/>
      </dsp:txXfrm>
    </dsp:sp>
    <dsp:sp modelId="{574411E8-4B3F-4FE9-958E-2D9B0579A9C7}">
      <dsp:nvSpPr>
        <dsp:cNvPr id="0" name=""/>
        <dsp:cNvSpPr/>
      </dsp:nvSpPr>
      <dsp:spPr>
        <a:xfrm>
          <a:off x="0" y="4113591"/>
          <a:ext cx="7146925" cy="164515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792372A-53B4-4586-AD83-8626DD7DFA6D}">
      <dsp:nvSpPr>
        <dsp:cNvPr id="0" name=""/>
        <dsp:cNvSpPr/>
      </dsp:nvSpPr>
      <dsp:spPr>
        <a:xfrm>
          <a:off x="497659" y="4483751"/>
          <a:ext cx="904835" cy="904835"/>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8D6CEE6-E34F-49FA-99C4-2DEE2D031A1D}">
      <dsp:nvSpPr>
        <dsp:cNvPr id="0" name=""/>
        <dsp:cNvSpPr/>
      </dsp:nvSpPr>
      <dsp:spPr>
        <a:xfrm>
          <a:off x="1900154" y="4113591"/>
          <a:ext cx="5246770" cy="16451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4112" tIns="174112" rIns="174112" bIns="174112" numCol="1" spcCol="1270" anchor="ctr" anchorCtr="0">
          <a:noAutofit/>
        </a:bodyPr>
        <a:lstStyle/>
        <a:p>
          <a:pPr marL="0" lvl="0" indent="0" algn="l" defTabSz="800100">
            <a:lnSpc>
              <a:spcPct val="90000"/>
            </a:lnSpc>
            <a:spcBef>
              <a:spcPct val="0"/>
            </a:spcBef>
            <a:spcAft>
              <a:spcPct val="35000"/>
            </a:spcAft>
            <a:buNone/>
          </a:pPr>
          <a:r>
            <a:rPr lang="en-US" sz="1800" kern="1200"/>
            <a:t>Recycling buffing dust will aid in preventing soil and water pollution due to the leaching of hazardous chemicals.</a:t>
          </a:r>
        </a:p>
      </dsp:txBody>
      <dsp:txXfrm>
        <a:off x="1900154" y="4113591"/>
        <a:ext cx="5246770" cy="1645155"/>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BF4E480B-94D6-46F9-A2B6-B98D311FDC19}"/>
              </a:ext>
            </a:extLst>
          </p:cNvPr>
          <p:cNvGrpSpPr/>
          <p:nvPr/>
        </p:nvGrpSpPr>
        <p:grpSpPr>
          <a:xfrm>
            <a:off x="0" y="0"/>
            <a:ext cx="12191999" cy="6861600"/>
            <a:chOff x="1" y="0"/>
            <a:chExt cx="12191999" cy="6861600"/>
          </a:xfrm>
        </p:grpSpPr>
        <p:sp>
          <p:nvSpPr>
            <p:cNvPr id="10" name="Rectangle 9">
              <a:extLst>
                <a:ext uri="{FF2B5EF4-FFF2-40B4-BE49-F238E27FC236}">
                  <a16:creationId xmlns:a16="http://schemas.microsoft.com/office/drawing/2014/main" id="{07183CDE-91A1-40C3-8E80-66F89E1C2D53}"/>
                </a:ext>
              </a:extLst>
            </p:cNvPr>
            <p:cNvSpPr>
              <a:spLocks noChangeAspect="1"/>
            </p:cNvSpPr>
            <p:nvPr/>
          </p:nvSpPr>
          <p:spPr>
            <a:xfrm rot="16200000">
              <a:off x="1" y="1640114"/>
              <a:ext cx="5217886" cy="5217886"/>
            </a:xfrm>
            <a:prstGeom prst="rect">
              <a:avLst/>
            </a:prstGeom>
            <a:gradFill flip="none" rotWithShape="1">
              <a:gsLst>
                <a:gs pos="0">
                  <a:schemeClr val="accent2">
                    <a:alpha val="60000"/>
                  </a:schemeClr>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1" name="Oval 10">
              <a:extLst>
                <a:ext uri="{FF2B5EF4-FFF2-40B4-BE49-F238E27FC236}">
                  <a16:creationId xmlns:a16="http://schemas.microsoft.com/office/drawing/2014/main" id="{A6756515-F9AA-46BD-8DD2-AA15BA492AC0}"/>
                </a:ext>
              </a:extLst>
            </p:cNvPr>
            <p:cNvSpPr>
              <a:spLocks noChangeAspect="1"/>
            </p:cNvSpPr>
            <p:nvPr/>
          </p:nvSpPr>
          <p:spPr>
            <a:xfrm>
              <a:off x="6384514" y="0"/>
              <a:ext cx="4320000" cy="4320000"/>
            </a:xfrm>
            <a:prstGeom prst="ellipse">
              <a:avLst/>
            </a:prstGeom>
            <a:solidFill>
              <a:schemeClr val="accent3">
                <a:alpha val="96000"/>
              </a:schemeClr>
            </a:solidFill>
            <a:ln>
              <a:noFill/>
            </a:ln>
            <a:effectLst>
              <a:softEdge rad="1016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2" name="Oval 11">
              <a:extLst>
                <a:ext uri="{FF2B5EF4-FFF2-40B4-BE49-F238E27FC236}">
                  <a16:creationId xmlns:a16="http://schemas.microsoft.com/office/drawing/2014/main" id="{ABA365E2-8B71-408B-9092-0104216AC7AC}"/>
                </a:ext>
              </a:extLst>
            </p:cNvPr>
            <p:cNvSpPr>
              <a:spLocks noChangeAspect="1"/>
            </p:cNvSpPr>
            <p:nvPr/>
          </p:nvSpPr>
          <p:spPr>
            <a:xfrm>
              <a:off x="6119057" y="1230054"/>
              <a:ext cx="5506886" cy="5506886"/>
            </a:xfrm>
            <a:prstGeom prst="ellipse">
              <a:avLst/>
            </a:prstGeom>
            <a:solidFill>
              <a:schemeClr val="accent2">
                <a:alpha val="6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grpSp>
          <p:nvGrpSpPr>
            <p:cNvPr id="13" name="Group 12">
              <a:extLst>
                <a:ext uri="{FF2B5EF4-FFF2-40B4-BE49-F238E27FC236}">
                  <a16:creationId xmlns:a16="http://schemas.microsoft.com/office/drawing/2014/main" id="{BEDB8D7A-1BF6-4CDB-B93A-7736955F5043}"/>
                </a:ext>
              </a:extLst>
            </p:cNvPr>
            <p:cNvGrpSpPr>
              <a:grpSpLocks noChangeAspect="1"/>
            </p:cNvGrpSpPr>
            <p:nvPr/>
          </p:nvGrpSpPr>
          <p:grpSpPr>
            <a:xfrm>
              <a:off x="690092" y="0"/>
              <a:ext cx="10800000" cy="6858000"/>
              <a:chOff x="2328000" y="0"/>
              <a:chExt cx="2880000" cy="1440000"/>
            </a:xfrm>
          </p:grpSpPr>
          <p:sp>
            <p:nvSpPr>
              <p:cNvPr id="18" name="Rectangle 17">
                <a:extLst>
                  <a:ext uri="{FF2B5EF4-FFF2-40B4-BE49-F238E27FC236}">
                    <a16:creationId xmlns:a16="http://schemas.microsoft.com/office/drawing/2014/main" id="{5AACD774-5167-46C7-8A62-6E2FE4BE9469}"/>
                  </a:ext>
                </a:extLst>
              </p:cNvPr>
              <p:cNvSpPr/>
              <p:nvPr/>
            </p:nvSpPr>
            <p:spPr>
              <a:xfrm>
                <a:off x="376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9" name="Rectangle 18">
                <a:extLst>
                  <a:ext uri="{FF2B5EF4-FFF2-40B4-BE49-F238E27FC236}">
                    <a16:creationId xmlns:a16="http://schemas.microsoft.com/office/drawing/2014/main" id="{06E0F2D8-452E-48F9-9912-C47EAEAE1802}"/>
                  </a:ext>
                </a:extLst>
              </p:cNvPr>
              <p:cNvSpPr/>
              <p:nvPr/>
            </p:nvSpPr>
            <p:spPr>
              <a:xfrm flipH="1">
                <a:off x="232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grpSp>
          <p:nvGrpSpPr>
            <p:cNvPr id="14" name="Group 13">
              <a:extLst>
                <a:ext uri="{FF2B5EF4-FFF2-40B4-BE49-F238E27FC236}">
                  <a16:creationId xmlns:a16="http://schemas.microsoft.com/office/drawing/2014/main" id="{91FBBF95-430B-427C-A6E8-DB899217FC00}"/>
                </a:ext>
              </a:extLst>
            </p:cNvPr>
            <p:cNvGrpSpPr>
              <a:grpSpLocks noChangeAspect="1"/>
            </p:cNvGrpSpPr>
            <p:nvPr/>
          </p:nvGrpSpPr>
          <p:grpSpPr>
            <a:xfrm rot="5400000">
              <a:off x="7048499" y="1714500"/>
              <a:ext cx="6858000" cy="3429000"/>
              <a:chOff x="0" y="0"/>
              <a:chExt cx="2880000" cy="1440000"/>
            </a:xfrm>
          </p:grpSpPr>
          <p:sp>
            <p:nvSpPr>
              <p:cNvPr id="16" name="Rectangle 15">
                <a:extLst>
                  <a:ext uri="{FF2B5EF4-FFF2-40B4-BE49-F238E27FC236}">
                    <a16:creationId xmlns:a16="http://schemas.microsoft.com/office/drawing/2014/main" id="{BEE64698-3ED2-4395-B7FC-65248E437E0A}"/>
                  </a:ext>
                </a:extLst>
              </p:cNvPr>
              <p:cNvSpPr/>
              <p:nvPr/>
            </p:nvSpPr>
            <p:spPr>
              <a:xfrm>
                <a:off x="144000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7" name="Rectangle 16">
                <a:extLst>
                  <a:ext uri="{FF2B5EF4-FFF2-40B4-BE49-F238E27FC236}">
                    <a16:creationId xmlns:a16="http://schemas.microsoft.com/office/drawing/2014/main" id="{FE20B1E1-CE09-4C2A-A3FB-DB8026C54E98}"/>
                  </a:ext>
                </a:extLst>
              </p:cNvPr>
              <p:cNvSpPr/>
              <p:nvPr/>
            </p:nvSpPr>
            <p:spPr>
              <a:xfrm flipH="1">
                <a:off x="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sp>
          <p:nvSpPr>
            <p:cNvPr id="15" name="Rectangle 14">
              <a:extLst>
                <a:ext uri="{FF2B5EF4-FFF2-40B4-BE49-F238E27FC236}">
                  <a16:creationId xmlns:a16="http://schemas.microsoft.com/office/drawing/2014/main" id="{0CB2405B-A907-48B3-906A-FB3573C0B282}"/>
                </a:ext>
              </a:extLst>
            </p:cNvPr>
            <p:cNvSpPr>
              <a:spLocks noChangeAspect="1"/>
            </p:cNvSpPr>
            <p:nvPr/>
          </p:nvSpPr>
          <p:spPr>
            <a:xfrm rot="10800000">
              <a:off x="5602287" y="271887"/>
              <a:ext cx="6589713" cy="6589713"/>
            </a:xfrm>
            <a:prstGeom prst="rect">
              <a:avLst/>
            </a:prstGeom>
            <a:gradFill flip="none" rotWithShape="1">
              <a:gsLst>
                <a:gs pos="0">
                  <a:schemeClr val="accent3"/>
                </a:gs>
                <a:gs pos="60000">
                  <a:schemeClr val="accent3">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sp>
        <p:nvSpPr>
          <p:cNvPr id="20" name="Rectangle 19">
            <a:extLst>
              <a:ext uri="{FF2B5EF4-FFF2-40B4-BE49-F238E27FC236}">
                <a16:creationId xmlns:a16="http://schemas.microsoft.com/office/drawing/2014/main" id="{6DC8E2D9-6729-4614-8667-C1016D3182E4}"/>
              </a:ext>
            </a:extLst>
          </p:cNvPr>
          <p:cNvSpPr/>
          <p:nvPr/>
        </p:nvSpPr>
        <p:spPr>
          <a:xfrm>
            <a:off x="0" y="0"/>
            <a:ext cx="12192000" cy="6858000"/>
          </a:xfrm>
          <a:prstGeom prst="rect">
            <a:avLst/>
          </a:prstGeom>
          <a:solidFill>
            <a:schemeClr val="bg2">
              <a:alpha val="4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sp>
        <p:nvSpPr>
          <p:cNvPr id="2" name="Title 1">
            <a:extLst>
              <a:ext uri="{FF2B5EF4-FFF2-40B4-BE49-F238E27FC236}">
                <a16:creationId xmlns:a16="http://schemas.microsoft.com/office/drawing/2014/main" id="{85CEEBB1-1A1F-4A2C-B805-719CF98F68AB}"/>
              </a:ext>
            </a:extLst>
          </p:cNvPr>
          <p:cNvSpPr>
            <a:spLocks noGrp="1"/>
          </p:cNvSpPr>
          <p:nvPr>
            <p:ph type="ctrTitle"/>
          </p:nvPr>
        </p:nvSpPr>
        <p:spPr>
          <a:xfrm>
            <a:off x="540000" y="540000"/>
            <a:ext cx="11090273" cy="3798000"/>
          </a:xfrm>
        </p:spPr>
        <p:txBody>
          <a:bodyPr anchor="b"/>
          <a:lstStyle>
            <a:lvl1pPr algn="l">
              <a:defRPr sz="88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3D6CC87B-ED2D-4303-BD40-E7AF14C03EF1}"/>
              </a:ext>
            </a:extLst>
          </p:cNvPr>
          <p:cNvSpPr>
            <a:spLocks noGrp="1"/>
          </p:cNvSpPr>
          <p:nvPr>
            <p:ph type="subTitle" idx="1"/>
          </p:nvPr>
        </p:nvSpPr>
        <p:spPr>
          <a:xfrm>
            <a:off x="540000" y="4508500"/>
            <a:ext cx="7345362" cy="1800224"/>
          </a:xfrm>
        </p:spPr>
        <p:txBody>
          <a:bodyPr/>
          <a:lstStyle>
            <a:lvl1pPr marL="0" indent="0" algn="l">
              <a:buNone/>
              <a:defRPr sz="1600" cap="all" spc="3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D5D880B4-5679-491C-963F-EC47B048C559}"/>
              </a:ext>
            </a:extLst>
          </p:cNvPr>
          <p:cNvSpPr>
            <a:spLocks noGrp="1"/>
          </p:cNvSpPr>
          <p:nvPr>
            <p:ph type="dt" sz="half" idx="10"/>
          </p:nvPr>
        </p:nvSpPr>
        <p:spPr/>
        <p:txBody>
          <a:bodyPr/>
          <a:lstStyle/>
          <a:p>
            <a:fld id="{7CF0BCE0-945C-4FDF-95A1-2149B1FF5B83}" type="datetimeFigureOut">
              <a:rPr lang="en-US" smtClean="0"/>
              <a:t>12/18/2023</a:t>
            </a:fld>
            <a:endParaRPr lang="en-US"/>
          </a:p>
        </p:txBody>
      </p:sp>
      <p:sp>
        <p:nvSpPr>
          <p:cNvPr id="5" name="Footer Placeholder 4">
            <a:extLst>
              <a:ext uri="{FF2B5EF4-FFF2-40B4-BE49-F238E27FC236}">
                <a16:creationId xmlns:a16="http://schemas.microsoft.com/office/drawing/2014/main" id="{01865D6D-3F98-4BE8-A069-B9640990280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A0CD51D-8E06-4959-88C9-647415079FC1}"/>
              </a:ext>
            </a:extLst>
          </p:cNvPr>
          <p:cNvSpPr>
            <a:spLocks noGrp="1"/>
          </p:cNvSpPr>
          <p:nvPr>
            <p:ph type="sldNum" sz="quarter" idx="12"/>
          </p:nvPr>
        </p:nvSpPr>
        <p:spPr/>
        <p:txBody>
          <a:bodyPr/>
          <a:lstStyle/>
          <a:p>
            <a:fld id="{4CD77608-3819-479B-BB98-C216BA724EFE}" type="slidenum">
              <a:rPr lang="en-US" smtClean="0"/>
              <a:t>‹#›</a:t>
            </a:fld>
            <a:endParaRPr lang="en-US"/>
          </a:p>
        </p:txBody>
      </p:sp>
    </p:spTree>
    <p:extLst>
      <p:ext uri="{BB962C8B-B14F-4D97-AF65-F5344CB8AC3E}">
        <p14:creationId xmlns:p14="http://schemas.microsoft.com/office/powerpoint/2010/main" val="25637678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grpSp>
        <p:nvGrpSpPr>
          <p:cNvPr id="31" name="Group 30">
            <a:extLst>
              <a:ext uri="{FF2B5EF4-FFF2-40B4-BE49-F238E27FC236}">
                <a16:creationId xmlns:a16="http://schemas.microsoft.com/office/drawing/2014/main" id="{67416F32-9D98-4340-82E8-E90CE00AD2AC}"/>
              </a:ext>
            </a:extLst>
          </p:cNvPr>
          <p:cNvGrpSpPr/>
          <p:nvPr/>
        </p:nvGrpSpPr>
        <p:grpSpPr>
          <a:xfrm flipV="1">
            <a:off x="0" y="-1"/>
            <a:ext cx="12191999" cy="6861601"/>
            <a:chOff x="0" y="-1"/>
            <a:chExt cx="12191999" cy="6861601"/>
          </a:xfrm>
        </p:grpSpPr>
        <p:sp>
          <p:nvSpPr>
            <p:cNvPr id="20" name="Rectangle 19">
              <a:extLst>
                <a:ext uri="{FF2B5EF4-FFF2-40B4-BE49-F238E27FC236}">
                  <a16:creationId xmlns:a16="http://schemas.microsoft.com/office/drawing/2014/main" id="{66375AB4-82BB-418F-A50F-6180F68724A4}"/>
                </a:ext>
              </a:extLst>
            </p:cNvPr>
            <p:cNvSpPr>
              <a:spLocks noChangeAspect="1"/>
            </p:cNvSpPr>
            <p:nvPr/>
          </p:nvSpPr>
          <p:spPr>
            <a:xfrm>
              <a:off x="0" y="0"/>
              <a:ext cx="5217886" cy="5217886"/>
            </a:xfrm>
            <a:prstGeom prst="rect">
              <a:avLst/>
            </a:prstGeom>
            <a:gradFill flip="none" rotWithShape="1">
              <a:gsLst>
                <a:gs pos="0">
                  <a:schemeClr val="accent2">
                    <a:alpha val="60000"/>
                  </a:schemeClr>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21" name="Oval 20">
              <a:extLst>
                <a:ext uri="{FF2B5EF4-FFF2-40B4-BE49-F238E27FC236}">
                  <a16:creationId xmlns:a16="http://schemas.microsoft.com/office/drawing/2014/main" id="{3FDD54B2-4A3F-4BFE-8FF0-82CA73F4AE8F}"/>
                </a:ext>
              </a:extLst>
            </p:cNvPr>
            <p:cNvSpPr>
              <a:spLocks noChangeAspect="1"/>
            </p:cNvSpPr>
            <p:nvPr/>
          </p:nvSpPr>
          <p:spPr>
            <a:xfrm>
              <a:off x="5750280" y="2148106"/>
              <a:ext cx="4320000" cy="4320000"/>
            </a:xfrm>
            <a:prstGeom prst="ellipse">
              <a:avLst/>
            </a:prstGeom>
            <a:solidFill>
              <a:schemeClr val="accent3">
                <a:alpha val="60000"/>
              </a:schemeClr>
            </a:solidFill>
            <a:ln>
              <a:noFill/>
            </a:ln>
            <a:effectLst>
              <a:softEdge rad="1016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22" name="Oval 21">
              <a:extLst>
                <a:ext uri="{FF2B5EF4-FFF2-40B4-BE49-F238E27FC236}">
                  <a16:creationId xmlns:a16="http://schemas.microsoft.com/office/drawing/2014/main" id="{30876F96-77AB-4E72-B1D2-FA45F4E3C04D}"/>
                </a:ext>
              </a:extLst>
            </p:cNvPr>
            <p:cNvSpPr>
              <a:spLocks noChangeAspect="1"/>
            </p:cNvSpPr>
            <p:nvPr/>
          </p:nvSpPr>
          <p:spPr>
            <a:xfrm>
              <a:off x="0" y="0"/>
              <a:ext cx="6347046" cy="6347046"/>
            </a:xfrm>
            <a:prstGeom prst="ellipse">
              <a:avLst/>
            </a:prstGeom>
            <a:solidFill>
              <a:schemeClr val="accent3">
                <a:alpha val="2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grpSp>
          <p:nvGrpSpPr>
            <p:cNvPr id="23" name="Group 22">
              <a:extLst>
                <a:ext uri="{FF2B5EF4-FFF2-40B4-BE49-F238E27FC236}">
                  <a16:creationId xmlns:a16="http://schemas.microsoft.com/office/drawing/2014/main" id="{BB08A2E9-6518-449E-940B-8518A1D850BB}"/>
                </a:ext>
              </a:extLst>
            </p:cNvPr>
            <p:cNvGrpSpPr>
              <a:grpSpLocks noChangeAspect="1"/>
            </p:cNvGrpSpPr>
            <p:nvPr/>
          </p:nvGrpSpPr>
          <p:grpSpPr>
            <a:xfrm rot="10800000">
              <a:off x="0" y="-1"/>
              <a:ext cx="10800000" cy="6858000"/>
              <a:chOff x="2328000" y="0"/>
              <a:chExt cx="2880000" cy="1440000"/>
            </a:xfrm>
          </p:grpSpPr>
          <p:sp>
            <p:nvSpPr>
              <p:cNvPr id="28" name="Rectangle 27">
                <a:extLst>
                  <a:ext uri="{FF2B5EF4-FFF2-40B4-BE49-F238E27FC236}">
                    <a16:creationId xmlns:a16="http://schemas.microsoft.com/office/drawing/2014/main" id="{60A86BE0-76B3-4EA0-BA2D-05266013A814}"/>
                  </a:ext>
                </a:extLst>
              </p:cNvPr>
              <p:cNvSpPr/>
              <p:nvPr/>
            </p:nvSpPr>
            <p:spPr>
              <a:xfrm>
                <a:off x="376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29" name="Rectangle 28">
                <a:extLst>
                  <a:ext uri="{FF2B5EF4-FFF2-40B4-BE49-F238E27FC236}">
                    <a16:creationId xmlns:a16="http://schemas.microsoft.com/office/drawing/2014/main" id="{6BA13564-810C-4398-AA63-67B020811FCB}"/>
                  </a:ext>
                </a:extLst>
              </p:cNvPr>
              <p:cNvSpPr/>
              <p:nvPr/>
            </p:nvSpPr>
            <p:spPr>
              <a:xfrm flipH="1">
                <a:off x="232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sp>
          <p:nvSpPr>
            <p:cNvPr id="25" name="Rectangle 24">
              <a:extLst>
                <a:ext uri="{FF2B5EF4-FFF2-40B4-BE49-F238E27FC236}">
                  <a16:creationId xmlns:a16="http://schemas.microsoft.com/office/drawing/2014/main" id="{3555E1EF-6216-47FA-BBCA-7C0C8C2DAB8C}"/>
                </a:ext>
              </a:extLst>
            </p:cNvPr>
            <p:cNvSpPr>
              <a:spLocks noChangeAspect="1"/>
            </p:cNvSpPr>
            <p:nvPr/>
          </p:nvSpPr>
          <p:spPr>
            <a:xfrm rot="10800000">
              <a:off x="5602286" y="271887"/>
              <a:ext cx="6589713" cy="6589713"/>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sp>
        <p:nvSpPr>
          <p:cNvPr id="32" name="Rectangle 31">
            <a:extLst>
              <a:ext uri="{FF2B5EF4-FFF2-40B4-BE49-F238E27FC236}">
                <a16:creationId xmlns:a16="http://schemas.microsoft.com/office/drawing/2014/main" id="{D8D85657-6A77-4466-887F-EE948B9CD2B2}"/>
              </a:ext>
            </a:extLst>
          </p:cNvPr>
          <p:cNvSpPr/>
          <p:nvPr/>
        </p:nvSpPr>
        <p:spPr>
          <a:xfrm>
            <a:off x="0" y="0"/>
            <a:ext cx="12192000" cy="6858000"/>
          </a:xfrm>
          <a:prstGeom prst="rect">
            <a:avLst/>
          </a:prstGeom>
          <a:solidFill>
            <a:schemeClr val="bg2">
              <a:alpha val="4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sp>
        <p:nvSpPr>
          <p:cNvPr id="2" name="Title 1">
            <a:extLst>
              <a:ext uri="{FF2B5EF4-FFF2-40B4-BE49-F238E27FC236}">
                <a16:creationId xmlns:a16="http://schemas.microsoft.com/office/drawing/2014/main" id="{C5D35498-B0C3-40BD-9407-6D0C0587E52D}"/>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3492F85E-0893-4D8C-816A-5193CC6DC9C0}"/>
              </a:ext>
            </a:extLst>
          </p:cNvPr>
          <p:cNvSpPr>
            <a:spLocks noGrp="1"/>
          </p:cNvSpPr>
          <p:nvPr>
            <p:ph idx="1"/>
          </p:nvPr>
        </p:nvSpPr>
        <p:spPr/>
        <p:txBody>
          <a:bodyPr/>
          <a:lstStyle>
            <a:lvl1pPr marL="270000">
              <a:defRPr/>
            </a:lvl1pPr>
            <a:lvl2pPr>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D5D46A9C-9655-49F5-85B3-A8A37F4F5A8F}"/>
              </a:ext>
            </a:extLst>
          </p:cNvPr>
          <p:cNvSpPr>
            <a:spLocks noGrp="1"/>
          </p:cNvSpPr>
          <p:nvPr>
            <p:ph type="dt" sz="half" idx="10"/>
          </p:nvPr>
        </p:nvSpPr>
        <p:spPr/>
        <p:txBody>
          <a:bodyPr/>
          <a:lstStyle/>
          <a:p>
            <a:fld id="{7CF0BCE0-945C-4FDF-95A1-2149B1FF5B83}" type="datetimeFigureOut">
              <a:rPr lang="en-US" smtClean="0"/>
              <a:t>12/18/2023</a:t>
            </a:fld>
            <a:endParaRPr lang="en-US"/>
          </a:p>
        </p:txBody>
      </p:sp>
      <p:sp>
        <p:nvSpPr>
          <p:cNvPr id="5" name="Footer Placeholder 4">
            <a:extLst>
              <a:ext uri="{FF2B5EF4-FFF2-40B4-BE49-F238E27FC236}">
                <a16:creationId xmlns:a16="http://schemas.microsoft.com/office/drawing/2014/main" id="{72EF896C-71D7-487F-A1B9-CBBE6DF4D62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F8228E8-7B8A-4153-BEB2-BD5A69F25131}"/>
              </a:ext>
            </a:extLst>
          </p:cNvPr>
          <p:cNvSpPr>
            <a:spLocks noGrp="1"/>
          </p:cNvSpPr>
          <p:nvPr>
            <p:ph type="sldNum" sz="quarter" idx="12"/>
          </p:nvPr>
        </p:nvSpPr>
        <p:spPr/>
        <p:txBody>
          <a:bodyPr/>
          <a:lstStyle/>
          <a:p>
            <a:fld id="{4CD77608-3819-479B-BB98-C216BA724EFE}" type="slidenum">
              <a:rPr lang="en-US" smtClean="0"/>
              <a:t>‹#›</a:t>
            </a:fld>
            <a:endParaRPr lang="en-US"/>
          </a:p>
        </p:txBody>
      </p:sp>
    </p:spTree>
    <p:extLst>
      <p:ext uri="{BB962C8B-B14F-4D97-AF65-F5344CB8AC3E}">
        <p14:creationId xmlns:p14="http://schemas.microsoft.com/office/powerpoint/2010/main" val="12724993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1E54407D-DBA4-414C-ACA5-30D7B87C652B}"/>
              </a:ext>
            </a:extLst>
          </p:cNvPr>
          <p:cNvGrpSpPr/>
          <p:nvPr/>
        </p:nvGrpSpPr>
        <p:grpSpPr>
          <a:xfrm>
            <a:off x="0" y="0"/>
            <a:ext cx="12192000" cy="6858000"/>
            <a:chOff x="0" y="0"/>
            <a:chExt cx="12192000" cy="6858000"/>
          </a:xfrm>
        </p:grpSpPr>
        <p:sp>
          <p:nvSpPr>
            <p:cNvPr id="7" name="Rectangle 6">
              <a:extLst>
                <a:ext uri="{FF2B5EF4-FFF2-40B4-BE49-F238E27FC236}">
                  <a16:creationId xmlns:a16="http://schemas.microsoft.com/office/drawing/2014/main" id="{6BD518BC-8E44-4DAA-A8B9-2CFBD91DCDCD}"/>
                </a:ext>
              </a:extLst>
            </p:cNvPr>
            <p:cNvSpPr/>
            <p:nvPr/>
          </p:nvSpPr>
          <p:spPr>
            <a:xfrm rot="10800000" flipH="1">
              <a:off x="0" y="2019649"/>
              <a:ext cx="4838350" cy="483835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967C3660-39CD-431D-8E64-37508FFEAC96}"/>
                </a:ext>
              </a:extLst>
            </p:cNvPr>
            <p:cNvGrpSpPr>
              <a:grpSpLocks noChangeAspect="1"/>
            </p:cNvGrpSpPr>
            <p:nvPr/>
          </p:nvGrpSpPr>
          <p:grpSpPr>
            <a:xfrm>
              <a:off x="5603875" y="0"/>
              <a:ext cx="6521820" cy="3260910"/>
              <a:chOff x="0" y="0"/>
              <a:chExt cx="2880000" cy="1440000"/>
            </a:xfrm>
          </p:grpSpPr>
          <p:sp>
            <p:nvSpPr>
              <p:cNvPr id="9" name="Rectangle 8">
                <a:extLst>
                  <a:ext uri="{FF2B5EF4-FFF2-40B4-BE49-F238E27FC236}">
                    <a16:creationId xmlns:a16="http://schemas.microsoft.com/office/drawing/2014/main" id="{C4CCE569-E461-438A-A235-B96A542AF82F}"/>
                  </a:ext>
                </a:extLst>
              </p:cNvPr>
              <p:cNvSpPr/>
              <p:nvPr/>
            </p:nvSpPr>
            <p:spPr>
              <a:xfrm>
                <a:off x="144000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73F9DF1F-1F74-476C-AD41-22AC3F8A65A0}"/>
                  </a:ext>
                </a:extLst>
              </p:cNvPr>
              <p:cNvSpPr/>
              <p:nvPr/>
            </p:nvSpPr>
            <p:spPr>
              <a:xfrm flipH="1">
                <a:off x="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1" name="Rectangle 10">
              <a:extLst>
                <a:ext uri="{FF2B5EF4-FFF2-40B4-BE49-F238E27FC236}">
                  <a16:creationId xmlns:a16="http://schemas.microsoft.com/office/drawing/2014/main" id="{EBE49ED5-9713-43D1-AE9E-3F9FE5574077}"/>
                </a:ext>
              </a:extLst>
            </p:cNvPr>
            <p:cNvSpPr>
              <a:spLocks noChangeAspect="1"/>
            </p:cNvSpPr>
            <p:nvPr/>
          </p:nvSpPr>
          <p:spPr>
            <a:xfrm rot="5400000">
              <a:off x="5334000" y="0"/>
              <a:ext cx="6858000" cy="6858000"/>
            </a:xfrm>
            <a:prstGeom prst="rect">
              <a:avLst/>
            </a:prstGeom>
            <a:gradFill flip="none" rotWithShape="1">
              <a:gsLst>
                <a:gs pos="0">
                  <a:schemeClr val="accent3">
                    <a:alpha val="60000"/>
                  </a:schemeClr>
                </a:gs>
                <a:gs pos="60000">
                  <a:schemeClr val="accent3">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D21A2854-1482-4441-85EA-D7B9F3EF56D2}"/>
                </a:ext>
              </a:extLst>
            </p:cNvPr>
            <p:cNvSpPr>
              <a:spLocks noChangeAspect="1"/>
            </p:cNvSpPr>
            <p:nvPr/>
          </p:nvSpPr>
          <p:spPr>
            <a:xfrm>
              <a:off x="494887" y="2538000"/>
              <a:ext cx="4320000" cy="4320000"/>
            </a:xfrm>
            <a:prstGeom prst="ellipse">
              <a:avLst/>
            </a:prstGeom>
            <a:solidFill>
              <a:schemeClr val="accent2">
                <a:alpha val="20000"/>
              </a:schemeClr>
            </a:solidFill>
            <a:ln>
              <a:noFill/>
            </a:ln>
            <a:effectLst>
              <a:softEdge rad="1016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FED36A6D-894D-44DA-851C-345A414F3F68}"/>
              </a:ext>
            </a:extLst>
          </p:cNvPr>
          <p:cNvSpPr/>
          <p:nvPr/>
        </p:nvSpPr>
        <p:spPr>
          <a:xfrm>
            <a:off x="0" y="0"/>
            <a:ext cx="12192000" cy="6858000"/>
          </a:xfrm>
          <a:prstGeom prst="rect">
            <a:avLst/>
          </a:prstGeom>
          <a:solidFill>
            <a:schemeClr val="bg2">
              <a:alpha val="4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sp>
        <p:nvSpPr>
          <p:cNvPr id="2" name="Title 1">
            <a:extLst>
              <a:ext uri="{FF2B5EF4-FFF2-40B4-BE49-F238E27FC236}">
                <a16:creationId xmlns:a16="http://schemas.microsoft.com/office/drawing/2014/main" id="{9D36F1DF-CD42-4695-A7D0-2F5B193057E9}"/>
              </a:ext>
            </a:extLst>
          </p:cNvPr>
          <p:cNvSpPr>
            <a:spLocks noGrp="1"/>
          </p:cNvSpPr>
          <p:nvPr>
            <p:ph type="title"/>
          </p:nvPr>
        </p:nvSpPr>
        <p:spPr>
          <a:xfrm>
            <a:off x="540000" y="540000"/>
            <a:ext cx="7345362" cy="5768725"/>
          </a:xfrm>
        </p:spPr>
        <p:txBody>
          <a:bodyPr anchor="t"/>
          <a:lstStyle>
            <a:lvl1pPr>
              <a:defRPr sz="88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FA549160-0F86-4FCA-8718-6980E99C7938}"/>
              </a:ext>
            </a:extLst>
          </p:cNvPr>
          <p:cNvSpPr>
            <a:spLocks noGrp="1"/>
          </p:cNvSpPr>
          <p:nvPr>
            <p:ph type="body" idx="1"/>
          </p:nvPr>
        </p:nvSpPr>
        <p:spPr>
          <a:xfrm>
            <a:off x="8075612" y="540000"/>
            <a:ext cx="3565523" cy="5768725"/>
          </a:xfrm>
        </p:spPr>
        <p:txBody>
          <a:bodyPr anchor="t"/>
          <a:lstStyle>
            <a:lvl1pPr marL="0" indent="0">
              <a:buNone/>
              <a:defRPr sz="1800" cap="all" spc="300" baseline="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B5C6CBB-DABA-4F2E-8574-46747E15EA1A}"/>
              </a:ext>
            </a:extLst>
          </p:cNvPr>
          <p:cNvSpPr>
            <a:spLocks noGrp="1"/>
          </p:cNvSpPr>
          <p:nvPr>
            <p:ph type="dt" sz="half" idx="10"/>
          </p:nvPr>
        </p:nvSpPr>
        <p:spPr/>
        <p:txBody>
          <a:bodyPr/>
          <a:lstStyle/>
          <a:p>
            <a:fld id="{7CF0BCE0-945C-4FDF-95A1-2149B1FF5B83}" type="datetimeFigureOut">
              <a:rPr lang="en-US" smtClean="0"/>
              <a:t>12/18/2023</a:t>
            </a:fld>
            <a:endParaRPr lang="en-US" dirty="0"/>
          </a:p>
        </p:txBody>
      </p:sp>
      <p:sp>
        <p:nvSpPr>
          <p:cNvPr id="5" name="Footer Placeholder 4">
            <a:extLst>
              <a:ext uri="{FF2B5EF4-FFF2-40B4-BE49-F238E27FC236}">
                <a16:creationId xmlns:a16="http://schemas.microsoft.com/office/drawing/2014/main" id="{8FAF86BC-9ECC-439C-BF2E-F0B7EF193B5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3C742552-C4C9-44EE-B7CB-5A652393BA20}"/>
              </a:ext>
            </a:extLst>
          </p:cNvPr>
          <p:cNvSpPr>
            <a:spLocks noGrp="1"/>
          </p:cNvSpPr>
          <p:nvPr>
            <p:ph type="sldNum" sz="quarter" idx="12"/>
          </p:nvPr>
        </p:nvSpPr>
        <p:spPr/>
        <p:txBody>
          <a:bodyPr/>
          <a:lstStyle/>
          <a:p>
            <a:fld id="{4CD77608-3819-479B-BB98-C216BA724EFE}" type="slidenum">
              <a:rPr lang="en-US" smtClean="0"/>
              <a:t>‹#›</a:t>
            </a:fld>
            <a:endParaRPr lang="en-US"/>
          </a:p>
        </p:txBody>
      </p:sp>
    </p:spTree>
    <p:extLst>
      <p:ext uri="{BB962C8B-B14F-4D97-AF65-F5344CB8AC3E}">
        <p14:creationId xmlns:p14="http://schemas.microsoft.com/office/powerpoint/2010/main" val="35890629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A5774299-531D-4CAC-881D-7EB68BC99FCC}"/>
              </a:ext>
            </a:extLst>
          </p:cNvPr>
          <p:cNvGrpSpPr/>
          <p:nvPr/>
        </p:nvGrpSpPr>
        <p:grpSpPr>
          <a:xfrm>
            <a:off x="0" y="-3"/>
            <a:ext cx="12192000" cy="6858003"/>
            <a:chOff x="0" y="-3"/>
            <a:chExt cx="12192000" cy="6858003"/>
          </a:xfrm>
        </p:grpSpPr>
        <p:sp useBgFill="1">
          <p:nvSpPr>
            <p:cNvPr id="9" name="Rectangle 8">
              <a:extLst>
                <a:ext uri="{FF2B5EF4-FFF2-40B4-BE49-F238E27FC236}">
                  <a16:creationId xmlns:a16="http://schemas.microsoft.com/office/drawing/2014/main" id="{A17676CF-DDCC-48C1-AC68-CDA0B9E47FD8}"/>
                </a:ext>
              </a:extLst>
            </p:cNvPr>
            <p:cNvSpPr/>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E052D363-F6F5-455B-A2F2-A12B30CEE528}"/>
                </a:ext>
              </a:extLst>
            </p:cNvPr>
            <p:cNvGrpSpPr>
              <a:grpSpLocks noChangeAspect="1"/>
            </p:cNvGrpSpPr>
            <p:nvPr/>
          </p:nvGrpSpPr>
          <p:grpSpPr>
            <a:xfrm>
              <a:off x="672000" y="-3"/>
              <a:ext cx="11520000" cy="5760000"/>
              <a:chOff x="5981700" y="-1"/>
              <a:chExt cx="6042660" cy="3021330"/>
            </a:xfrm>
          </p:grpSpPr>
          <p:sp>
            <p:nvSpPr>
              <p:cNvPr id="17" name="Rectangle 16">
                <a:extLst>
                  <a:ext uri="{FF2B5EF4-FFF2-40B4-BE49-F238E27FC236}">
                    <a16:creationId xmlns:a16="http://schemas.microsoft.com/office/drawing/2014/main" id="{D0C396B8-00CA-4AE9-A0A5-B4E2B2A2AC07}"/>
                  </a:ext>
                </a:extLst>
              </p:cNvPr>
              <p:cNvSpPr/>
              <p:nvPr/>
            </p:nvSpPr>
            <p:spPr>
              <a:xfrm>
                <a:off x="9003030" y="-1"/>
                <a:ext cx="3021330" cy="3021330"/>
              </a:xfrm>
              <a:prstGeom prst="rect">
                <a:avLst/>
              </a:prstGeom>
              <a:gradFill flip="none" rotWithShape="1">
                <a:gsLst>
                  <a:gs pos="0">
                    <a:schemeClr val="accent1">
                      <a:alpha val="60000"/>
                    </a:schemeClr>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F6660166-3107-4058-A259-59B0527306BD}"/>
                  </a:ext>
                </a:extLst>
              </p:cNvPr>
              <p:cNvSpPr/>
              <p:nvPr/>
            </p:nvSpPr>
            <p:spPr>
              <a:xfrm flipH="1">
                <a:off x="5981700" y="-1"/>
                <a:ext cx="3021330" cy="3021330"/>
              </a:xfrm>
              <a:prstGeom prst="rect">
                <a:avLst/>
              </a:prstGeom>
              <a:gradFill flip="none" rotWithShape="1">
                <a:gsLst>
                  <a:gs pos="0">
                    <a:schemeClr val="accent1">
                      <a:alpha val="60000"/>
                    </a:schemeClr>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1" name="Rectangle 10">
              <a:extLst>
                <a:ext uri="{FF2B5EF4-FFF2-40B4-BE49-F238E27FC236}">
                  <a16:creationId xmlns:a16="http://schemas.microsoft.com/office/drawing/2014/main" id="{42BE934E-3063-4D0F-AFDE-68D58D336CBE}"/>
                </a:ext>
              </a:extLst>
            </p:cNvPr>
            <p:cNvSpPr>
              <a:spLocks noChangeAspect="1"/>
            </p:cNvSpPr>
            <p:nvPr/>
          </p:nvSpPr>
          <p:spPr>
            <a:xfrm rot="5400000">
              <a:off x="5334000" y="0"/>
              <a:ext cx="6858000" cy="6858000"/>
            </a:xfrm>
            <a:prstGeom prst="rect">
              <a:avLst/>
            </a:prstGeom>
            <a:gradFill flip="none" rotWithShape="1">
              <a:gsLst>
                <a:gs pos="0">
                  <a:schemeClr val="accent3">
                    <a:alpha val="60000"/>
                  </a:schemeClr>
                </a:gs>
                <a:gs pos="60000">
                  <a:schemeClr val="accent3">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039660FA-744A-4CB3-9BED-C59793E3BF32}"/>
                </a:ext>
              </a:extLst>
            </p:cNvPr>
            <p:cNvSpPr>
              <a:spLocks noChangeAspect="1"/>
            </p:cNvSpPr>
            <p:nvPr/>
          </p:nvSpPr>
          <p:spPr>
            <a:xfrm>
              <a:off x="0" y="2538000"/>
              <a:ext cx="4320000" cy="4320000"/>
            </a:xfrm>
            <a:prstGeom prst="ellipse">
              <a:avLst/>
            </a:prstGeom>
            <a:solidFill>
              <a:schemeClr val="accent3">
                <a:alpha val="4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 name="Group 12">
              <a:extLst>
                <a:ext uri="{FF2B5EF4-FFF2-40B4-BE49-F238E27FC236}">
                  <a16:creationId xmlns:a16="http://schemas.microsoft.com/office/drawing/2014/main" id="{AE313EEC-733B-4019-8A0B-3FA768B8DB7A}"/>
                </a:ext>
              </a:extLst>
            </p:cNvPr>
            <p:cNvGrpSpPr/>
            <p:nvPr/>
          </p:nvGrpSpPr>
          <p:grpSpPr>
            <a:xfrm rot="10800000">
              <a:off x="1" y="2948940"/>
              <a:ext cx="7818118" cy="3909059"/>
              <a:chOff x="0" y="0"/>
              <a:chExt cx="2880000" cy="1440000"/>
            </a:xfrm>
          </p:grpSpPr>
          <p:sp>
            <p:nvSpPr>
              <p:cNvPr id="15" name="Rectangle 14">
                <a:extLst>
                  <a:ext uri="{FF2B5EF4-FFF2-40B4-BE49-F238E27FC236}">
                    <a16:creationId xmlns:a16="http://schemas.microsoft.com/office/drawing/2014/main" id="{421FE91F-780C-4ABD-ADE8-0EFDB7196A10}"/>
                  </a:ext>
                </a:extLst>
              </p:cNvPr>
              <p:cNvSpPr/>
              <p:nvPr/>
            </p:nvSpPr>
            <p:spPr>
              <a:xfrm>
                <a:off x="144000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109EA389-EE78-4475-A390-5EDED23C2D68}"/>
                  </a:ext>
                </a:extLst>
              </p:cNvPr>
              <p:cNvSpPr/>
              <p:nvPr/>
            </p:nvSpPr>
            <p:spPr>
              <a:xfrm flipH="1">
                <a:off x="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5E492A94-8867-4C62-9D40-4023C41E0AF8}"/>
                </a:ext>
              </a:extLst>
            </p:cNvPr>
            <p:cNvSpPr>
              <a:spLocks noChangeAspect="1"/>
            </p:cNvSpPr>
            <p:nvPr/>
          </p:nvSpPr>
          <p:spPr>
            <a:xfrm rot="10800000" flipH="1">
              <a:off x="0" y="521786"/>
              <a:ext cx="6336213" cy="6336213"/>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9" name="Rectangle 18">
            <a:extLst>
              <a:ext uri="{FF2B5EF4-FFF2-40B4-BE49-F238E27FC236}">
                <a16:creationId xmlns:a16="http://schemas.microsoft.com/office/drawing/2014/main" id="{A3DAD7C5-BA12-4557-8BC4-72C69B0D59DD}"/>
              </a:ext>
            </a:extLst>
          </p:cNvPr>
          <p:cNvSpPr/>
          <p:nvPr/>
        </p:nvSpPr>
        <p:spPr>
          <a:xfrm>
            <a:off x="0" y="0"/>
            <a:ext cx="12192000" cy="6858000"/>
          </a:xfrm>
          <a:prstGeom prst="rect">
            <a:avLst/>
          </a:prstGeom>
          <a:solidFill>
            <a:schemeClr val="bg2">
              <a:alpha val="4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sp>
        <p:nvSpPr>
          <p:cNvPr id="2" name="Title 1">
            <a:extLst>
              <a:ext uri="{FF2B5EF4-FFF2-40B4-BE49-F238E27FC236}">
                <a16:creationId xmlns:a16="http://schemas.microsoft.com/office/drawing/2014/main" id="{854412EC-56C0-4009-B2E3-D63F9EECB9D4}"/>
              </a:ext>
            </a:extLst>
          </p:cNvPr>
          <p:cNvSpPr>
            <a:spLocks noGrp="1"/>
          </p:cNvSpPr>
          <p:nvPr>
            <p:ph type="title"/>
          </p:nvPr>
        </p:nvSpPr>
        <p:spPr>
          <a:xfrm>
            <a:off x="540000" y="539999"/>
            <a:ext cx="11090275" cy="1209600"/>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AB70C84F-F3B7-4BF4-A328-BCF5ADD32944}"/>
              </a:ext>
            </a:extLst>
          </p:cNvPr>
          <p:cNvSpPr>
            <a:spLocks noGrp="1"/>
          </p:cNvSpPr>
          <p:nvPr>
            <p:ph sz="half" idx="1"/>
          </p:nvPr>
        </p:nvSpPr>
        <p:spPr>
          <a:xfrm>
            <a:off x="540000" y="1929600"/>
            <a:ext cx="5437186" cy="438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EF919CD5-DBB4-4749-980D-B5B40ECB67B9}"/>
              </a:ext>
            </a:extLst>
          </p:cNvPr>
          <p:cNvSpPr>
            <a:spLocks noGrp="1"/>
          </p:cNvSpPr>
          <p:nvPr>
            <p:ph sz="half" idx="2"/>
          </p:nvPr>
        </p:nvSpPr>
        <p:spPr>
          <a:xfrm>
            <a:off x="6203950" y="1929600"/>
            <a:ext cx="5437186" cy="438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0BCFC378-6572-43DF-8344-59DE8122CD12}"/>
              </a:ext>
            </a:extLst>
          </p:cNvPr>
          <p:cNvSpPr>
            <a:spLocks noGrp="1"/>
          </p:cNvSpPr>
          <p:nvPr>
            <p:ph type="dt" sz="half" idx="10"/>
          </p:nvPr>
        </p:nvSpPr>
        <p:spPr/>
        <p:txBody>
          <a:bodyPr/>
          <a:lstStyle/>
          <a:p>
            <a:fld id="{7CF0BCE0-945C-4FDF-95A1-2149B1FF5B83}" type="datetimeFigureOut">
              <a:rPr lang="en-US" smtClean="0"/>
              <a:t>12/18/2023</a:t>
            </a:fld>
            <a:endParaRPr lang="en-US"/>
          </a:p>
        </p:txBody>
      </p:sp>
      <p:sp>
        <p:nvSpPr>
          <p:cNvPr id="6" name="Footer Placeholder 5">
            <a:extLst>
              <a:ext uri="{FF2B5EF4-FFF2-40B4-BE49-F238E27FC236}">
                <a16:creationId xmlns:a16="http://schemas.microsoft.com/office/drawing/2014/main" id="{36967A14-246A-4DDF-865C-68F6E16906B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9674B6D-E110-478C-94B9-2F8199E586DC}"/>
              </a:ext>
            </a:extLst>
          </p:cNvPr>
          <p:cNvSpPr>
            <a:spLocks noGrp="1"/>
          </p:cNvSpPr>
          <p:nvPr>
            <p:ph type="sldNum" sz="quarter" idx="12"/>
          </p:nvPr>
        </p:nvSpPr>
        <p:spPr/>
        <p:txBody>
          <a:bodyPr/>
          <a:lstStyle/>
          <a:p>
            <a:fld id="{4CD77608-3819-479B-BB98-C216BA724EFE}" type="slidenum">
              <a:rPr lang="en-US" smtClean="0"/>
              <a:t>‹#›</a:t>
            </a:fld>
            <a:endParaRPr lang="en-US"/>
          </a:p>
        </p:txBody>
      </p:sp>
    </p:spTree>
    <p:extLst>
      <p:ext uri="{BB962C8B-B14F-4D97-AF65-F5344CB8AC3E}">
        <p14:creationId xmlns:p14="http://schemas.microsoft.com/office/powerpoint/2010/main" val="37743698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5130F7E5-A40E-4C9C-8E4F-3935B9182C4A}"/>
              </a:ext>
            </a:extLst>
          </p:cNvPr>
          <p:cNvGrpSpPr/>
          <p:nvPr/>
        </p:nvGrpSpPr>
        <p:grpSpPr>
          <a:xfrm>
            <a:off x="0" y="-2"/>
            <a:ext cx="12191999" cy="6858001"/>
            <a:chOff x="0" y="-2"/>
            <a:chExt cx="12191999" cy="6858001"/>
          </a:xfrm>
        </p:grpSpPr>
        <p:sp>
          <p:nvSpPr>
            <p:cNvPr id="12" name="Rectangle 11">
              <a:extLst>
                <a:ext uri="{FF2B5EF4-FFF2-40B4-BE49-F238E27FC236}">
                  <a16:creationId xmlns:a16="http://schemas.microsoft.com/office/drawing/2014/main" id="{AE67B504-02A7-4203-87D0-07D333D71917}"/>
                </a:ext>
              </a:extLst>
            </p:cNvPr>
            <p:cNvSpPr/>
            <p:nvPr/>
          </p:nvSpPr>
          <p:spPr>
            <a:xfrm>
              <a:off x="7995665" y="2562224"/>
              <a:ext cx="4196334" cy="4295775"/>
            </a:xfrm>
            <a:prstGeom prst="rect">
              <a:avLst/>
            </a:prstGeom>
            <a:gradFill flip="none" rotWithShape="1">
              <a:gsLst>
                <a:gs pos="0">
                  <a:schemeClr val="accent3">
                    <a:alpha val="40000"/>
                  </a:schemeClr>
                </a:gs>
                <a:gs pos="34000">
                  <a:schemeClr val="accent3">
                    <a:alpha val="20000"/>
                  </a:schemeClr>
                </a:gs>
                <a:gs pos="65000">
                  <a:schemeClr val="accent3">
                    <a:alpha val="0"/>
                  </a:schemeClr>
                </a:gs>
              </a:gsLst>
              <a:path path="circle">
                <a:fillToRect l="100000" t="100000"/>
              </a:path>
              <a:tileRect r="-100000" b="-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 name="Group 12">
              <a:extLst>
                <a:ext uri="{FF2B5EF4-FFF2-40B4-BE49-F238E27FC236}">
                  <a16:creationId xmlns:a16="http://schemas.microsoft.com/office/drawing/2014/main" id="{DA1158F3-E1C3-400D-8505-628DB94365CE}"/>
                </a:ext>
              </a:extLst>
            </p:cNvPr>
            <p:cNvGrpSpPr/>
            <p:nvPr/>
          </p:nvGrpSpPr>
          <p:grpSpPr>
            <a:xfrm rot="16200000">
              <a:off x="2295528" y="-2295528"/>
              <a:ext cx="6858000" cy="11449051"/>
              <a:chOff x="0" y="2333625"/>
              <a:chExt cx="9515474" cy="3766109"/>
            </a:xfrm>
          </p:grpSpPr>
          <p:sp>
            <p:nvSpPr>
              <p:cNvPr id="23" name="Rectangle 22">
                <a:extLst>
                  <a:ext uri="{FF2B5EF4-FFF2-40B4-BE49-F238E27FC236}">
                    <a16:creationId xmlns:a16="http://schemas.microsoft.com/office/drawing/2014/main" id="{0AEADDCE-3295-4F24-8700-C93B5457C2B7}"/>
                  </a:ext>
                </a:extLst>
              </p:cNvPr>
              <p:cNvSpPr/>
              <p:nvPr/>
            </p:nvSpPr>
            <p:spPr>
              <a:xfrm>
                <a:off x="4757737" y="2333625"/>
                <a:ext cx="4757737" cy="3766109"/>
              </a:xfrm>
              <a:prstGeom prst="rect">
                <a:avLst/>
              </a:prstGeom>
              <a:gradFill flip="none" rotWithShape="1">
                <a:gsLst>
                  <a:gs pos="0">
                    <a:schemeClr val="accent2">
                      <a:alpha val="60000"/>
                    </a:schemeClr>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1F95C76A-5429-458C-BC9D-E1053EF7B84F}"/>
                  </a:ext>
                </a:extLst>
              </p:cNvPr>
              <p:cNvSpPr/>
              <p:nvPr/>
            </p:nvSpPr>
            <p:spPr>
              <a:xfrm flipH="1">
                <a:off x="0" y="2333625"/>
                <a:ext cx="4757737" cy="3766109"/>
              </a:xfrm>
              <a:prstGeom prst="rect">
                <a:avLst/>
              </a:prstGeom>
              <a:gradFill flip="none" rotWithShape="1">
                <a:gsLst>
                  <a:gs pos="0">
                    <a:schemeClr val="accent2">
                      <a:alpha val="60000"/>
                    </a:schemeClr>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4" name="Group 13">
              <a:extLst>
                <a:ext uri="{FF2B5EF4-FFF2-40B4-BE49-F238E27FC236}">
                  <a16:creationId xmlns:a16="http://schemas.microsoft.com/office/drawing/2014/main" id="{3D0E8A42-259A-43FA-B284-B459D7364097}"/>
                </a:ext>
              </a:extLst>
            </p:cNvPr>
            <p:cNvGrpSpPr>
              <a:grpSpLocks noChangeAspect="1"/>
            </p:cNvGrpSpPr>
            <p:nvPr/>
          </p:nvGrpSpPr>
          <p:grpSpPr>
            <a:xfrm rot="5400000">
              <a:off x="3583369" y="-3583369"/>
              <a:ext cx="4713262" cy="11880000"/>
              <a:chOff x="1" y="0"/>
              <a:chExt cx="8305797" cy="6858000"/>
            </a:xfrm>
          </p:grpSpPr>
          <p:sp>
            <p:nvSpPr>
              <p:cNvPr id="21" name="Rectangle 20">
                <a:extLst>
                  <a:ext uri="{FF2B5EF4-FFF2-40B4-BE49-F238E27FC236}">
                    <a16:creationId xmlns:a16="http://schemas.microsoft.com/office/drawing/2014/main" id="{7900B4F1-619C-4C0E-B749-1843F22C946A}"/>
                  </a:ext>
                </a:extLst>
              </p:cNvPr>
              <p:cNvSpPr/>
              <p:nvPr/>
            </p:nvSpPr>
            <p:spPr>
              <a:xfrm>
                <a:off x="931" y="3429000"/>
                <a:ext cx="8304867" cy="3429000"/>
              </a:xfrm>
              <a:prstGeom prst="rect">
                <a:avLst/>
              </a:prstGeom>
              <a:gradFill flip="none" rotWithShape="1">
                <a:gsLst>
                  <a:gs pos="0">
                    <a:schemeClr val="accent3">
                      <a:alpha val="60000"/>
                    </a:schemeClr>
                  </a:gs>
                  <a:gs pos="63000">
                    <a:schemeClr val="accent3">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Rectangle 21">
                <a:extLst>
                  <a:ext uri="{FF2B5EF4-FFF2-40B4-BE49-F238E27FC236}">
                    <a16:creationId xmlns:a16="http://schemas.microsoft.com/office/drawing/2014/main" id="{6E6F70BB-DCCC-4CF0-B5BB-95A965A99947}"/>
                  </a:ext>
                </a:extLst>
              </p:cNvPr>
              <p:cNvSpPr/>
              <p:nvPr/>
            </p:nvSpPr>
            <p:spPr>
              <a:xfrm flipV="1">
                <a:off x="1" y="0"/>
                <a:ext cx="8304867" cy="3429000"/>
              </a:xfrm>
              <a:prstGeom prst="rect">
                <a:avLst/>
              </a:prstGeom>
              <a:gradFill flip="none" rotWithShape="1">
                <a:gsLst>
                  <a:gs pos="0">
                    <a:schemeClr val="accent3">
                      <a:alpha val="60000"/>
                    </a:schemeClr>
                  </a:gs>
                  <a:gs pos="63000">
                    <a:schemeClr val="accent3">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5" name="Group 14">
              <a:extLst>
                <a:ext uri="{FF2B5EF4-FFF2-40B4-BE49-F238E27FC236}">
                  <a16:creationId xmlns:a16="http://schemas.microsoft.com/office/drawing/2014/main" id="{83E6C50C-C1DA-44E1-B254-3B7228879DCD}"/>
                </a:ext>
              </a:extLst>
            </p:cNvPr>
            <p:cNvGrpSpPr/>
            <p:nvPr/>
          </p:nvGrpSpPr>
          <p:grpSpPr>
            <a:xfrm>
              <a:off x="2676525" y="0"/>
              <a:ext cx="9515473" cy="3766109"/>
              <a:chOff x="2333625" y="2433367"/>
              <a:chExt cx="9897159" cy="3766109"/>
            </a:xfrm>
          </p:grpSpPr>
          <p:sp>
            <p:nvSpPr>
              <p:cNvPr id="19" name="Rectangle 18">
                <a:extLst>
                  <a:ext uri="{FF2B5EF4-FFF2-40B4-BE49-F238E27FC236}">
                    <a16:creationId xmlns:a16="http://schemas.microsoft.com/office/drawing/2014/main" id="{DFC6EEED-A40A-4D1C-BE6B-11DD62770607}"/>
                  </a:ext>
                </a:extLst>
              </p:cNvPr>
              <p:cNvSpPr/>
              <p:nvPr/>
            </p:nvSpPr>
            <p:spPr>
              <a:xfrm>
                <a:off x="7282205" y="2433367"/>
                <a:ext cx="4948579" cy="3766109"/>
              </a:xfrm>
              <a:prstGeom prst="rect">
                <a:avLst/>
              </a:prstGeom>
              <a:gradFill flip="none" rotWithShape="1">
                <a:gsLst>
                  <a:gs pos="0">
                    <a:schemeClr val="accent1">
                      <a:alpha val="60000"/>
                    </a:schemeClr>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527FF3FB-FDFC-4659-A7D6-ABED74010E82}"/>
                  </a:ext>
                </a:extLst>
              </p:cNvPr>
              <p:cNvSpPr/>
              <p:nvPr/>
            </p:nvSpPr>
            <p:spPr>
              <a:xfrm flipH="1">
                <a:off x="2333625" y="2433367"/>
                <a:ext cx="4948579" cy="3766109"/>
              </a:xfrm>
              <a:prstGeom prst="rect">
                <a:avLst/>
              </a:prstGeom>
              <a:gradFill flip="none" rotWithShape="1">
                <a:gsLst>
                  <a:gs pos="0">
                    <a:schemeClr val="accent1">
                      <a:alpha val="60000"/>
                    </a:schemeClr>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 name="Group 15">
              <a:extLst>
                <a:ext uri="{FF2B5EF4-FFF2-40B4-BE49-F238E27FC236}">
                  <a16:creationId xmlns:a16="http://schemas.microsoft.com/office/drawing/2014/main" id="{51548ED5-6668-4672-88DC-40E92508ACA2}"/>
                </a:ext>
              </a:extLst>
            </p:cNvPr>
            <p:cNvGrpSpPr/>
            <p:nvPr/>
          </p:nvGrpSpPr>
          <p:grpSpPr>
            <a:xfrm>
              <a:off x="0" y="0"/>
              <a:ext cx="9515473" cy="3766109"/>
              <a:chOff x="0" y="2333625"/>
              <a:chExt cx="9515473" cy="3766109"/>
            </a:xfrm>
          </p:grpSpPr>
          <p:sp>
            <p:nvSpPr>
              <p:cNvPr id="17" name="Rectangle 16">
                <a:extLst>
                  <a:ext uri="{FF2B5EF4-FFF2-40B4-BE49-F238E27FC236}">
                    <a16:creationId xmlns:a16="http://schemas.microsoft.com/office/drawing/2014/main" id="{975AE1B2-E73F-4E6E-AAFB-FB1C02684D32}"/>
                  </a:ext>
                </a:extLst>
              </p:cNvPr>
              <p:cNvSpPr/>
              <p:nvPr/>
            </p:nvSpPr>
            <p:spPr>
              <a:xfrm>
                <a:off x="4757737" y="2333625"/>
                <a:ext cx="4757736" cy="3766109"/>
              </a:xfrm>
              <a:prstGeom prst="rect">
                <a:avLst/>
              </a:prstGeom>
              <a:gradFill flip="none" rotWithShape="1">
                <a:gsLst>
                  <a:gs pos="0">
                    <a:schemeClr val="accent2">
                      <a:alpha val="60000"/>
                    </a:schemeClr>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D750F2D6-C0E1-4AFE-AB87-083292737609}"/>
                  </a:ext>
                </a:extLst>
              </p:cNvPr>
              <p:cNvSpPr/>
              <p:nvPr/>
            </p:nvSpPr>
            <p:spPr>
              <a:xfrm flipH="1">
                <a:off x="0" y="2333625"/>
                <a:ext cx="4757736" cy="3766109"/>
              </a:xfrm>
              <a:prstGeom prst="rect">
                <a:avLst/>
              </a:prstGeom>
              <a:gradFill flip="none" rotWithShape="1">
                <a:gsLst>
                  <a:gs pos="0">
                    <a:schemeClr val="accent2">
                      <a:alpha val="60000"/>
                    </a:schemeClr>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25" name="Rectangle 24">
            <a:extLst>
              <a:ext uri="{FF2B5EF4-FFF2-40B4-BE49-F238E27FC236}">
                <a16:creationId xmlns:a16="http://schemas.microsoft.com/office/drawing/2014/main" id="{4ECC0D66-F2BE-4BF4-87F6-CE618B5C8916}"/>
              </a:ext>
            </a:extLst>
          </p:cNvPr>
          <p:cNvSpPr/>
          <p:nvPr/>
        </p:nvSpPr>
        <p:spPr>
          <a:xfrm>
            <a:off x="0" y="0"/>
            <a:ext cx="12192000" cy="6858000"/>
          </a:xfrm>
          <a:prstGeom prst="rect">
            <a:avLst/>
          </a:prstGeom>
          <a:solidFill>
            <a:schemeClr val="bg2">
              <a:alpha val="4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sp>
        <p:nvSpPr>
          <p:cNvPr id="2" name="Title 1">
            <a:extLst>
              <a:ext uri="{FF2B5EF4-FFF2-40B4-BE49-F238E27FC236}">
                <a16:creationId xmlns:a16="http://schemas.microsoft.com/office/drawing/2014/main" id="{9A0BCA11-08C2-4C9A-B0A3-31C9051CDF9E}"/>
              </a:ext>
            </a:extLst>
          </p:cNvPr>
          <p:cNvSpPr>
            <a:spLocks noGrp="1"/>
          </p:cNvSpPr>
          <p:nvPr>
            <p:ph type="title"/>
          </p:nvPr>
        </p:nvSpPr>
        <p:spPr>
          <a:xfrm>
            <a:off x="540000" y="539999"/>
            <a:ext cx="11090273" cy="1210396"/>
          </a:xfrm>
        </p:spPr>
        <p:txBody>
          <a:bodyPr>
            <a:normAutofit/>
          </a:bodyPr>
          <a:lstStyle>
            <a:lvl1pPr>
              <a:defRPr sz="6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662CEB0-C969-40EA-A5E2-8D875E28A6B6}"/>
              </a:ext>
            </a:extLst>
          </p:cNvPr>
          <p:cNvSpPr>
            <a:spLocks noGrp="1"/>
          </p:cNvSpPr>
          <p:nvPr>
            <p:ph type="body" idx="1"/>
          </p:nvPr>
        </p:nvSpPr>
        <p:spPr>
          <a:xfrm>
            <a:off x="540000" y="1929783"/>
            <a:ext cx="5448052" cy="792161"/>
          </a:xfrm>
        </p:spPr>
        <p:txBody>
          <a:bodyPr anchor="b"/>
          <a:lstStyle>
            <a:lvl1pPr marL="0" indent="0">
              <a:buNone/>
              <a:defRPr sz="1600" b="0"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40F41A6-112E-4305-A0BA-6E119A77AC10}"/>
              </a:ext>
            </a:extLst>
          </p:cNvPr>
          <p:cNvSpPr>
            <a:spLocks noGrp="1"/>
          </p:cNvSpPr>
          <p:nvPr>
            <p:ph sz="half" idx="2"/>
          </p:nvPr>
        </p:nvSpPr>
        <p:spPr>
          <a:xfrm>
            <a:off x="540000" y="2937844"/>
            <a:ext cx="5437186" cy="337655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9AC672C5-31B9-443B-8DEE-5523646891F7}"/>
              </a:ext>
            </a:extLst>
          </p:cNvPr>
          <p:cNvSpPr>
            <a:spLocks noGrp="1"/>
          </p:cNvSpPr>
          <p:nvPr>
            <p:ph type="body" sz="quarter" idx="3"/>
          </p:nvPr>
        </p:nvSpPr>
        <p:spPr>
          <a:xfrm>
            <a:off x="6203949" y="1929782"/>
            <a:ext cx="5437187" cy="792000"/>
          </a:xfrm>
        </p:spPr>
        <p:txBody>
          <a:bodyPr anchor="b"/>
          <a:lstStyle>
            <a:lvl1pPr marL="0" indent="0">
              <a:buNone/>
              <a:defRPr sz="1600" b="0" i="0"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4D18B9D-8B21-4249-A3AD-8FBE48F0F55B}"/>
              </a:ext>
            </a:extLst>
          </p:cNvPr>
          <p:cNvSpPr>
            <a:spLocks noGrp="1"/>
          </p:cNvSpPr>
          <p:nvPr>
            <p:ph sz="quarter" idx="4"/>
          </p:nvPr>
        </p:nvSpPr>
        <p:spPr>
          <a:xfrm>
            <a:off x="6203950" y="2937844"/>
            <a:ext cx="5437186" cy="337655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05B60881-13B2-4064-84FB-6D071F36C433}"/>
              </a:ext>
            </a:extLst>
          </p:cNvPr>
          <p:cNvSpPr>
            <a:spLocks noGrp="1"/>
          </p:cNvSpPr>
          <p:nvPr>
            <p:ph type="dt" sz="half" idx="10"/>
          </p:nvPr>
        </p:nvSpPr>
        <p:spPr/>
        <p:txBody>
          <a:bodyPr/>
          <a:lstStyle/>
          <a:p>
            <a:fld id="{7CF0BCE0-945C-4FDF-95A1-2149B1FF5B83}" type="datetimeFigureOut">
              <a:rPr lang="en-US" smtClean="0"/>
              <a:t>12/18/2023</a:t>
            </a:fld>
            <a:endParaRPr lang="en-US"/>
          </a:p>
        </p:txBody>
      </p:sp>
      <p:sp>
        <p:nvSpPr>
          <p:cNvPr id="8" name="Footer Placeholder 7">
            <a:extLst>
              <a:ext uri="{FF2B5EF4-FFF2-40B4-BE49-F238E27FC236}">
                <a16:creationId xmlns:a16="http://schemas.microsoft.com/office/drawing/2014/main" id="{249FCE5D-D5EF-485D-97FA-2614FF96429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7F204FC-4F66-417C-8E4B-74772ED05701}"/>
              </a:ext>
            </a:extLst>
          </p:cNvPr>
          <p:cNvSpPr>
            <a:spLocks noGrp="1"/>
          </p:cNvSpPr>
          <p:nvPr>
            <p:ph type="sldNum" sz="quarter" idx="12"/>
          </p:nvPr>
        </p:nvSpPr>
        <p:spPr/>
        <p:txBody>
          <a:bodyPr/>
          <a:lstStyle/>
          <a:p>
            <a:fld id="{4CD77608-3819-479B-BB98-C216BA724EFE}" type="slidenum">
              <a:rPr lang="en-US" smtClean="0"/>
              <a:t>‹#›</a:t>
            </a:fld>
            <a:endParaRPr lang="en-US"/>
          </a:p>
        </p:txBody>
      </p:sp>
    </p:spTree>
    <p:extLst>
      <p:ext uri="{BB962C8B-B14F-4D97-AF65-F5344CB8AC3E}">
        <p14:creationId xmlns:p14="http://schemas.microsoft.com/office/powerpoint/2010/main" val="10464548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grpSp>
        <p:nvGrpSpPr>
          <p:cNvPr id="17" name="Group 16">
            <a:extLst>
              <a:ext uri="{FF2B5EF4-FFF2-40B4-BE49-F238E27FC236}">
                <a16:creationId xmlns:a16="http://schemas.microsoft.com/office/drawing/2014/main" id="{9521FD20-B9D4-4FD1-9AAD-F4157555AD62}"/>
              </a:ext>
            </a:extLst>
          </p:cNvPr>
          <p:cNvGrpSpPr/>
          <p:nvPr/>
        </p:nvGrpSpPr>
        <p:grpSpPr>
          <a:xfrm rot="10800000">
            <a:off x="1392000" y="0"/>
            <a:ext cx="10800000" cy="6858000"/>
            <a:chOff x="0" y="0"/>
            <a:chExt cx="10800000" cy="6858000"/>
          </a:xfrm>
        </p:grpSpPr>
        <p:sp>
          <p:nvSpPr>
            <p:cNvPr id="15" name="Rectangle 14">
              <a:extLst>
                <a:ext uri="{FF2B5EF4-FFF2-40B4-BE49-F238E27FC236}">
                  <a16:creationId xmlns:a16="http://schemas.microsoft.com/office/drawing/2014/main" id="{27477A35-8424-45D6-A66E-8ACFA6C405B5}"/>
                </a:ext>
              </a:extLst>
            </p:cNvPr>
            <p:cNvSpPr/>
            <p:nvPr/>
          </p:nvSpPr>
          <p:spPr>
            <a:xfrm>
              <a:off x="5400000" y="0"/>
              <a:ext cx="5400000" cy="6858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6" name="Rectangle 15">
              <a:extLst>
                <a:ext uri="{FF2B5EF4-FFF2-40B4-BE49-F238E27FC236}">
                  <a16:creationId xmlns:a16="http://schemas.microsoft.com/office/drawing/2014/main" id="{8BFBA1CE-E9AC-40C0-A7F9-E5671F5FEF9C}"/>
                </a:ext>
              </a:extLst>
            </p:cNvPr>
            <p:cNvSpPr/>
            <p:nvPr/>
          </p:nvSpPr>
          <p:spPr>
            <a:xfrm flipH="1">
              <a:off x="0" y="0"/>
              <a:ext cx="5400000" cy="6858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grpSp>
        <p:nvGrpSpPr>
          <p:cNvPr id="11" name="Group 10">
            <a:extLst>
              <a:ext uri="{FF2B5EF4-FFF2-40B4-BE49-F238E27FC236}">
                <a16:creationId xmlns:a16="http://schemas.microsoft.com/office/drawing/2014/main" id="{D0C2729A-59F8-46A4-9AAA-7665E5966E2D}"/>
              </a:ext>
            </a:extLst>
          </p:cNvPr>
          <p:cNvGrpSpPr>
            <a:grpSpLocks noChangeAspect="1"/>
          </p:cNvGrpSpPr>
          <p:nvPr/>
        </p:nvGrpSpPr>
        <p:grpSpPr>
          <a:xfrm rot="16200000" flipH="1">
            <a:off x="-1714500" y="1714500"/>
            <a:ext cx="6858000" cy="3429000"/>
            <a:chOff x="0" y="0"/>
            <a:chExt cx="2880000" cy="1440000"/>
          </a:xfrm>
        </p:grpSpPr>
        <p:sp>
          <p:nvSpPr>
            <p:cNvPr id="13" name="Rectangle 12">
              <a:extLst>
                <a:ext uri="{FF2B5EF4-FFF2-40B4-BE49-F238E27FC236}">
                  <a16:creationId xmlns:a16="http://schemas.microsoft.com/office/drawing/2014/main" id="{83EBBB96-590D-4704-87AD-A00AE2424DE8}"/>
                </a:ext>
              </a:extLst>
            </p:cNvPr>
            <p:cNvSpPr/>
            <p:nvPr/>
          </p:nvSpPr>
          <p:spPr>
            <a:xfrm>
              <a:off x="144000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4" name="Rectangle 13">
              <a:extLst>
                <a:ext uri="{FF2B5EF4-FFF2-40B4-BE49-F238E27FC236}">
                  <a16:creationId xmlns:a16="http://schemas.microsoft.com/office/drawing/2014/main" id="{889BAB7D-5298-40B9-910B-136D0C6A9934}"/>
                </a:ext>
              </a:extLst>
            </p:cNvPr>
            <p:cNvSpPr/>
            <p:nvPr/>
          </p:nvSpPr>
          <p:spPr>
            <a:xfrm flipH="1">
              <a:off x="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sp>
        <p:nvSpPr>
          <p:cNvPr id="12" name="Rectangle 11">
            <a:extLst>
              <a:ext uri="{FF2B5EF4-FFF2-40B4-BE49-F238E27FC236}">
                <a16:creationId xmlns:a16="http://schemas.microsoft.com/office/drawing/2014/main" id="{F323EA00-E168-4864-883B-358A7CDF9153}"/>
              </a:ext>
            </a:extLst>
          </p:cNvPr>
          <p:cNvSpPr>
            <a:spLocks noChangeAspect="1"/>
          </p:cNvSpPr>
          <p:nvPr/>
        </p:nvSpPr>
        <p:spPr>
          <a:xfrm rot="10800000">
            <a:off x="5602287" y="268286"/>
            <a:ext cx="6589713" cy="6589713"/>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8" name="Rectangle 17">
            <a:extLst>
              <a:ext uri="{FF2B5EF4-FFF2-40B4-BE49-F238E27FC236}">
                <a16:creationId xmlns:a16="http://schemas.microsoft.com/office/drawing/2014/main" id="{CA4F2DFA-2F27-43FB-B08C-0787FA44B0D1}"/>
              </a:ext>
            </a:extLst>
          </p:cNvPr>
          <p:cNvSpPr>
            <a:spLocks noChangeAspect="1"/>
          </p:cNvSpPr>
          <p:nvPr/>
        </p:nvSpPr>
        <p:spPr>
          <a:xfrm>
            <a:off x="0" y="0"/>
            <a:ext cx="6589713" cy="6589713"/>
          </a:xfrm>
          <a:prstGeom prst="rect">
            <a:avLst/>
          </a:prstGeom>
          <a:gradFill flip="none" rotWithShape="1">
            <a:gsLst>
              <a:gs pos="0">
                <a:schemeClr val="accent1">
                  <a:alpha val="60000"/>
                </a:schemeClr>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9" name="Rectangle 18">
            <a:extLst>
              <a:ext uri="{FF2B5EF4-FFF2-40B4-BE49-F238E27FC236}">
                <a16:creationId xmlns:a16="http://schemas.microsoft.com/office/drawing/2014/main" id="{7D750354-CD8D-4A3B-A7AC-04622BCB0499}"/>
              </a:ext>
            </a:extLst>
          </p:cNvPr>
          <p:cNvSpPr/>
          <p:nvPr/>
        </p:nvSpPr>
        <p:spPr>
          <a:xfrm>
            <a:off x="0" y="0"/>
            <a:ext cx="12192000" cy="6858000"/>
          </a:xfrm>
          <a:prstGeom prst="rect">
            <a:avLst/>
          </a:prstGeom>
          <a:solidFill>
            <a:schemeClr val="bg2">
              <a:alpha val="4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sp>
        <p:nvSpPr>
          <p:cNvPr id="2" name="Title 1">
            <a:extLst>
              <a:ext uri="{FF2B5EF4-FFF2-40B4-BE49-F238E27FC236}">
                <a16:creationId xmlns:a16="http://schemas.microsoft.com/office/drawing/2014/main" id="{7F3ED3C6-DA43-4D1C-9056-407A4FB1C6AB}"/>
              </a:ext>
            </a:extLst>
          </p:cNvPr>
          <p:cNvSpPr>
            <a:spLocks noGrp="1"/>
          </p:cNvSpPr>
          <p:nvPr>
            <p:ph type="title"/>
          </p:nvPr>
        </p:nvSpPr>
        <p:spPr>
          <a:xfrm>
            <a:off x="550863" y="549276"/>
            <a:ext cx="11090275" cy="5759450"/>
          </a:xfrm>
        </p:spPr>
        <p:txBody>
          <a:bodyPr/>
          <a:lstStyle>
            <a:lvl1pPr>
              <a:defRPr sz="8800"/>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720CEB41-E921-45ED-951A-861E31E01336}"/>
              </a:ext>
            </a:extLst>
          </p:cNvPr>
          <p:cNvSpPr>
            <a:spLocks noGrp="1"/>
          </p:cNvSpPr>
          <p:nvPr>
            <p:ph type="dt" sz="half" idx="10"/>
          </p:nvPr>
        </p:nvSpPr>
        <p:spPr/>
        <p:txBody>
          <a:bodyPr/>
          <a:lstStyle/>
          <a:p>
            <a:fld id="{7CF0BCE0-945C-4FDF-95A1-2149B1FF5B83}" type="datetimeFigureOut">
              <a:rPr lang="en-US" smtClean="0"/>
              <a:t>12/18/2023</a:t>
            </a:fld>
            <a:endParaRPr lang="en-US"/>
          </a:p>
        </p:txBody>
      </p:sp>
      <p:sp>
        <p:nvSpPr>
          <p:cNvPr id="4" name="Footer Placeholder 3">
            <a:extLst>
              <a:ext uri="{FF2B5EF4-FFF2-40B4-BE49-F238E27FC236}">
                <a16:creationId xmlns:a16="http://schemas.microsoft.com/office/drawing/2014/main" id="{8F6B422D-769C-4E63-8763-ABBB885007E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D38FB6F-2D68-40C0-B628-142011F34A01}"/>
              </a:ext>
            </a:extLst>
          </p:cNvPr>
          <p:cNvSpPr>
            <a:spLocks noGrp="1"/>
          </p:cNvSpPr>
          <p:nvPr>
            <p:ph type="sldNum" sz="quarter" idx="12"/>
          </p:nvPr>
        </p:nvSpPr>
        <p:spPr/>
        <p:txBody>
          <a:bodyPr/>
          <a:lstStyle/>
          <a:p>
            <a:fld id="{4CD77608-3819-479B-BB98-C216BA724EFE}" type="slidenum">
              <a:rPr lang="en-US" smtClean="0"/>
              <a:t>‹#›</a:t>
            </a:fld>
            <a:endParaRPr lang="en-US"/>
          </a:p>
        </p:txBody>
      </p:sp>
    </p:spTree>
    <p:extLst>
      <p:ext uri="{BB962C8B-B14F-4D97-AF65-F5344CB8AC3E}">
        <p14:creationId xmlns:p14="http://schemas.microsoft.com/office/powerpoint/2010/main" val="40992483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5ED88E92-14F3-4B58-9E48-1D79E139A89E}"/>
              </a:ext>
            </a:extLst>
          </p:cNvPr>
          <p:cNvGrpSpPr/>
          <p:nvPr/>
        </p:nvGrpSpPr>
        <p:grpSpPr>
          <a:xfrm>
            <a:off x="0" y="0"/>
            <a:ext cx="12191999" cy="6861600"/>
            <a:chOff x="1" y="0"/>
            <a:chExt cx="12191999" cy="6861600"/>
          </a:xfrm>
        </p:grpSpPr>
        <p:sp>
          <p:nvSpPr>
            <p:cNvPr id="6" name="Rectangle 5">
              <a:extLst>
                <a:ext uri="{FF2B5EF4-FFF2-40B4-BE49-F238E27FC236}">
                  <a16:creationId xmlns:a16="http://schemas.microsoft.com/office/drawing/2014/main" id="{A6466AE7-32B6-4334-AF41-B9387E6726C5}"/>
                </a:ext>
              </a:extLst>
            </p:cNvPr>
            <p:cNvSpPr>
              <a:spLocks noChangeAspect="1"/>
            </p:cNvSpPr>
            <p:nvPr/>
          </p:nvSpPr>
          <p:spPr>
            <a:xfrm rot="16200000">
              <a:off x="1" y="1640114"/>
              <a:ext cx="5217886" cy="5217886"/>
            </a:xfrm>
            <a:prstGeom prst="rect">
              <a:avLst/>
            </a:prstGeom>
            <a:gradFill flip="none" rotWithShape="1">
              <a:gsLst>
                <a:gs pos="0">
                  <a:schemeClr val="accent2">
                    <a:alpha val="60000"/>
                  </a:schemeClr>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7" name="Oval 6">
              <a:extLst>
                <a:ext uri="{FF2B5EF4-FFF2-40B4-BE49-F238E27FC236}">
                  <a16:creationId xmlns:a16="http://schemas.microsoft.com/office/drawing/2014/main" id="{659C09F8-90CD-443F-9AA1-D08C56A605BB}"/>
                </a:ext>
              </a:extLst>
            </p:cNvPr>
            <p:cNvSpPr>
              <a:spLocks noChangeAspect="1"/>
            </p:cNvSpPr>
            <p:nvPr/>
          </p:nvSpPr>
          <p:spPr>
            <a:xfrm>
              <a:off x="6384514" y="0"/>
              <a:ext cx="4320000" cy="4320000"/>
            </a:xfrm>
            <a:prstGeom prst="ellipse">
              <a:avLst/>
            </a:prstGeom>
            <a:solidFill>
              <a:schemeClr val="accent3">
                <a:alpha val="96000"/>
              </a:schemeClr>
            </a:solidFill>
            <a:ln>
              <a:noFill/>
            </a:ln>
            <a:effectLst>
              <a:softEdge rad="1016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8" name="Oval 7">
              <a:extLst>
                <a:ext uri="{FF2B5EF4-FFF2-40B4-BE49-F238E27FC236}">
                  <a16:creationId xmlns:a16="http://schemas.microsoft.com/office/drawing/2014/main" id="{DC7304AB-BE7D-45AC-A876-4A24543AE5B3}"/>
                </a:ext>
              </a:extLst>
            </p:cNvPr>
            <p:cNvSpPr>
              <a:spLocks noChangeAspect="1"/>
            </p:cNvSpPr>
            <p:nvPr/>
          </p:nvSpPr>
          <p:spPr>
            <a:xfrm>
              <a:off x="6119057" y="1230054"/>
              <a:ext cx="5506886" cy="5506886"/>
            </a:xfrm>
            <a:prstGeom prst="ellipse">
              <a:avLst/>
            </a:prstGeom>
            <a:solidFill>
              <a:schemeClr val="accent2">
                <a:alpha val="6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grpSp>
          <p:nvGrpSpPr>
            <p:cNvPr id="9" name="Group 8">
              <a:extLst>
                <a:ext uri="{FF2B5EF4-FFF2-40B4-BE49-F238E27FC236}">
                  <a16:creationId xmlns:a16="http://schemas.microsoft.com/office/drawing/2014/main" id="{8E11922B-DDB3-46D7-B1BD-C1CCDB3C42E3}"/>
                </a:ext>
              </a:extLst>
            </p:cNvPr>
            <p:cNvGrpSpPr>
              <a:grpSpLocks noChangeAspect="1"/>
            </p:cNvGrpSpPr>
            <p:nvPr/>
          </p:nvGrpSpPr>
          <p:grpSpPr>
            <a:xfrm>
              <a:off x="690092" y="0"/>
              <a:ext cx="10800000" cy="6858000"/>
              <a:chOff x="2328000" y="0"/>
              <a:chExt cx="2880000" cy="1440000"/>
            </a:xfrm>
          </p:grpSpPr>
          <p:sp>
            <p:nvSpPr>
              <p:cNvPr id="14" name="Rectangle 13">
                <a:extLst>
                  <a:ext uri="{FF2B5EF4-FFF2-40B4-BE49-F238E27FC236}">
                    <a16:creationId xmlns:a16="http://schemas.microsoft.com/office/drawing/2014/main" id="{C580F8F6-E662-4BCD-AC9C-7E5DDBD5A773}"/>
                  </a:ext>
                </a:extLst>
              </p:cNvPr>
              <p:cNvSpPr/>
              <p:nvPr/>
            </p:nvSpPr>
            <p:spPr>
              <a:xfrm>
                <a:off x="376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5" name="Rectangle 14">
                <a:extLst>
                  <a:ext uri="{FF2B5EF4-FFF2-40B4-BE49-F238E27FC236}">
                    <a16:creationId xmlns:a16="http://schemas.microsoft.com/office/drawing/2014/main" id="{9A333FE5-ADB0-48EE-A1A6-9AA36DA343A2}"/>
                  </a:ext>
                </a:extLst>
              </p:cNvPr>
              <p:cNvSpPr/>
              <p:nvPr/>
            </p:nvSpPr>
            <p:spPr>
              <a:xfrm flipH="1">
                <a:off x="232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grpSp>
          <p:nvGrpSpPr>
            <p:cNvPr id="10" name="Group 9">
              <a:extLst>
                <a:ext uri="{FF2B5EF4-FFF2-40B4-BE49-F238E27FC236}">
                  <a16:creationId xmlns:a16="http://schemas.microsoft.com/office/drawing/2014/main" id="{0B09CD4F-6DF4-48AA-BD35-23E3F2A643F7}"/>
                </a:ext>
              </a:extLst>
            </p:cNvPr>
            <p:cNvGrpSpPr>
              <a:grpSpLocks noChangeAspect="1"/>
            </p:cNvGrpSpPr>
            <p:nvPr/>
          </p:nvGrpSpPr>
          <p:grpSpPr>
            <a:xfrm rot="5400000">
              <a:off x="7048499" y="1714500"/>
              <a:ext cx="6858000" cy="3429000"/>
              <a:chOff x="0" y="0"/>
              <a:chExt cx="2880000" cy="1440000"/>
            </a:xfrm>
          </p:grpSpPr>
          <p:sp>
            <p:nvSpPr>
              <p:cNvPr id="12" name="Rectangle 11">
                <a:extLst>
                  <a:ext uri="{FF2B5EF4-FFF2-40B4-BE49-F238E27FC236}">
                    <a16:creationId xmlns:a16="http://schemas.microsoft.com/office/drawing/2014/main" id="{02223219-ACCC-42F2-A1B4-E3C8C8AB12A4}"/>
                  </a:ext>
                </a:extLst>
              </p:cNvPr>
              <p:cNvSpPr/>
              <p:nvPr/>
            </p:nvSpPr>
            <p:spPr>
              <a:xfrm>
                <a:off x="144000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3" name="Rectangle 12">
                <a:extLst>
                  <a:ext uri="{FF2B5EF4-FFF2-40B4-BE49-F238E27FC236}">
                    <a16:creationId xmlns:a16="http://schemas.microsoft.com/office/drawing/2014/main" id="{1510B0E9-9BA0-4357-9E04-554C19BAAC89}"/>
                  </a:ext>
                </a:extLst>
              </p:cNvPr>
              <p:cNvSpPr/>
              <p:nvPr/>
            </p:nvSpPr>
            <p:spPr>
              <a:xfrm flipH="1">
                <a:off x="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sp>
          <p:nvSpPr>
            <p:cNvPr id="11" name="Rectangle 10">
              <a:extLst>
                <a:ext uri="{FF2B5EF4-FFF2-40B4-BE49-F238E27FC236}">
                  <a16:creationId xmlns:a16="http://schemas.microsoft.com/office/drawing/2014/main" id="{DF06DA80-525A-4C9E-A441-50630AA772A4}"/>
                </a:ext>
              </a:extLst>
            </p:cNvPr>
            <p:cNvSpPr>
              <a:spLocks noChangeAspect="1"/>
            </p:cNvSpPr>
            <p:nvPr/>
          </p:nvSpPr>
          <p:spPr>
            <a:xfrm rot="10800000">
              <a:off x="5602287" y="271887"/>
              <a:ext cx="6589713" cy="6589713"/>
            </a:xfrm>
            <a:prstGeom prst="rect">
              <a:avLst/>
            </a:prstGeom>
            <a:gradFill flip="none" rotWithShape="1">
              <a:gsLst>
                <a:gs pos="0">
                  <a:schemeClr val="accent3"/>
                </a:gs>
                <a:gs pos="60000">
                  <a:schemeClr val="accent3">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sp>
        <p:nvSpPr>
          <p:cNvPr id="16" name="Rectangle 15">
            <a:extLst>
              <a:ext uri="{FF2B5EF4-FFF2-40B4-BE49-F238E27FC236}">
                <a16:creationId xmlns:a16="http://schemas.microsoft.com/office/drawing/2014/main" id="{E841E027-8E53-4FEB-8605-2124D85731CA}"/>
              </a:ext>
            </a:extLst>
          </p:cNvPr>
          <p:cNvSpPr/>
          <p:nvPr/>
        </p:nvSpPr>
        <p:spPr>
          <a:xfrm>
            <a:off x="0" y="0"/>
            <a:ext cx="12192000" cy="6858000"/>
          </a:xfrm>
          <a:prstGeom prst="rect">
            <a:avLst/>
          </a:prstGeom>
          <a:solidFill>
            <a:schemeClr val="bg2">
              <a:alpha val="4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sp>
        <p:nvSpPr>
          <p:cNvPr id="2" name="Date Placeholder 1">
            <a:extLst>
              <a:ext uri="{FF2B5EF4-FFF2-40B4-BE49-F238E27FC236}">
                <a16:creationId xmlns:a16="http://schemas.microsoft.com/office/drawing/2014/main" id="{7DD871A2-AE80-4408-AA95-DC60D132E9E3}"/>
              </a:ext>
            </a:extLst>
          </p:cNvPr>
          <p:cNvSpPr>
            <a:spLocks noGrp="1"/>
          </p:cNvSpPr>
          <p:nvPr>
            <p:ph type="dt" sz="half" idx="10"/>
          </p:nvPr>
        </p:nvSpPr>
        <p:spPr/>
        <p:txBody>
          <a:bodyPr/>
          <a:lstStyle/>
          <a:p>
            <a:fld id="{7CF0BCE0-945C-4FDF-95A1-2149B1FF5B83}" type="datetimeFigureOut">
              <a:rPr lang="en-US" smtClean="0"/>
              <a:t>12/18/2023</a:t>
            </a:fld>
            <a:endParaRPr lang="en-US"/>
          </a:p>
        </p:txBody>
      </p:sp>
      <p:sp>
        <p:nvSpPr>
          <p:cNvPr id="3" name="Footer Placeholder 2">
            <a:extLst>
              <a:ext uri="{FF2B5EF4-FFF2-40B4-BE49-F238E27FC236}">
                <a16:creationId xmlns:a16="http://schemas.microsoft.com/office/drawing/2014/main" id="{DDD122A1-7B97-4979-B319-1CE0A4A4978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6209A76-7DCD-477A-A6BA-EEA63FF94082}"/>
              </a:ext>
            </a:extLst>
          </p:cNvPr>
          <p:cNvSpPr>
            <a:spLocks noGrp="1"/>
          </p:cNvSpPr>
          <p:nvPr>
            <p:ph type="sldNum" sz="quarter" idx="12"/>
          </p:nvPr>
        </p:nvSpPr>
        <p:spPr/>
        <p:txBody>
          <a:bodyPr/>
          <a:lstStyle/>
          <a:p>
            <a:fld id="{4CD77608-3819-479B-BB98-C216BA724EFE}" type="slidenum">
              <a:rPr lang="en-US" smtClean="0"/>
              <a:t>‹#›</a:t>
            </a:fld>
            <a:endParaRPr lang="en-US"/>
          </a:p>
        </p:txBody>
      </p:sp>
    </p:spTree>
    <p:extLst>
      <p:ext uri="{BB962C8B-B14F-4D97-AF65-F5344CB8AC3E}">
        <p14:creationId xmlns:p14="http://schemas.microsoft.com/office/powerpoint/2010/main" val="23494133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0D5C0F5C-A529-490C-8941-78F10C6A00D3}"/>
              </a:ext>
            </a:extLst>
          </p:cNvPr>
          <p:cNvGrpSpPr/>
          <p:nvPr/>
        </p:nvGrpSpPr>
        <p:grpSpPr>
          <a:xfrm flipH="1">
            <a:off x="0" y="0"/>
            <a:ext cx="12191999" cy="6858001"/>
            <a:chOff x="0" y="-2"/>
            <a:chExt cx="12191999" cy="6858001"/>
          </a:xfrm>
        </p:grpSpPr>
        <p:sp>
          <p:nvSpPr>
            <p:cNvPr id="9" name="Rectangle 8">
              <a:extLst>
                <a:ext uri="{FF2B5EF4-FFF2-40B4-BE49-F238E27FC236}">
                  <a16:creationId xmlns:a16="http://schemas.microsoft.com/office/drawing/2014/main" id="{14A8D739-B942-4545-9459-A6CAF0444D1F}"/>
                </a:ext>
              </a:extLst>
            </p:cNvPr>
            <p:cNvSpPr/>
            <p:nvPr/>
          </p:nvSpPr>
          <p:spPr>
            <a:xfrm>
              <a:off x="7995665" y="2562224"/>
              <a:ext cx="4196334" cy="4295775"/>
            </a:xfrm>
            <a:prstGeom prst="rect">
              <a:avLst/>
            </a:prstGeom>
            <a:gradFill flip="none" rotWithShape="1">
              <a:gsLst>
                <a:gs pos="0">
                  <a:schemeClr val="accent3">
                    <a:alpha val="40000"/>
                  </a:schemeClr>
                </a:gs>
                <a:gs pos="34000">
                  <a:schemeClr val="accent3">
                    <a:alpha val="20000"/>
                  </a:schemeClr>
                </a:gs>
                <a:gs pos="65000">
                  <a:schemeClr val="accent3">
                    <a:alpha val="0"/>
                  </a:schemeClr>
                </a:gs>
              </a:gsLst>
              <a:path path="circle">
                <a:fillToRect l="100000" t="100000"/>
              </a:path>
              <a:tileRect r="-100000" b="-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4BB38CCA-110B-4404-9363-BFFA76C096D2}"/>
                </a:ext>
              </a:extLst>
            </p:cNvPr>
            <p:cNvGrpSpPr/>
            <p:nvPr/>
          </p:nvGrpSpPr>
          <p:grpSpPr>
            <a:xfrm rot="16200000">
              <a:off x="2295528" y="-2295528"/>
              <a:ext cx="6858000" cy="11449051"/>
              <a:chOff x="0" y="2333625"/>
              <a:chExt cx="9515474" cy="3766109"/>
            </a:xfrm>
          </p:grpSpPr>
          <p:sp>
            <p:nvSpPr>
              <p:cNvPr id="20" name="Rectangle 19">
                <a:extLst>
                  <a:ext uri="{FF2B5EF4-FFF2-40B4-BE49-F238E27FC236}">
                    <a16:creationId xmlns:a16="http://schemas.microsoft.com/office/drawing/2014/main" id="{B223FE99-C58F-4A56-8F8E-2942FF74E4BD}"/>
                  </a:ext>
                </a:extLst>
              </p:cNvPr>
              <p:cNvSpPr/>
              <p:nvPr/>
            </p:nvSpPr>
            <p:spPr>
              <a:xfrm>
                <a:off x="4757737" y="2333625"/>
                <a:ext cx="4757737" cy="3766109"/>
              </a:xfrm>
              <a:prstGeom prst="rect">
                <a:avLst/>
              </a:prstGeom>
              <a:gradFill flip="none" rotWithShape="1">
                <a:gsLst>
                  <a:gs pos="0">
                    <a:schemeClr val="accent2">
                      <a:alpha val="60000"/>
                    </a:schemeClr>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DBBD4511-8AB6-4BD3-8410-7FB3EC8D42B2}"/>
                  </a:ext>
                </a:extLst>
              </p:cNvPr>
              <p:cNvSpPr/>
              <p:nvPr/>
            </p:nvSpPr>
            <p:spPr>
              <a:xfrm flipH="1">
                <a:off x="0" y="2333625"/>
                <a:ext cx="4757737" cy="3766109"/>
              </a:xfrm>
              <a:prstGeom prst="rect">
                <a:avLst/>
              </a:prstGeom>
              <a:gradFill flip="none" rotWithShape="1">
                <a:gsLst>
                  <a:gs pos="0">
                    <a:schemeClr val="accent2">
                      <a:alpha val="60000"/>
                    </a:schemeClr>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 name="Group 10">
              <a:extLst>
                <a:ext uri="{FF2B5EF4-FFF2-40B4-BE49-F238E27FC236}">
                  <a16:creationId xmlns:a16="http://schemas.microsoft.com/office/drawing/2014/main" id="{6A8CA067-2248-4BD3-B56E-2C014AEB2273}"/>
                </a:ext>
              </a:extLst>
            </p:cNvPr>
            <p:cNvGrpSpPr>
              <a:grpSpLocks noChangeAspect="1"/>
            </p:cNvGrpSpPr>
            <p:nvPr/>
          </p:nvGrpSpPr>
          <p:grpSpPr>
            <a:xfrm rot="5400000">
              <a:off x="3583369" y="-3583369"/>
              <a:ext cx="4713262" cy="11880000"/>
              <a:chOff x="1" y="0"/>
              <a:chExt cx="8305797" cy="6858000"/>
            </a:xfrm>
          </p:grpSpPr>
          <p:sp>
            <p:nvSpPr>
              <p:cNvPr id="18" name="Rectangle 17">
                <a:extLst>
                  <a:ext uri="{FF2B5EF4-FFF2-40B4-BE49-F238E27FC236}">
                    <a16:creationId xmlns:a16="http://schemas.microsoft.com/office/drawing/2014/main" id="{8C017B9B-2727-4255-8F80-9D4C2A5AE297}"/>
                  </a:ext>
                </a:extLst>
              </p:cNvPr>
              <p:cNvSpPr/>
              <p:nvPr/>
            </p:nvSpPr>
            <p:spPr>
              <a:xfrm>
                <a:off x="931" y="3429000"/>
                <a:ext cx="8304867" cy="3429000"/>
              </a:xfrm>
              <a:prstGeom prst="rect">
                <a:avLst/>
              </a:prstGeom>
              <a:gradFill flip="none" rotWithShape="1">
                <a:gsLst>
                  <a:gs pos="0">
                    <a:schemeClr val="accent3">
                      <a:alpha val="60000"/>
                    </a:schemeClr>
                  </a:gs>
                  <a:gs pos="63000">
                    <a:schemeClr val="accent3">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18">
                <a:extLst>
                  <a:ext uri="{FF2B5EF4-FFF2-40B4-BE49-F238E27FC236}">
                    <a16:creationId xmlns:a16="http://schemas.microsoft.com/office/drawing/2014/main" id="{693C5F16-BC47-4707-B6B7-DC5262ACDC51}"/>
                  </a:ext>
                </a:extLst>
              </p:cNvPr>
              <p:cNvSpPr/>
              <p:nvPr/>
            </p:nvSpPr>
            <p:spPr>
              <a:xfrm flipV="1">
                <a:off x="1" y="0"/>
                <a:ext cx="8304867" cy="3429000"/>
              </a:xfrm>
              <a:prstGeom prst="rect">
                <a:avLst/>
              </a:prstGeom>
              <a:gradFill flip="none" rotWithShape="1">
                <a:gsLst>
                  <a:gs pos="0">
                    <a:schemeClr val="accent3">
                      <a:alpha val="60000"/>
                    </a:schemeClr>
                  </a:gs>
                  <a:gs pos="63000">
                    <a:schemeClr val="accent3">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2" name="Group 11">
              <a:extLst>
                <a:ext uri="{FF2B5EF4-FFF2-40B4-BE49-F238E27FC236}">
                  <a16:creationId xmlns:a16="http://schemas.microsoft.com/office/drawing/2014/main" id="{2E88FE13-0734-4BB3-B4D1-7C53A194DA84}"/>
                </a:ext>
              </a:extLst>
            </p:cNvPr>
            <p:cNvGrpSpPr/>
            <p:nvPr/>
          </p:nvGrpSpPr>
          <p:grpSpPr>
            <a:xfrm>
              <a:off x="2676525" y="0"/>
              <a:ext cx="9515473" cy="3766109"/>
              <a:chOff x="2333625" y="2433367"/>
              <a:chExt cx="9897159" cy="3766109"/>
            </a:xfrm>
          </p:grpSpPr>
          <p:sp>
            <p:nvSpPr>
              <p:cNvPr id="16" name="Rectangle 15">
                <a:extLst>
                  <a:ext uri="{FF2B5EF4-FFF2-40B4-BE49-F238E27FC236}">
                    <a16:creationId xmlns:a16="http://schemas.microsoft.com/office/drawing/2014/main" id="{5C9B7EF7-1EDF-4AC7-8E40-C2801783AC85}"/>
                  </a:ext>
                </a:extLst>
              </p:cNvPr>
              <p:cNvSpPr/>
              <p:nvPr/>
            </p:nvSpPr>
            <p:spPr>
              <a:xfrm>
                <a:off x="7282205" y="2433367"/>
                <a:ext cx="4948579" cy="3766109"/>
              </a:xfrm>
              <a:prstGeom prst="rect">
                <a:avLst/>
              </a:prstGeom>
              <a:gradFill flip="none" rotWithShape="1">
                <a:gsLst>
                  <a:gs pos="0">
                    <a:schemeClr val="accent1">
                      <a:alpha val="60000"/>
                    </a:schemeClr>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925CA0A0-9A3F-498E-983D-B3285EF5AD9A}"/>
                  </a:ext>
                </a:extLst>
              </p:cNvPr>
              <p:cNvSpPr/>
              <p:nvPr/>
            </p:nvSpPr>
            <p:spPr>
              <a:xfrm flipH="1">
                <a:off x="2333625" y="2433367"/>
                <a:ext cx="4948579" cy="3766109"/>
              </a:xfrm>
              <a:prstGeom prst="rect">
                <a:avLst/>
              </a:prstGeom>
              <a:gradFill flip="none" rotWithShape="1">
                <a:gsLst>
                  <a:gs pos="0">
                    <a:schemeClr val="accent1">
                      <a:alpha val="60000"/>
                    </a:schemeClr>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 name="Group 12">
              <a:extLst>
                <a:ext uri="{FF2B5EF4-FFF2-40B4-BE49-F238E27FC236}">
                  <a16:creationId xmlns:a16="http://schemas.microsoft.com/office/drawing/2014/main" id="{A5171814-E4F0-44B5-BC3F-588512210991}"/>
                </a:ext>
              </a:extLst>
            </p:cNvPr>
            <p:cNvGrpSpPr/>
            <p:nvPr/>
          </p:nvGrpSpPr>
          <p:grpSpPr>
            <a:xfrm>
              <a:off x="0" y="0"/>
              <a:ext cx="9515473" cy="3766109"/>
              <a:chOff x="0" y="2333625"/>
              <a:chExt cx="9515473" cy="3766109"/>
            </a:xfrm>
          </p:grpSpPr>
          <p:sp>
            <p:nvSpPr>
              <p:cNvPr id="14" name="Rectangle 13">
                <a:extLst>
                  <a:ext uri="{FF2B5EF4-FFF2-40B4-BE49-F238E27FC236}">
                    <a16:creationId xmlns:a16="http://schemas.microsoft.com/office/drawing/2014/main" id="{8E666ACD-EB1C-4732-971B-C3B26061DB82}"/>
                  </a:ext>
                </a:extLst>
              </p:cNvPr>
              <p:cNvSpPr/>
              <p:nvPr/>
            </p:nvSpPr>
            <p:spPr>
              <a:xfrm>
                <a:off x="4757737" y="2333625"/>
                <a:ext cx="4757736" cy="3766109"/>
              </a:xfrm>
              <a:prstGeom prst="rect">
                <a:avLst/>
              </a:prstGeom>
              <a:gradFill flip="none" rotWithShape="1">
                <a:gsLst>
                  <a:gs pos="0">
                    <a:schemeClr val="accent2">
                      <a:alpha val="60000"/>
                    </a:schemeClr>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2A4E213B-7F96-44C1-90B3-B72E9387BF73}"/>
                  </a:ext>
                </a:extLst>
              </p:cNvPr>
              <p:cNvSpPr/>
              <p:nvPr/>
            </p:nvSpPr>
            <p:spPr>
              <a:xfrm flipH="1">
                <a:off x="0" y="2333625"/>
                <a:ext cx="4757736" cy="3766109"/>
              </a:xfrm>
              <a:prstGeom prst="rect">
                <a:avLst/>
              </a:prstGeom>
              <a:gradFill flip="none" rotWithShape="1">
                <a:gsLst>
                  <a:gs pos="0">
                    <a:schemeClr val="accent2">
                      <a:alpha val="60000"/>
                    </a:schemeClr>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22" name="Rectangle 21">
            <a:extLst>
              <a:ext uri="{FF2B5EF4-FFF2-40B4-BE49-F238E27FC236}">
                <a16:creationId xmlns:a16="http://schemas.microsoft.com/office/drawing/2014/main" id="{BFE392AA-35E5-40E5-9309-284A0C541061}"/>
              </a:ext>
            </a:extLst>
          </p:cNvPr>
          <p:cNvSpPr/>
          <p:nvPr/>
        </p:nvSpPr>
        <p:spPr>
          <a:xfrm>
            <a:off x="0" y="0"/>
            <a:ext cx="12192000" cy="6858000"/>
          </a:xfrm>
          <a:prstGeom prst="rect">
            <a:avLst/>
          </a:prstGeom>
          <a:solidFill>
            <a:schemeClr val="bg2">
              <a:alpha val="4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sp>
        <p:nvSpPr>
          <p:cNvPr id="2" name="Title 1">
            <a:extLst>
              <a:ext uri="{FF2B5EF4-FFF2-40B4-BE49-F238E27FC236}">
                <a16:creationId xmlns:a16="http://schemas.microsoft.com/office/drawing/2014/main" id="{71A8188C-9713-46E1-AA5C-C84FE515F3A2}"/>
              </a:ext>
            </a:extLst>
          </p:cNvPr>
          <p:cNvSpPr>
            <a:spLocks noGrp="1"/>
          </p:cNvSpPr>
          <p:nvPr>
            <p:ph type="title"/>
          </p:nvPr>
        </p:nvSpPr>
        <p:spPr>
          <a:xfrm>
            <a:off x="539999" y="540000"/>
            <a:ext cx="4511425" cy="2771774"/>
          </a:xfrm>
        </p:spPr>
        <p:txBody>
          <a:bodyPr anchor="t"/>
          <a:lstStyle>
            <a:lvl1pPr>
              <a:defRPr sz="6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9E192CC-893A-4A84-A7E9-F389D83F0B16}"/>
              </a:ext>
            </a:extLst>
          </p:cNvPr>
          <p:cNvSpPr>
            <a:spLocks noGrp="1"/>
          </p:cNvSpPr>
          <p:nvPr>
            <p:ph idx="1"/>
          </p:nvPr>
        </p:nvSpPr>
        <p:spPr>
          <a:xfrm>
            <a:off x="5232400" y="540000"/>
            <a:ext cx="6408736" cy="5759450"/>
          </a:xfrm>
        </p:spPr>
        <p:txBody>
          <a:bodyPr/>
          <a:lstStyle>
            <a:lvl1pPr>
              <a:defRPr sz="3200"/>
            </a:lvl1pPr>
            <a:lvl2pPr>
              <a:defRPr sz="2400"/>
            </a:lvl2pPr>
            <a:lvl3pPr>
              <a:defRPr sz="18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86CC7765-7D44-43DD-A1DF-419D3E1C625F}"/>
              </a:ext>
            </a:extLst>
          </p:cNvPr>
          <p:cNvSpPr>
            <a:spLocks noGrp="1"/>
          </p:cNvSpPr>
          <p:nvPr>
            <p:ph type="body" sz="half" idx="2"/>
          </p:nvPr>
        </p:nvSpPr>
        <p:spPr>
          <a:xfrm>
            <a:off x="540000" y="3536950"/>
            <a:ext cx="4511426" cy="2771775"/>
          </a:xfrm>
        </p:spPr>
        <p:txBody>
          <a:bodyPr/>
          <a:lstStyle>
            <a:lvl1pPr marL="0" indent="0">
              <a:buNone/>
              <a:defRPr sz="1600" cap="all" spc="30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6D36875-AFB0-4905-8C9E-A72B4F59775E}"/>
              </a:ext>
            </a:extLst>
          </p:cNvPr>
          <p:cNvSpPr>
            <a:spLocks noGrp="1"/>
          </p:cNvSpPr>
          <p:nvPr>
            <p:ph type="dt" sz="half" idx="10"/>
          </p:nvPr>
        </p:nvSpPr>
        <p:spPr/>
        <p:txBody>
          <a:bodyPr/>
          <a:lstStyle/>
          <a:p>
            <a:fld id="{7CF0BCE0-945C-4FDF-95A1-2149B1FF5B83}" type="datetimeFigureOut">
              <a:rPr lang="en-US" smtClean="0"/>
              <a:t>12/18/2023</a:t>
            </a:fld>
            <a:endParaRPr lang="en-US"/>
          </a:p>
        </p:txBody>
      </p:sp>
      <p:sp>
        <p:nvSpPr>
          <p:cNvPr id="6" name="Footer Placeholder 5">
            <a:extLst>
              <a:ext uri="{FF2B5EF4-FFF2-40B4-BE49-F238E27FC236}">
                <a16:creationId xmlns:a16="http://schemas.microsoft.com/office/drawing/2014/main" id="{25437ABF-7E70-4E45-A67B-C503BF18209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48016CA-2983-47BF-BA09-2130A40C8763}"/>
              </a:ext>
            </a:extLst>
          </p:cNvPr>
          <p:cNvSpPr>
            <a:spLocks noGrp="1"/>
          </p:cNvSpPr>
          <p:nvPr>
            <p:ph type="sldNum" sz="quarter" idx="12"/>
          </p:nvPr>
        </p:nvSpPr>
        <p:spPr/>
        <p:txBody>
          <a:bodyPr/>
          <a:lstStyle/>
          <a:p>
            <a:fld id="{4CD77608-3819-479B-BB98-C216BA724EFE}" type="slidenum">
              <a:rPr lang="en-US" smtClean="0"/>
              <a:t>‹#›</a:t>
            </a:fld>
            <a:endParaRPr lang="en-US"/>
          </a:p>
        </p:txBody>
      </p:sp>
    </p:spTree>
    <p:extLst>
      <p:ext uri="{BB962C8B-B14F-4D97-AF65-F5344CB8AC3E}">
        <p14:creationId xmlns:p14="http://schemas.microsoft.com/office/powerpoint/2010/main" val="26082253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D97E00A2-2906-4C97-9D1F-C789D3ADD373}"/>
              </a:ext>
            </a:extLst>
          </p:cNvPr>
          <p:cNvGrpSpPr/>
          <p:nvPr/>
        </p:nvGrpSpPr>
        <p:grpSpPr>
          <a:xfrm rot="10800000">
            <a:off x="1392000" y="0"/>
            <a:ext cx="10800000" cy="6858000"/>
            <a:chOff x="0" y="0"/>
            <a:chExt cx="10800000" cy="6858000"/>
          </a:xfrm>
        </p:grpSpPr>
        <p:sp>
          <p:nvSpPr>
            <p:cNvPr id="9" name="Rectangle 8">
              <a:extLst>
                <a:ext uri="{FF2B5EF4-FFF2-40B4-BE49-F238E27FC236}">
                  <a16:creationId xmlns:a16="http://schemas.microsoft.com/office/drawing/2014/main" id="{59CE8EF9-87D6-47FD-B7D3-2D48D8E48AC3}"/>
                </a:ext>
              </a:extLst>
            </p:cNvPr>
            <p:cNvSpPr/>
            <p:nvPr/>
          </p:nvSpPr>
          <p:spPr>
            <a:xfrm>
              <a:off x="5400000" y="0"/>
              <a:ext cx="5400000" cy="6858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0" name="Rectangle 9">
              <a:extLst>
                <a:ext uri="{FF2B5EF4-FFF2-40B4-BE49-F238E27FC236}">
                  <a16:creationId xmlns:a16="http://schemas.microsoft.com/office/drawing/2014/main" id="{6784998E-9D37-4D0D-889A-C67531E5295C}"/>
                </a:ext>
              </a:extLst>
            </p:cNvPr>
            <p:cNvSpPr/>
            <p:nvPr/>
          </p:nvSpPr>
          <p:spPr>
            <a:xfrm flipH="1">
              <a:off x="0" y="0"/>
              <a:ext cx="5400000" cy="6858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grpSp>
        <p:nvGrpSpPr>
          <p:cNvPr id="11" name="Group 10">
            <a:extLst>
              <a:ext uri="{FF2B5EF4-FFF2-40B4-BE49-F238E27FC236}">
                <a16:creationId xmlns:a16="http://schemas.microsoft.com/office/drawing/2014/main" id="{8B575B0B-C502-438E-967C-64D268031426}"/>
              </a:ext>
            </a:extLst>
          </p:cNvPr>
          <p:cNvGrpSpPr>
            <a:grpSpLocks noChangeAspect="1"/>
          </p:cNvGrpSpPr>
          <p:nvPr/>
        </p:nvGrpSpPr>
        <p:grpSpPr>
          <a:xfrm rot="16200000" flipH="1">
            <a:off x="-1714500" y="1714500"/>
            <a:ext cx="6858000" cy="3429000"/>
            <a:chOff x="0" y="0"/>
            <a:chExt cx="2880000" cy="1440000"/>
          </a:xfrm>
        </p:grpSpPr>
        <p:sp>
          <p:nvSpPr>
            <p:cNvPr id="12" name="Rectangle 11">
              <a:extLst>
                <a:ext uri="{FF2B5EF4-FFF2-40B4-BE49-F238E27FC236}">
                  <a16:creationId xmlns:a16="http://schemas.microsoft.com/office/drawing/2014/main" id="{4FC29931-00EB-4F74-BE4C-172A4C282A26}"/>
                </a:ext>
              </a:extLst>
            </p:cNvPr>
            <p:cNvSpPr/>
            <p:nvPr/>
          </p:nvSpPr>
          <p:spPr>
            <a:xfrm>
              <a:off x="144000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3" name="Rectangle 12">
              <a:extLst>
                <a:ext uri="{FF2B5EF4-FFF2-40B4-BE49-F238E27FC236}">
                  <a16:creationId xmlns:a16="http://schemas.microsoft.com/office/drawing/2014/main" id="{989B4C87-FDD3-406D-BE06-3ABF69905E03}"/>
                </a:ext>
              </a:extLst>
            </p:cNvPr>
            <p:cNvSpPr/>
            <p:nvPr/>
          </p:nvSpPr>
          <p:spPr>
            <a:xfrm flipH="1">
              <a:off x="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sp>
        <p:nvSpPr>
          <p:cNvPr id="14" name="Rectangle 13">
            <a:extLst>
              <a:ext uri="{FF2B5EF4-FFF2-40B4-BE49-F238E27FC236}">
                <a16:creationId xmlns:a16="http://schemas.microsoft.com/office/drawing/2014/main" id="{FD817A89-A0E1-4190-90AE-0571E6CE8FC6}"/>
              </a:ext>
            </a:extLst>
          </p:cNvPr>
          <p:cNvSpPr>
            <a:spLocks noChangeAspect="1"/>
          </p:cNvSpPr>
          <p:nvPr/>
        </p:nvSpPr>
        <p:spPr>
          <a:xfrm rot="10800000">
            <a:off x="5602287" y="268286"/>
            <a:ext cx="6589713" cy="6589713"/>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5" name="Rectangle 14">
            <a:extLst>
              <a:ext uri="{FF2B5EF4-FFF2-40B4-BE49-F238E27FC236}">
                <a16:creationId xmlns:a16="http://schemas.microsoft.com/office/drawing/2014/main" id="{4FD20388-C666-4992-920D-5F034214950C}"/>
              </a:ext>
            </a:extLst>
          </p:cNvPr>
          <p:cNvSpPr>
            <a:spLocks noChangeAspect="1"/>
          </p:cNvSpPr>
          <p:nvPr/>
        </p:nvSpPr>
        <p:spPr>
          <a:xfrm>
            <a:off x="0" y="0"/>
            <a:ext cx="6589713" cy="6589713"/>
          </a:xfrm>
          <a:prstGeom prst="rect">
            <a:avLst/>
          </a:prstGeom>
          <a:gradFill flip="none" rotWithShape="1">
            <a:gsLst>
              <a:gs pos="0">
                <a:schemeClr val="accent1">
                  <a:alpha val="60000"/>
                </a:schemeClr>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6" name="Rectangle 15">
            <a:extLst>
              <a:ext uri="{FF2B5EF4-FFF2-40B4-BE49-F238E27FC236}">
                <a16:creationId xmlns:a16="http://schemas.microsoft.com/office/drawing/2014/main" id="{FCAB0CC3-A07E-43B8-9B34-0A67C1806DE1}"/>
              </a:ext>
            </a:extLst>
          </p:cNvPr>
          <p:cNvSpPr/>
          <p:nvPr/>
        </p:nvSpPr>
        <p:spPr>
          <a:xfrm>
            <a:off x="0" y="0"/>
            <a:ext cx="12192000" cy="6858000"/>
          </a:xfrm>
          <a:prstGeom prst="rect">
            <a:avLst/>
          </a:prstGeom>
          <a:solidFill>
            <a:schemeClr val="bg2">
              <a:alpha val="4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sp>
        <p:nvSpPr>
          <p:cNvPr id="2" name="Title 1">
            <a:extLst>
              <a:ext uri="{FF2B5EF4-FFF2-40B4-BE49-F238E27FC236}">
                <a16:creationId xmlns:a16="http://schemas.microsoft.com/office/drawing/2014/main" id="{F91800A6-9706-4B81-B957-C950A5F77490}"/>
              </a:ext>
            </a:extLst>
          </p:cNvPr>
          <p:cNvSpPr>
            <a:spLocks noGrp="1"/>
          </p:cNvSpPr>
          <p:nvPr>
            <p:ph type="title"/>
          </p:nvPr>
        </p:nvSpPr>
        <p:spPr>
          <a:xfrm>
            <a:off x="539999" y="540000"/>
            <a:ext cx="4511425" cy="2771774"/>
          </a:xfrm>
        </p:spPr>
        <p:txBody>
          <a:bodyPr anchor="t"/>
          <a:lstStyle>
            <a:lvl1pPr>
              <a:defRPr sz="60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CA17652B-AA0D-4574-AF1D-7F7442D84B0B}"/>
              </a:ext>
            </a:extLst>
          </p:cNvPr>
          <p:cNvSpPr>
            <a:spLocks noGrp="1"/>
          </p:cNvSpPr>
          <p:nvPr>
            <p:ph type="pic" idx="1"/>
          </p:nvPr>
        </p:nvSpPr>
        <p:spPr>
          <a:xfrm>
            <a:off x="5232400" y="549275"/>
            <a:ext cx="6408736" cy="57594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ECA19547-D24B-4BD1-8C26-318450B171B3}"/>
              </a:ext>
            </a:extLst>
          </p:cNvPr>
          <p:cNvSpPr>
            <a:spLocks noGrp="1"/>
          </p:cNvSpPr>
          <p:nvPr>
            <p:ph type="body" sz="half" idx="2"/>
          </p:nvPr>
        </p:nvSpPr>
        <p:spPr>
          <a:xfrm>
            <a:off x="539999" y="3536950"/>
            <a:ext cx="4511425" cy="2771774"/>
          </a:xfrm>
        </p:spPr>
        <p:txBody>
          <a:bodyPr/>
          <a:lstStyle>
            <a:lvl1pPr marL="0" indent="0">
              <a:buNone/>
              <a:defRPr sz="1600" cap="all" spc="30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C3A22E6-7E01-4547-8555-B2C197543921}"/>
              </a:ext>
            </a:extLst>
          </p:cNvPr>
          <p:cNvSpPr>
            <a:spLocks noGrp="1"/>
          </p:cNvSpPr>
          <p:nvPr>
            <p:ph type="dt" sz="half" idx="10"/>
          </p:nvPr>
        </p:nvSpPr>
        <p:spPr/>
        <p:txBody>
          <a:bodyPr/>
          <a:lstStyle/>
          <a:p>
            <a:fld id="{7CF0BCE0-945C-4FDF-95A1-2149B1FF5B83}" type="datetimeFigureOut">
              <a:rPr lang="en-US" smtClean="0"/>
              <a:t>12/18/2023</a:t>
            </a:fld>
            <a:endParaRPr lang="en-US"/>
          </a:p>
        </p:txBody>
      </p:sp>
      <p:sp>
        <p:nvSpPr>
          <p:cNvPr id="6" name="Footer Placeholder 5">
            <a:extLst>
              <a:ext uri="{FF2B5EF4-FFF2-40B4-BE49-F238E27FC236}">
                <a16:creationId xmlns:a16="http://schemas.microsoft.com/office/drawing/2014/main" id="{A90F6BEC-98F3-43FE-BA9B-B046D8917FF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D2FAF54-57F0-46F9-A1BA-B554E14017DF}"/>
              </a:ext>
            </a:extLst>
          </p:cNvPr>
          <p:cNvSpPr>
            <a:spLocks noGrp="1"/>
          </p:cNvSpPr>
          <p:nvPr>
            <p:ph type="sldNum" sz="quarter" idx="12"/>
          </p:nvPr>
        </p:nvSpPr>
        <p:spPr/>
        <p:txBody>
          <a:bodyPr/>
          <a:lstStyle/>
          <a:p>
            <a:fld id="{4CD77608-3819-479B-BB98-C216BA724EFE}" type="slidenum">
              <a:rPr lang="en-US" smtClean="0"/>
              <a:t>‹#›</a:t>
            </a:fld>
            <a:endParaRPr lang="en-US"/>
          </a:p>
        </p:txBody>
      </p:sp>
    </p:spTree>
    <p:extLst>
      <p:ext uri="{BB962C8B-B14F-4D97-AF65-F5344CB8AC3E}">
        <p14:creationId xmlns:p14="http://schemas.microsoft.com/office/powerpoint/2010/main" val="28379476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7C461672-F18A-4768-9850-0531FD3720BA}"/>
              </a:ext>
            </a:extLst>
          </p:cNvPr>
          <p:cNvGrpSpPr/>
          <p:nvPr/>
        </p:nvGrpSpPr>
        <p:grpSpPr>
          <a:xfrm rot="10800000">
            <a:off x="5921828" y="2876440"/>
            <a:ext cx="6270171" cy="3981559"/>
            <a:chOff x="0" y="0"/>
            <a:chExt cx="10800000" cy="6858000"/>
          </a:xfrm>
        </p:grpSpPr>
        <p:sp>
          <p:nvSpPr>
            <p:cNvPr id="8" name="Rectangle 7">
              <a:extLst>
                <a:ext uri="{FF2B5EF4-FFF2-40B4-BE49-F238E27FC236}">
                  <a16:creationId xmlns:a16="http://schemas.microsoft.com/office/drawing/2014/main" id="{9FA73898-D78C-45F9-AFC1-2AB16F6725C2}"/>
                </a:ext>
              </a:extLst>
            </p:cNvPr>
            <p:cNvSpPr/>
            <p:nvPr/>
          </p:nvSpPr>
          <p:spPr>
            <a:xfrm>
              <a:off x="5400000" y="0"/>
              <a:ext cx="5400000" cy="6858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9" name="Rectangle 8">
              <a:extLst>
                <a:ext uri="{FF2B5EF4-FFF2-40B4-BE49-F238E27FC236}">
                  <a16:creationId xmlns:a16="http://schemas.microsoft.com/office/drawing/2014/main" id="{4FC423E3-700B-43D6-A2CB-F3C871632C20}"/>
                </a:ext>
              </a:extLst>
            </p:cNvPr>
            <p:cNvSpPr/>
            <p:nvPr/>
          </p:nvSpPr>
          <p:spPr>
            <a:xfrm flipH="1">
              <a:off x="0" y="0"/>
              <a:ext cx="5400000" cy="6858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grpSp>
        <p:nvGrpSpPr>
          <p:cNvPr id="10" name="Group 9">
            <a:extLst>
              <a:ext uri="{FF2B5EF4-FFF2-40B4-BE49-F238E27FC236}">
                <a16:creationId xmlns:a16="http://schemas.microsoft.com/office/drawing/2014/main" id="{82F05B2A-1EC7-4131-B899-C7ECB9A502EB}"/>
              </a:ext>
            </a:extLst>
          </p:cNvPr>
          <p:cNvGrpSpPr>
            <a:grpSpLocks noChangeAspect="1"/>
          </p:cNvGrpSpPr>
          <p:nvPr/>
        </p:nvGrpSpPr>
        <p:grpSpPr>
          <a:xfrm flipH="1">
            <a:off x="0" y="-1"/>
            <a:ext cx="9361714" cy="4680857"/>
            <a:chOff x="0" y="0"/>
            <a:chExt cx="2880000" cy="1440000"/>
          </a:xfrm>
        </p:grpSpPr>
        <p:sp>
          <p:nvSpPr>
            <p:cNvPr id="11" name="Rectangle 10">
              <a:extLst>
                <a:ext uri="{FF2B5EF4-FFF2-40B4-BE49-F238E27FC236}">
                  <a16:creationId xmlns:a16="http://schemas.microsoft.com/office/drawing/2014/main" id="{97711D4C-4FFE-4151-B53D-60890F0F5827}"/>
                </a:ext>
              </a:extLst>
            </p:cNvPr>
            <p:cNvSpPr/>
            <p:nvPr/>
          </p:nvSpPr>
          <p:spPr>
            <a:xfrm>
              <a:off x="144000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2" name="Rectangle 11">
              <a:extLst>
                <a:ext uri="{FF2B5EF4-FFF2-40B4-BE49-F238E27FC236}">
                  <a16:creationId xmlns:a16="http://schemas.microsoft.com/office/drawing/2014/main" id="{F69D6393-413D-4151-BC2C-43161BE4A799}"/>
                </a:ext>
              </a:extLst>
            </p:cNvPr>
            <p:cNvSpPr/>
            <p:nvPr/>
          </p:nvSpPr>
          <p:spPr>
            <a:xfrm flipH="1">
              <a:off x="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sp>
        <p:nvSpPr>
          <p:cNvPr id="13" name="Rectangle 12">
            <a:extLst>
              <a:ext uri="{FF2B5EF4-FFF2-40B4-BE49-F238E27FC236}">
                <a16:creationId xmlns:a16="http://schemas.microsoft.com/office/drawing/2014/main" id="{A96370B9-6459-4B05-9A8B-A9E7FA8966CD}"/>
              </a:ext>
            </a:extLst>
          </p:cNvPr>
          <p:cNvSpPr>
            <a:spLocks noChangeAspect="1"/>
          </p:cNvSpPr>
          <p:nvPr/>
        </p:nvSpPr>
        <p:spPr>
          <a:xfrm rot="10800000">
            <a:off x="8430794" y="3096793"/>
            <a:ext cx="3761205" cy="3761205"/>
          </a:xfrm>
          <a:prstGeom prst="rect">
            <a:avLst/>
          </a:prstGeom>
          <a:gradFill flip="none" rotWithShape="1">
            <a:gsLst>
              <a:gs pos="0">
                <a:schemeClr val="accent1">
                  <a:alpha val="40000"/>
                </a:schemeClr>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4" name="Rectangle 13">
            <a:extLst>
              <a:ext uri="{FF2B5EF4-FFF2-40B4-BE49-F238E27FC236}">
                <a16:creationId xmlns:a16="http://schemas.microsoft.com/office/drawing/2014/main" id="{DA3AC0C6-74C3-4E55-AA42-A9F1A4B1B210}"/>
              </a:ext>
            </a:extLst>
          </p:cNvPr>
          <p:cNvSpPr>
            <a:spLocks noChangeAspect="1"/>
          </p:cNvSpPr>
          <p:nvPr/>
        </p:nvSpPr>
        <p:spPr>
          <a:xfrm>
            <a:off x="0" y="0"/>
            <a:ext cx="6589713" cy="6589713"/>
          </a:xfrm>
          <a:prstGeom prst="rect">
            <a:avLst/>
          </a:prstGeom>
          <a:gradFill flip="none" rotWithShape="1">
            <a:gsLst>
              <a:gs pos="0">
                <a:schemeClr val="accent1">
                  <a:alpha val="60000"/>
                </a:schemeClr>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5" name="Rectangle 14">
            <a:extLst>
              <a:ext uri="{FF2B5EF4-FFF2-40B4-BE49-F238E27FC236}">
                <a16:creationId xmlns:a16="http://schemas.microsoft.com/office/drawing/2014/main" id="{132C27A4-86D3-4C83-8022-E37A8672A993}"/>
              </a:ext>
            </a:extLst>
          </p:cNvPr>
          <p:cNvSpPr/>
          <p:nvPr/>
        </p:nvSpPr>
        <p:spPr>
          <a:xfrm>
            <a:off x="0" y="0"/>
            <a:ext cx="12192000" cy="6858000"/>
          </a:xfrm>
          <a:prstGeom prst="rect">
            <a:avLst/>
          </a:prstGeom>
          <a:solidFill>
            <a:schemeClr val="bg2">
              <a:alpha val="4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sp>
        <p:nvSpPr>
          <p:cNvPr id="2" name="Title 1">
            <a:extLst>
              <a:ext uri="{FF2B5EF4-FFF2-40B4-BE49-F238E27FC236}">
                <a16:creationId xmlns:a16="http://schemas.microsoft.com/office/drawing/2014/main" id="{88F1FF59-E1BE-4475-953B-5BF6FBC10C57}"/>
              </a:ext>
            </a:extLst>
          </p:cNvPr>
          <p:cNvSpPr>
            <a:spLocks noGrp="1"/>
          </p:cNvSpPr>
          <p:nvPr>
            <p:ph type="title"/>
          </p:nvPr>
        </p:nvSpPr>
        <p:spPr>
          <a:xfrm>
            <a:off x="540000" y="540000"/>
            <a:ext cx="11090273" cy="1800224"/>
          </a:xfrm>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F8F1F045-44C5-4165-A640-4E4D33A59580}"/>
              </a:ext>
            </a:extLst>
          </p:cNvPr>
          <p:cNvSpPr>
            <a:spLocks noGrp="1"/>
          </p:cNvSpPr>
          <p:nvPr>
            <p:ph type="body" orient="vert" idx="1"/>
          </p:nvPr>
        </p:nvSpPr>
        <p:spPr>
          <a:xfrm>
            <a:off x="540000" y="2528887"/>
            <a:ext cx="11090276" cy="377983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A517047A-D05B-44E9-A240-BDB881C4296A}"/>
              </a:ext>
            </a:extLst>
          </p:cNvPr>
          <p:cNvSpPr>
            <a:spLocks noGrp="1"/>
          </p:cNvSpPr>
          <p:nvPr>
            <p:ph type="dt" sz="half" idx="10"/>
          </p:nvPr>
        </p:nvSpPr>
        <p:spPr/>
        <p:txBody>
          <a:bodyPr/>
          <a:lstStyle/>
          <a:p>
            <a:fld id="{7CF0BCE0-945C-4FDF-95A1-2149B1FF5B83}" type="datetimeFigureOut">
              <a:rPr lang="en-US" smtClean="0"/>
              <a:t>12/18/2023</a:t>
            </a:fld>
            <a:endParaRPr lang="en-US"/>
          </a:p>
        </p:txBody>
      </p:sp>
      <p:sp>
        <p:nvSpPr>
          <p:cNvPr id="5" name="Footer Placeholder 4">
            <a:extLst>
              <a:ext uri="{FF2B5EF4-FFF2-40B4-BE49-F238E27FC236}">
                <a16:creationId xmlns:a16="http://schemas.microsoft.com/office/drawing/2014/main" id="{7FDCB2E8-A68D-478D-A728-C9612848C84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F7E4F1D-3280-4DB5-B2E0-DA7F10717EB4}"/>
              </a:ext>
            </a:extLst>
          </p:cNvPr>
          <p:cNvSpPr>
            <a:spLocks noGrp="1"/>
          </p:cNvSpPr>
          <p:nvPr>
            <p:ph type="sldNum" sz="quarter" idx="12"/>
          </p:nvPr>
        </p:nvSpPr>
        <p:spPr/>
        <p:txBody>
          <a:bodyPr/>
          <a:lstStyle/>
          <a:p>
            <a:fld id="{4CD77608-3819-479B-BB98-C216BA724EFE}" type="slidenum">
              <a:rPr lang="en-US" smtClean="0"/>
              <a:t>‹#›</a:t>
            </a:fld>
            <a:endParaRPr lang="en-US"/>
          </a:p>
        </p:txBody>
      </p:sp>
    </p:spTree>
    <p:extLst>
      <p:ext uri="{BB962C8B-B14F-4D97-AF65-F5344CB8AC3E}">
        <p14:creationId xmlns:p14="http://schemas.microsoft.com/office/powerpoint/2010/main" val="32829511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3C627D45-FE54-49FF-A37F-6206993AEFD8}"/>
              </a:ext>
            </a:extLst>
          </p:cNvPr>
          <p:cNvGrpSpPr/>
          <p:nvPr/>
        </p:nvGrpSpPr>
        <p:grpSpPr>
          <a:xfrm>
            <a:off x="0" y="-3"/>
            <a:ext cx="12192000" cy="6858003"/>
            <a:chOff x="0" y="-3"/>
            <a:chExt cx="12192000" cy="6858003"/>
          </a:xfrm>
        </p:grpSpPr>
        <p:sp useBgFill="1">
          <p:nvSpPr>
            <p:cNvPr id="8" name="Rectangle 7">
              <a:extLst>
                <a:ext uri="{FF2B5EF4-FFF2-40B4-BE49-F238E27FC236}">
                  <a16:creationId xmlns:a16="http://schemas.microsoft.com/office/drawing/2014/main" id="{879CEFA6-CCA5-4FEF-B53D-E74B1E67E9C7}"/>
                </a:ext>
              </a:extLst>
            </p:cNvPr>
            <p:cNvSpPr/>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a:extLst>
                <a:ext uri="{FF2B5EF4-FFF2-40B4-BE49-F238E27FC236}">
                  <a16:creationId xmlns:a16="http://schemas.microsoft.com/office/drawing/2014/main" id="{ACFCD768-2100-4B20-87EF-9F92EFBD8FA8}"/>
                </a:ext>
              </a:extLst>
            </p:cNvPr>
            <p:cNvGrpSpPr>
              <a:grpSpLocks noChangeAspect="1"/>
            </p:cNvGrpSpPr>
            <p:nvPr/>
          </p:nvGrpSpPr>
          <p:grpSpPr>
            <a:xfrm>
              <a:off x="672000" y="-3"/>
              <a:ext cx="11520000" cy="5760000"/>
              <a:chOff x="5981700" y="-1"/>
              <a:chExt cx="6042660" cy="3021330"/>
            </a:xfrm>
          </p:grpSpPr>
          <p:sp>
            <p:nvSpPr>
              <p:cNvPr id="16" name="Rectangle 15">
                <a:extLst>
                  <a:ext uri="{FF2B5EF4-FFF2-40B4-BE49-F238E27FC236}">
                    <a16:creationId xmlns:a16="http://schemas.microsoft.com/office/drawing/2014/main" id="{E0D1B599-DFF1-4E00-9EAE-EE32BD7B4860}"/>
                  </a:ext>
                </a:extLst>
              </p:cNvPr>
              <p:cNvSpPr/>
              <p:nvPr/>
            </p:nvSpPr>
            <p:spPr>
              <a:xfrm>
                <a:off x="9003030" y="-1"/>
                <a:ext cx="3021330" cy="3021330"/>
              </a:xfrm>
              <a:prstGeom prst="rect">
                <a:avLst/>
              </a:prstGeom>
              <a:gradFill flip="none" rotWithShape="1">
                <a:gsLst>
                  <a:gs pos="0">
                    <a:schemeClr val="accent1">
                      <a:alpha val="60000"/>
                    </a:schemeClr>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A0FCF7F6-290B-4DE7-BA60-863CBF95C2AF}"/>
                  </a:ext>
                </a:extLst>
              </p:cNvPr>
              <p:cNvSpPr/>
              <p:nvPr/>
            </p:nvSpPr>
            <p:spPr>
              <a:xfrm flipH="1">
                <a:off x="5981700" y="-1"/>
                <a:ext cx="3021330" cy="3021330"/>
              </a:xfrm>
              <a:prstGeom prst="rect">
                <a:avLst/>
              </a:prstGeom>
              <a:gradFill flip="none" rotWithShape="1">
                <a:gsLst>
                  <a:gs pos="0">
                    <a:schemeClr val="accent1">
                      <a:alpha val="60000"/>
                    </a:schemeClr>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 name="Rectangle 9">
              <a:extLst>
                <a:ext uri="{FF2B5EF4-FFF2-40B4-BE49-F238E27FC236}">
                  <a16:creationId xmlns:a16="http://schemas.microsoft.com/office/drawing/2014/main" id="{F59358AB-E1C9-402B-9F3F-28B4F50DAC6F}"/>
                </a:ext>
              </a:extLst>
            </p:cNvPr>
            <p:cNvSpPr>
              <a:spLocks noChangeAspect="1"/>
            </p:cNvSpPr>
            <p:nvPr/>
          </p:nvSpPr>
          <p:spPr>
            <a:xfrm rot="5400000">
              <a:off x="5334000" y="0"/>
              <a:ext cx="6858000" cy="6858000"/>
            </a:xfrm>
            <a:prstGeom prst="rect">
              <a:avLst/>
            </a:prstGeom>
            <a:gradFill flip="none" rotWithShape="1">
              <a:gsLst>
                <a:gs pos="0">
                  <a:schemeClr val="accent3">
                    <a:alpha val="60000"/>
                  </a:schemeClr>
                </a:gs>
                <a:gs pos="60000">
                  <a:schemeClr val="accent3">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A78C24EC-8C5D-4A7E-9D57-C752E0DC9485}"/>
                </a:ext>
              </a:extLst>
            </p:cNvPr>
            <p:cNvSpPr>
              <a:spLocks noChangeAspect="1"/>
            </p:cNvSpPr>
            <p:nvPr/>
          </p:nvSpPr>
          <p:spPr>
            <a:xfrm>
              <a:off x="0" y="2538000"/>
              <a:ext cx="4320000" cy="4320000"/>
            </a:xfrm>
            <a:prstGeom prst="ellipse">
              <a:avLst/>
            </a:prstGeom>
            <a:solidFill>
              <a:schemeClr val="accent3">
                <a:alpha val="4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E6C0B30A-4855-4424-B3A8-AC110CA8356F}"/>
                </a:ext>
              </a:extLst>
            </p:cNvPr>
            <p:cNvGrpSpPr/>
            <p:nvPr/>
          </p:nvGrpSpPr>
          <p:grpSpPr>
            <a:xfrm rot="10800000">
              <a:off x="1" y="2948940"/>
              <a:ext cx="7818118" cy="3909059"/>
              <a:chOff x="0" y="0"/>
              <a:chExt cx="2880000" cy="1440000"/>
            </a:xfrm>
          </p:grpSpPr>
          <p:sp>
            <p:nvSpPr>
              <p:cNvPr id="14" name="Rectangle 13">
                <a:extLst>
                  <a:ext uri="{FF2B5EF4-FFF2-40B4-BE49-F238E27FC236}">
                    <a16:creationId xmlns:a16="http://schemas.microsoft.com/office/drawing/2014/main" id="{DC119EB9-1A9A-45A4-AE16-9968A70C5C35}"/>
                  </a:ext>
                </a:extLst>
              </p:cNvPr>
              <p:cNvSpPr/>
              <p:nvPr/>
            </p:nvSpPr>
            <p:spPr>
              <a:xfrm>
                <a:off x="144000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CA5B7B85-4DC3-4343-B734-4852DD5DF033}"/>
                  </a:ext>
                </a:extLst>
              </p:cNvPr>
              <p:cNvSpPr/>
              <p:nvPr/>
            </p:nvSpPr>
            <p:spPr>
              <a:xfrm flipH="1">
                <a:off x="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3" name="Rectangle 12">
              <a:extLst>
                <a:ext uri="{FF2B5EF4-FFF2-40B4-BE49-F238E27FC236}">
                  <a16:creationId xmlns:a16="http://schemas.microsoft.com/office/drawing/2014/main" id="{73F3733E-DBA5-4A25-9315-B7A1A5E7A1FF}"/>
                </a:ext>
              </a:extLst>
            </p:cNvPr>
            <p:cNvSpPr>
              <a:spLocks noChangeAspect="1"/>
            </p:cNvSpPr>
            <p:nvPr/>
          </p:nvSpPr>
          <p:spPr>
            <a:xfrm rot="10800000" flipH="1">
              <a:off x="0" y="521786"/>
              <a:ext cx="6336213" cy="6336213"/>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8" name="Rectangle 17">
            <a:extLst>
              <a:ext uri="{FF2B5EF4-FFF2-40B4-BE49-F238E27FC236}">
                <a16:creationId xmlns:a16="http://schemas.microsoft.com/office/drawing/2014/main" id="{AAB30D07-BE85-45CD-8055-8C57B00E2957}"/>
              </a:ext>
            </a:extLst>
          </p:cNvPr>
          <p:cNvSpPr/>
          <p:nvPr/>
        </p:nvSpPr>
        <p:spPr>
          <a:xfrm>
            <a:off x="0" y="0"/>
            <a:ext cx="12192000" cy="6858000"/>
          </a:xfrm>
          <a:prstGeom prst="rect">
            <a:avLst/>
          </a:prstGeom>
          <a:solidFill>
            <a:schemeClr val="bg2">
              <a:alpha val="4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sp>
        <p:nvSpPr>
          <p:cNvPr id="2" name="Vertical Title 1">
            <a:extLst>
              <a:ext uri="{FF2B5EF4-FFF2-40B4-BE49-F238E27FC236}">
                <a16:creationId xmlns:a16="http://schemas.microsoft.com/office/drawing/2014/main" id="{737FFCCA-9DBF-4E0A-BDC6-F7B8F39BD72F}"/>
              </a:ext>
            </a:extLst>
          </p:cNvPr>
          <p:cNvSpPr>
            <a:spLocks noGrp="1"/>
          </p:cNvSpPr>
          <p:nvPr>
            <p:ph type="title" orient="vert"/>
          </p:nvPr>
        </p:nvSpPr>
        <p:spPr>
          <a:xfrm>
            <a:off x="9012238" y="539999"/>
            <a:ext cx="2628900" cy="576872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511F1B23-21CD-4A3B-938B-5502019A13CD}"/>
              </a:ext>
            </a:extLst>
          </p:cNvPr>
          <p:cNvSpPr>
            <a:spLocks noGrp="1"/>
          </p:cNvSpPr>
          <p:nvPr>
            <p:ph type="body" orient="vert" idx="1"/>
          </p:nvPr>
        </p:nvSpPr>
        <p:spPr>
          <a:xfrm>
            <a:off x="550863" y="539999"/>
            <a:ext cx="8245475" cy="576872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E99C884-5A98-4C01-BB89-098AC6966496}"/>
              </a:ext>
            </a:extLst>
          </p:cNvPr>
          <p:cNvSpPr>
            <a:spLocks noGrp="1"/>
          </p:cNvSpPr>
          <p:nvPr>
            <p:ph type="dt" sz="half" idx="10"/>
          </p:nvPr>
        </p:nvSpPr>
        <p:spPr/>
        <p:txBody>
          <a:bodyPr/>
          <a:lstStyle/>
          <a:p>
            <a:fld id="{7CF0BCE0-945C-4FDF-95A1-2149B1FF5B83}" type="datetimeFigureOut">
              <a:rPr lang="en-US" smtClean="0"/>
              <a:t>12/18/2023</a:t>
            </a:fld>
            <a:endParaRPr lang="en-US"/>
          </a:p>
        </p:txBody>
      </p:sp>
      <p:sp>
        <p:nvSpPr>
          <p:cNvPr id="5" name="Footer Placeholder 4">
            <a:extLst>
              <a:ext uri="{FF2B5EF4-FFF2-40B4-BE49-F238E27FC236}">
                <a16:creationId xmlns:a16="http://schemas.microsoft.com/office/drawing/2014/main" id="{7DF54D22-9CD7-4FC6-9444-21948246C7C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8AECC14-D66C-401A-A0C9-DFCA5533A5C7}"/>
              </a:ext>
            </a:extLst>
          </p:cNvPr>
          <p:cNvSpPr>
            <a:spLocks noGrp="1"/>
          </p:cNvSpPr>
          <p:nvPr>
            <p:ph type="sldNum" sz="quarter" idx="12"/>
          </p:nvPr>
        </p:nvSpPr>
        <p:spPr/>
        <p:txBody>
          <a:bodyPr/>
          <a:lstStyle/>
          <a:p>
            <a:fld id="{4CD77608-3819-479B-BB98-C216BA724EFE}" type="slidenum">
              <a:rPr lang="en-US" smtClean="0"/>
              <a:t>‹#›</a:t>
            </a:fld>
            <a:endParaRPr lang="en-US"/>
          </a:p>
        </p:txBody>
      </p:sp>
    </p:spTree>
    <p:extLst>
      <p:ext uri="{BB962C8B-B14F-4D97-AF65-F5344CB8AC3E}">
        <p14:creationId xmlns:p14="http://schemas.microsoft.com/office/powerpoint/2010/main" val="20588416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1749C77-AA3A-4DA0-9E20-32FCD2B8BD5F}"/>
              </a:ext>
            </a:extLst>
          </p:cNvPr>
          <p:cNvSpPr>
            <a:spLocks noGrp="1"/>
          </p:cNvSpPr>
          <p:nvPr>
            <p:ph type="title"/>
          </p:nvPr>
        </p:nvSpPr>
        <p:spPr>
          <a:xfrm>
            <a:off x="540000" y="540000"/>
            <a:ext cx="11101135" cy="18095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798DC81A-9B5E-4A92-AA7B-3D750F95F434}"/>
              </a:ext>
            </a:extLst>
          </p:cNvPr>
          <p:cNvSpPr>
            <a:spLocks noGrp="1"/>
          </p:cNvSpPr>
          <p:nvPr>
            <p:ph type="body" idx="1"/>
          </p:nvPr>
        </p:nvSpPr>
        <p:spPr>
          <a:xfrm>
            <a:off x="540000" y="2528887"/>
            <a:ext cx="11101136" cy="377983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604B8083-48FB-4D6A-B77A-262FE3E23D6C}"/>
              </a:ext>
            </a:extLst>
          </p:cNvPr>
          <p:cNvSpPr>
            <a:spLocks noGrp="1"/>
          </p:cNvSpPr>
          <p:nvPr>
            <p:ph type="ftr" sz="quarter" idx="3"/>
          </p:nvPr>
        </p:nvSpPr>
        <p:spPr>
          <a:xfrm>
            <a:off x="540000" y="6314400"/>
            <a:ext cx="7350795" cy="365125"/>
          </a:xfrm>
          <a:prstGeom prst="rect">
            <a:avLst/>
          </a:prstGeom>
        </p:spPr>
        <p:txBody>
          <a:bodyPr vert="horz" lIns="91440" tIns="45720" rIns="91440" bIns="45720" rtlCol="0" anchor="ctr"/>
          <a:lstStyle>
            <a:lvl1pPr algn="l">
              <a:defRPr sz="1000" spc="100" baseline="0">
                <a:solidFill>
                  <a:schemeClr val="tx1"/>
                </a:solidFill>
              </a:defRPr>
            </a:lvl1pPr>
          </a:lstStyle>
          <a:p>
            <a:endParaRPr lang="en-US" sz="1000" dirty="0"/>
          </a:p>
        </p:txBody>
      </p:sp>
      <p:sp>
        <p:nvSpPr>
          <p:cNvPr id="4" name="Date Placeholder 3">
            <a:extLst>
              <a:ext uri="{FF2B5EF4-FFF2-40B4-BE49-F238E27FC236}">
                <a16:creationId xmlns:a16="http://schemas.microsoft.com/office/drawing/2014/main" id="{41EDA5BD-F7C8-4883-81D1-EF1F6F00EF72}"/>
              </a:ext>
            </a:extLst>
          </p:cNvPr>
          <p:cNvSpPr>
            <a:spLocks noGrp="1"/>
          </p:cNvSpPr>
          <p:nvPr>
            <p:ph type="dt" sz="half" idx="2"/>
          </p:nvPr>
        </p:nvSpPr>
        <p:spPr>
          <a:xfrm>
            <a:off x="8075613" y="6314400"/>
            <a:ext cx="2623468" cy="365125"/>
          </a:xfrm>
          <a:prstGeom prst="rect">
            <a:avLst/>
          </a:prstGeom>
        </p:spPr>
        <p:txBody>
          <a:bodyPr vert="horz" lIns="91440" tIns="45720" rIns="91440" bIns="45720" rtlCol="0" anchor="ctr"/>
          <a:lstStyle>
            <a:lvl1pPr algn="r">
              <a:defRPr sz="1000" cap="none" spc="100" baseline="0">
                <a:solidFill>
                  <a:schemeClr val="tx1"/>
                </a:solidFill>
              </a:defRPr>
            </a:lvl1pPr>
          </a:lstStyle>
          <a:p>
            <a:pPr algn="r"/>
            <a:fld id="{7CF0BCE0-945C-4FDF-95A1-2149B1FF5B83}" type="datetimeFigureOut">
              <a:rPr lang="en-US" smtClean="0"/>
              <a:pPr algn="r"/>
              <a:t>12/18/2023</a:t>
            </a:fld>
            <a:endParaRPr lang="en-US" dirty="0"/>
          </a:p>
        </p:txBody>
      </p:sp>
      <p:sp>
        <p:nvSpPr>
          <p:cNvPr id="6" name="Slide Number Placeholder 5">
            <a:extLst>
              <a:ext uri="{FF2B5EF4-FFF2-40B4-BE49-F238E27FC236}">
                <a16:creationId xmlns:a16="http://schemas.microsoft.com/office/drawing/2014/main" id="{AB48FEDB-2614-400B-9C19-0F4D448D98AB}"/>
              </a:ext>
            </a:extLst>
          </p:cNvPr>
          <p:cNvSpPr>
            <a:spLocks noGrp="1"/>
          </p:cNvSpPr>
          <p:nvPr>
            <p:ph type="sldNum" sz="quarter" idx="4"/>
          </p:nvPr>
        </p:nvSpPr>
        <p:spPr>
          <a:xfrm>
            <a:off x="10883899" y="6314400"/>
            <a:ext cx="757237" cy="365125"/>
          </a:xfrm>
          <a:prstGeom prst="rect">
            <a:avLst/>
          </a:prstGeom>
        </p:spPr>
        <p:txBody>
          <a:bodyPr vert="horz" lIns="91440" tIns="45720" rIns="91440" bIns="45720" rtlCol="0" anchor="ctr"/>
          <a:lstStyle>
            <a:lvl1pPr algn="r">
              <a:defRPr sz="1000" spc="100" baseline="0">
                <a:solidFill>
                  <a:schemeClr val="tx1"/>
                </a:solidFill>
              </a:defRPr>
            </a:lvl1pPr>
          </a:lstStyle>
          <a:p>
            <a:fld id="{4CD77608-3819-479B-BB98-C216BA724EFE}" type="slidenum">
              <a:rPr lang="en-US" smtClean="0"/>
              <a:pPr/>
              <a:t>‹#›</a:t>
            </a:fld>
            <a:endParaRPr lang="en-US" sz="1000" dirty="0"/>
          </a:p>
        </p:txBody>
      </p:sp>
    </p:spTree>
    <p:extLst>
      <p:ext uri="{BB962C8B-B14F-4D97-AF65-F5344CB8AC3E}">
        <p14:creationId xmlns:p14="http://schemas.microsoft.com/office/powerpoint/2010/main" val="2120938583"/>
      </p:ext>
    </p:extLst>
  </p:cSld>
  <p:clrMap bg1="dk1" tx1="lt1" bg2="dk2" tx2="lt2" accent1="accent1" accent2="accent2" accent3="accent3" accent4="accent4" accent5="accent5" accent6="accent6" hlink="hlink" folHlink="folHlink"/>
  <p:sldLayoutIdLst>
    <p:sldLayoutId id="2147483720" r:id="rId1"/>
    <p:sldLayoutId id="2147483721" r:id="rId2"/>
    <p:sldLayoutId id="2147483722" r:id="rId3"/>
    <p:sldLayoutId id="2147483723" r:id="rId4"/>
    <p:sldLayoutId id="2147483713" r:id="rId5"/>
    <p:sldLayoutId id="2147483718" r:id="rId6"/>
    <p:sldLayoutId id="2147483714" r:id="rId7"/>
    <p:sldLayoutId id="2147483715" r:id="rId8"/>
    <p:sldLayoutId id="2147483716" r:id="rId9"/>
    <p:sldLayoutId id="2147483717" r:id="rId10"/>
    <p:sldLayoutId id="2147483719" r:id="rId11"/>
  </p:sldLayoutIdLst>
  <p:txStyles>
    <p:titleStyle>
      <a:lvl1pPr algn="l" defTabSz="914400" rtl="0" eaLnBrk="1" latinLnBrk="0" hangingPunct="1">
        <a:lnSpc>
          <a:spcPct val="90000"/>
        </a:lnSpc>
        <a:spcBef>
          <a:spcPct val="0"/>
        </a:spcBef>
        <a:buNone/>
        <a:defRPr sz="6000" kern="1200">
          <a:solidFill>
            <a:schemeClr val="tx1"/>
          </a:solidFill>
          <a:latin typeface="+mj-lt"/>
          <a:ea typeface="+mj-ea"/>
          <a:cs typeface="+mj-cs"/>
        </a:defRPr>
      </a:lvl1pPr>
    </p:titleStyle>
    <p:bodyStyle>
      <a:lvl1pPr marL="270000" indent="-270000" algn="l" defTabSz="914400" rtl="0" eaLnBrk="1" latinLnBrk="0" hangingPunct="1">
        <a:lnSpc>
          <a:spcPct val="125000"/>
        </a:lnSpc>
        <a:spcBef>
          <a:spcPts val="1000"/>
        </a:spcBef>
        <a:buFont typeface="Arial" panose="020B0604020202020204" pitchFamily="34" charset="0"/>
        <a:buChar char="•"/>
        <a:defRPr sz="1800" kern="1200" spc="50" baseline="0">
          <a:solidFill>
            <a:schemeClr val="tx1"/>
          </a:solidFill>
          <a:latin typeface="+mn-lt"/>
          <a:ea typeface="+mn-ea"/>
          <a:cs typeface="+mn-cs"/>
        </a:defRPr>
      </a:lvl1pPr>
      <a:lvl2pPr marL="720000" indent="-270000" algn="l" defTabSz="914400" rtl="0" eaLnBrk="1" latinLnBrk="0" hangingPunct="1">
        <a:lnSpc>
          <a:spcPct val="125000"/>
        </a:lnSpc>
        <a:spcBef>
          <a:spcPts val="500"/>
        </a:spcBef>
        <a:buFont typeface="Arial" panose="020B0604020202020204" pitchFamily="34" charset="0"/>
        <a:buChar char="•"/>
        <a:defRPr sz="1800" kern="1200" spc="50" baseline="0">
          <a:solidFill>
            <a:schemeClr val="tx1"/>
          </a:solidFill>
          <a:latin typeface="+mn-lt"/>
          <a:ea typeface="+mn-ea"/>
          <a:cs typeface="+mn-cs"/>
        </a:defRPr>
      </a:lvl2pPr>
      <a:lvl3pPr marL="1080000" indent="-270000" algn="l" defTabSz="914400" rtl="0" eaLnBrk="1" latinLnBrk="0" hangingPunct="1">
        <a:lnSpc>
          <a:spcPct val="125000"/>
        </a:lnSpc>
        <a:spcBef>
          <a:spcPts val="500"/>
        </a:spcBef>
        <a:buFont typeface="Arial" panose="020B0604020202020204" pitchFamily="34" charset="0"/>
        <a:buChar char="•"/>
        <a:defRPr sz="1800" kern="1200" spc="50" baseline="0">
          <a:solidFill>
            <a:schemeClr val="tx1"/>
          </a:solidFill>
          <a:latin typeface="+mn-lt"/>
          <a:ea typeface="+mn-ea"/>
          <a:cs typeface="+mn-cs"/>
        </a:defRPr>
      </a:lvl3pPr>
      <a:lvl4pPr marL="1440000" indent="-270000" algn="l" defTabSz="914400" rtl="0" eaLnBrk="1" latinLnBrk="0" hangingPunct="1">
        <a:lnSpc>
          <a:spcPct val="125000"/>
        </a:lnSpc>
        <a:spcBef>
          <a:spcPts val="500"/>
        </a:spcBef>
        <a:buFont typeface="Arial" panose="020B0604020202020204" pitchFamily="34" charset="0"/>
        <a:buChar char="•"/>
        <a:defRPr sz="1800" kern="1200" spc="50" baseline="0">
          <a:solidFill>
            <a:schemeClr val="tx1"/>
          </a:solidFill>
          <a:latin typeface="+mn-lt"/>
          <a:ea typeface="+mn-ea"/>
          <a:cs typeface="+mn-cs"/>
        </a:defRPr>
      </a:lvl4pPr>
      <a:lvl5pPr marL="1800000" indent="-270000" algn="l" defTabSz="914400" rtl="0" eaLnBrk="1" latinLnBrk="0" hangingPunct="1">
        <a:lnSpc>
          <a:spcPct val="125000"/>
        </a:lnSpc>
        <a:spcBef>
          <a:spcPts val="500"/>
        </a:spcBef>
        <a:buFont typeface="Arial" panose="020B0604020202020204" pitchFamily="34" charset="0"/>
        <a:buChar char="•"/>
        <a:defRPr sz="1800" kern="1200" spc="5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descr="Aesthetic liquid watercolor and ink">
            <a:extLst>
              <a:ext uri="{FF2B5EF4-FFF2-40B4-BE49-F238E27FC236}">
                <a16:creationId xmlns:a16="http://schemas.microsoft.com/office/drawing/2014/main" id="{D89CF8A6-B80F-7141-40B3-A96F52838F8E}"/>
              </a:ext>
            </a:extLst>
          </p:cNvPr>
          <p:cNvPicPr>
            <a:picLocks noChangeAspect="1"/>
          </p:cNvPicPr>
          <p:nvPr/>
        </p:nvPicPr>
        <p:blipFill rotWithShape="1">
          <a:blip r:embed="rId2">
            <a:alphaModFix/>
          </a:blip>
          <a:srcRect t="2700" r="1" b="5843"/>
          <a:stretch/>
        </p:blipFill>
        <p:spPr>
          <a:xfrm>
            <a:off x="-688" y="-4"/>
            <a:ext cx="12192687" cy="6858000"/>
          </a:xfrm>
          <a:prstGeom prst="rect">
            <a:avLst/>
          </a:prstGeom>
        </p:spPr>
      </p:pic>
      <p:grpSp>
        <p:nvGrpSpPr>
          <p:cNvPr id="33" name="Group 32">
            <a:extLst>
              <a:ext uri="{FF2B5EF4-FFF2-40B4-BE49-F238E27FC236}">
                <a16:creationId xmlns:a16="http://schemas.microsoft.com/office/drawing/2014/main" id="{67186895-7DAD-4EEE-BF1A-CC36B9426A4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0" y="-5"/>
            <a:ext cx="9785926" cy="6858005"/>
            <a:chOff x="2406074" y="-5"/>
            <a:chExt cx="9785926" cy="6858005"/>
          </a:xfrm>
        </p:grpSpPr>
        <p:grpSp>
          <p:nvGrpSpPr>
            <p:cNvPr id="34" name="Group 33">
              <a:extLst>
                <a:ext uri="{FF2B5EF4-FFF2-40B4-BE49-F238E27FC236}">
                  <a16:creationId xmlns:a16="http://schemas.microsoft.com/office/drawing/2014/main" id="{45BFDCD0-B536-4527-AB6E-79B0E4EDD0CA}"/>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0800000">
              <a:off x="2424112" y="-4"/>
              <a:ext cx="9767888" cy="6858003"/>
              <a:chOff x="0" y="-3"/>
              <a:chExt cx="9767888" cy="6858003"/>
            </a:xfrm>
          </p:grpSpPr>
          <p:sp>
            <p:nvSpPr>
              <p:cNvPr id="42" name="Rectangle 41">
                <a:extLst>
                  <a:ext uri="{FF2B5EF4-FFF2-40B4-BE49-F238E27FC236}">
                    <a16:creationId xmlns:a16="http://schemas.microsoft.com/office/drawing/2014/main" id="{1850C5E2-9BE7-4321-8945-320FE5AA9C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3428999"/>
                <a:ext cx="9767888" cy="3429001"/>
              </a:xfrm>
              <a:prstGeom prst="rect">
                <a:avLst/>
              </a:prstGeom>
              <a:gradFill flip="none" rotWithShape="1">
                <a:gsLst>
                  <a:gs pos="32000">
                    <a:schemeClr val="bg1">
                      <a:alpha val="60000"/>
                    </a:schemeClr>
                  </a:gs>
                  <a:gs pos="0">
                    <a:schemeClr val="bg1">
                      <a:alpha val="80000"/>
                    </a:schemeClr>
                  </a:gs>
                  <a:gs pos="63000">
                    <a:schemeClr val="bg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3" name="Rectangle 42">
                <a:extLst>
                  <a:ext uri="{FF2B5EF4-FFF2-40B4-BE49-F238E27FC236}">
                    <a16:creationId xmlns:a16="http://schemas.microsoft.com/office/drawing/2014/main" id="{07B89D3D-F057-4F89-87AC-DBA5FD04CE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V="1">
                <a:off x="0" y="-3"/>
                <a:ext cx="9767888" cy="3428999"/>
              </a:xfrm>
              <a:prstGeom prst="rect">
                <a:avLst/>
              </a:prstGeom>
              <a:gradFill flip="none" rotWithShape="1">
                <a:gsLst>
                  <a:gs pos="32000">
                    <a:schemeClr val="bg1">
                      <a:alpha val="60000"/>
                    </a:schemeClr>
                  </a:gs>
                  <a:gs pos="0">
                    <a:schemeClr val="bg1">
                      <a:alpha val="80000"/>
                    </a:schemeClr>
                  </a:gs>
                  <a:gs pos="63000">
                    <a:schemeClr val="bg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35" name="Group 34">
              <a:extLst>
                <a:ext uri="{FF2B5EF4-FFF2-40B4-BE49-F238E27FC236}">
                  <a16:creationId xmlns:a16="http://schemas.microsoft.com/office/drawing/2014/main" id="{95B5518D-4B46-4866-BF9F-D6550DA00285}"/>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0800000">
              <a:off x="2406074" y="-5"/>
              <a:ext cx="9785926" cy="6858002"/>
              <a:chOff x="0" y="-1"/>
              <a:chExt cx="9785926" cy="6858002"/>
            </a:xfrm>
          </p:grpSpPr>
          <p:sp>
            <p:nvSpPr>
              <p:cNvPr id="40" name="Rectangle 39">
                <a:extLst>
                  <a:ext uri="{FF2B5EF4-FFF2-40B4-BE49-F238E27FC236}">
                    <a16:creationId xmlns:a16="http://schemas.microsoft.com/office/drawing/2014/main" id="{71673445-12E5-48F8-BEF8-87016BBC52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3429000"/>
                <a:ext cx="9785926" cy="3429001"/>
              </a:xfrm>
              <a:prstGeom prst="rect">
                <a:avLst/>
              </a:prstGeom>
              <a:gradFill flip="none" rotWithShape="1">
                <a:gsLst>
                  <a:gs pos="0">
                    <a:schemeClr val="accent3"/>
                  </a:gs>
                  <a:gs pos="63000">
                    <a:schemeClr val="accent3">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 name="Rectangle 40">
                <a:extLst>
                  <a:ext uri="{FF2B5EF4-FFF2-40B4-BE49-F238E27FC236}">
                    <a16:creationId xmlns:a16="http://schemas.microsoft.com/office/drawing/2014/main" id="{3ACC629B-B138-4925-BE58-F4E4E2CC83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V="1">
                <a:off x="0" y="-1"/>
                <a:ext cx="9785926" cy="3428999"/>
              </a:xfrm>
              <a:prstGeom prst="rect">
                <a:avLst/>
              </a:prstGeom>
              <a:gradFill flip="none" rotWithShape="1">
                <a:gsLst>
                  <a:gs pos="0">
                    <a:schemeClr val="accent3"/>
                  </a:gs>
                  <a:gs pos="63000">
                    <a:schemeClr val="accent3">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36" name="Group 35">
              <a:extLst>
                <a:ext uri="{FF2B5EF4-FFF2-40B4-BE49-F238E27FC236}">
                  <a16:creationId xmlns:a16="http://schemas.microsoft.com/office/drawing/2014/main" id="{40C8F77F-4220-4C2C-BE7D-0C626E457012}"/>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2423330" y="-5"/>
              <a:ext cx="9768670" cy="6858002"/>
              <a:chOff x="2423330" y="-5"/>
              <a:chExt cx="9768670" cy="6858002"/>
            </a:xfrm>
          </p:grpSpPr>
          <p:sp>
            <p:nvSpPr>
              <p:cNvPr id="38" name="Rectangle 37">
                <a:extLst>
                  <a:ext uri="{FF2B5EF4-FFF2-40B4-BE49-F238E27FC236}">
                    <a16:creationId xmlns:a16="http://schemas.microsoft.com/office/drawing/2014/main" id="{B66BF283-D5A5-422F-9640-B6D1ABD9891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2423330" y="-5"/>
                <a:ext cx="9767888" cy="3429001"/>
              </a:xfrm>
              <a:prstGeom prst="rect">
                <a:avLst/>
              </a:prstGeom>
              <a:gradFill flip="none" rotWithShape="1">
                <a:gsLst>
                  <a:gs pos="0">
                    <a:schemeClr val="accent2">
                      <a:alpha val="40000"/>
                    </a:schemeClr>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9" name="Rectangle 38">
                <a:extLst>
                  <a:ext uri="{FF2B5EF4-FFF2-40B4-BE49-F238E27FC236}">
                    <a16:creationId xmlns:a16="http://schemas.microsoft.com/office/drawing/2014/main" id="{05EAD1A7-3DBD-4376-BF10-AEE971C1BC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flipV="1">
                <a:off x="2424112" y="3428998"/>
                <a:ext cx="9767888" cy="3428999"/>
              </a:xfrm>
              <a:prstGeom prst="rect">
                <a:avLst/>
              </a:prstGeom>
              <a:gradFill flip="none" rotWithShape="1">
                <a:gsLst>
                  <a:gs pos="0">
                    <a:schemeClr val="accent2">
                      <a:alpha val="40000"/>
                    </a:schemeClr>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37" name="Rectangle 36">
              <a:extLst>
                <a:ext uri="{FF2B5EF4-FFF2-40B4-BE49-F238E27FC236}">
                  <a16:creationId xmlns:a16="http://schemas.microsoft.com/office/drawing/2014/main" id="{8F565D01-6AAA-4149-B7F9-257DDE044A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flipV="1">
              <a:off x="4637393" y="-696606"/>
              <a:ext cx="6312874" cy="8796338"/>
            </a:xfrm>
            <a:prstGeom prst="rect">
              <a:avLst/>
            </a:prstGeom>
            <a:gradFill flip="none" rotWithShape="1">
              <a:gsLst>
                <a:gs pos="0">
                  <a:schemeClr val="accent2">
                    <a:alpha val="60000"/>
                  </a:schemeClr>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p:cNvSpPr>
            <a:spLocks noGrp="1"/>
          </p:cNvSpPr>
          <p:nvPr>
            <p:ph type="ctrTitle"/>
          </p:nvPr>
        </p:nvSpPr>
        <p:spPr>
          <a:xfrm>
            <a:off x="325352" y="-833746"/>
            <a:ext cx="4500561" cy="4259814"/>
          </a:xfrm>
        </p:spPr>
        <p:txBody>
          <a:bodyPr>
            <a:normAutofit/>
          </a:bodyPr>
          <a:lstStyle/>
          <a:p>
            <a:r>
              <a:rPr lang="en-US" sz="5500">
                <a:solidFill>
                  <a:srgbClr val="FFFFFF"/>
                </a:solidFill>
              </a:rPr>
              <a:t>Transforming Waste to Warmth</a:t>
            </a:r>
          </a:p>
        </p:txBody>
      </p:sp>
      <p:sp>
        <p:nvSpPr>
          <p:cNvPr id="3" name="Subtitle 2"/>
          <p:cNvSpPr>
            <a:spLocks noGrp="1"/>
          </p:cNvSpPr>
          <p:nvPr>
            <p:ph type="subTitle" idx="1"/>
          </p:nvPr>
        </p:nvSpPr>
        <p:spPr>
          <a:xfrm>
            <a:off x="389746" y="3775715"/>
            <a:ext cx="4393237" cy="1320249"/>
          </a:xfrm>
        </p:spPr>
        <p:txBody>
          <a:bodyPr vert="horz" lIns="91440" tIns="45720" rIns="91440" bIns="45720" rtlCol="0" anchor="t">
            <a:noAutofit/>
          </a:bodyPr>
          <a:lstStyle/>
          <a:p>
            <a:r>
              <a:rPr lang="en-US" sz="2000" b="1" dirty="0">
                <a:solidFill>
                  <a:srgbClr val="FFFFFF"/>
                </a:solidFill>
                <a:highlight>
                  <a:srgbClr val="9D364A"/>
                </a:highlight>
                <a:latin typeface="Cambria"/>
                <a:ea typeface="Cambria"/>
              </a:rPr>
              <a:t>Sustainable solutions Through recycling Tannery Waste buffing dust for structural thermal insulation panels</a:t>
            </a:r>
            <a:endParaRPr lang="en-US"/>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30D050C3-946A-4155-B469-3FE5492E6E9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0"/>
            <a:ext cx="12191999" cy="6861600"/>
            <a:chOff x="1" y="0"/>
            <a:chExt cx="12191999" cy="6861600"/>
          </a:xfrm>
        </p:grpSpPr>
        <p:sp>
          <p:nvSpPr>
            <p:cNvPr id="13" name="Rectangle 12">
              <a:extLst>
                <a:ext uri="{FF2B5EF4-FFF2-40B4-BE49-F238E27FC236}">
                  <a16:creationId xmlns:a16="http://schemas.microsoft.com/office/drawing/2014/main" id="{70D7BFBB-BF60-4EF1-AF1C-731347DB115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6200000">
              <a:off x="1" y="1640114"/>
              <a:ext cx="5217886" cy="5217886"/>
            </a:xfrm>
            <a:prstGeom prst="rect">
              <a:avLst/>
            </a:prstGeom>
            <a:gradFill flip="none" rotWithShape="1">
              <a:gsLst>
                <a:gs pos="0">
                  <a:schemeClr val="accent2">
                    <a:alpha val="60000"/>
                  </a:schemeClr>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40150CBC-E30B-417C-9BB2-CE6BB1A6440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384514" y="0"/>
              <a:ext cx="4320000" cy="4320000"/>
            </a:xfrm>
            <a:prstGeom prst="ellipse">
              <a:avLst/>
            </a:prstGeom>
            <a:solidFill>
              <a:schemeClr val="accent3">
                <a:alpha val="96000"/>
              </a:schemeClr>
            </a:solidFill>
            <a:ln>
              <a:noFill/>
            </a:ln>
            <a:effectLst>
              <a:softEdge rad="1016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476020D6-6ADB-408E-A69F-4EA6F51A7F1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119057" y="1230054"/>
              <a:ext cx="5506886" cy="5506886"/>
            </a:xfrm>
            <a:prstGeom prst="ellipse">
              <a:avLst/>
            </a:prstGeom>
            <a:solidFill>
              <a:schemeClr val="accent2">
                <a:alpha val="6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6" name="Group 15">
              <a:extLst>
                <a:ext uri="{FF2B5EF4-FFF2-40B4-BE49-F238E27FC236}">
                  <a16:creationId xmlns:a16="http://schemas.microsoft.com/office/drawing/2014/main" id="{8226C8E5-1D99-421D-AB3C-2AF296A15325}"/>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690092" y="0"/>
              <a:ext cx="10800000" cy="6858000"/>
              <a:chOff x="2328000" y="0"/>
              <a:chExt cx="2880000" cy="1440000"/>
            </a:xfrm>
          </p:grpSpPr>
          <p:sp>
            <p:nvSpPr>
              <p:cNvPr id="21" name="Rectangle 20">
                <a:extLst>
                  <a:ext uri="{FF2B5EF4-FFF2-40B4-BE49-F238E27FC236}">
                    <a16:creationId xmlns:a16="http://schemas.microsoft.com/office/drawing/2014/main" id="{67669339-D0C4-4CF0-9A76-5BFBCDB798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6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38B31604-91C4-4CB0-8097-02EE0ADDC1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232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7" name="Group 16">
              <a:extLst>
                <a:ext uri="{FF2B5EF4-FFF2-40B4-BE49-F238E27FC236}">
                  <a16:creationId xmlns:a16="http://schemas.microsoft.com/office/drawing/2014/main" id="{548340F5-A593-469A-98DC-B6D90D3B22B4}"/>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7048499" y="1714500"/>
              <a:ext cx="6858000" cy="3429000"/>
              <a:chOff x="0" y="0"/>
              <a:chExt cx="2880000" cy="1440000"/>
            </a:xfrm>
          </p:grpSpPr>
          <p:sp>
            <p:nvSpPr>
              <p:cNvPr id="19" name="Rectangle 18">
                <a:extLst>
                  <a:ext uri="{FF2B5EF4-FFF2-40B4-BE49-F238E27FC236}">
                    <a16:creationId xmlns:a16="http://schemas.microsoft.com/office/drawing/2014/main" id="{B59E3068-3000-4C82-ACA8-367498951E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44000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C2E1C398-D8F7-4828-9F7F-80D61DAE2B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8" name="Rectangle 17">
              <a:extLst>
                <a:ext uri="{FF2B5EF4-FFF2-40B4-BE49-F238E27FC236}">
                  <a16:creationId xmlns:a16="http://schemas.microsoft.com/office/drawing/2014/main" id="{813B333C-60FD-4260-80E0-190666C9DE7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0800000">
              <a:off x="5602287" y="271887"/>
              <a:ext cx="6589713" cy="6589713"/>
            </a:xfrm>
            <a:prstGeom prst="rect">
              <a:avLst/>
            </a:prstGeom>
            <a:gradFill flip="none" rotWithShape="1">
              <a:gsLst>
                <a:gs pos="0">
                  <a:schemeClr val="accent3"/>
                </a:gs>
                <a:gs pos="60000">
                  <a:schemeClr val="accent3">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4" name="Rectangle 23">
            <a:extLst>
              <a:ext uri="{FF2B5EF4-FFF2-40B4-BE49-F238E27FC236}">
                <a16:creationId xmlns:a16="http://schemas.microsoft.com/office/drawing/2014/main" id="{DC05F582-AA63-4A8C-915E-66057E4BEE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12192000" cy="6858000"/>
          </a:xfrm>
          <a:prstGeom prst="rect">
            <a:avLst/>
          </a:prstGeom>
          <a:gradFill flip="none" rotWithShape="1">
            <a:gsLst>
              <a:gs pos="0">
                <a:schemeClr val="bg2">
                  <a:alpha val="60000"/>
                </a:schemeClr>
              </a:gs>
              <a:gs pos="37000">
                <a:schemeClr val="bg2">
                  <a:alpha val="60000"/>
                </a:schemeClr>
              </a:gs>
              <a:gs pos="79000">
                <a:schemeClr val="bg2">
                  <a:alpha val="0"/>
                </a:schemeClr>
              </a:gs>
            </a:gsLst>
            <a:lin ang="0" scaled="1"/>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2" name="Title 1">
            <a:extLst>
              <a:ext uri="{FF2B5EF4-FFF2-40B4-BE49-F238E27FC236}">
                <a16:creationId xmlns:a16="http://schemas.microsoft.com/office/drawing/2014/main" id="{5B41716B-3810-8B40-FF65-822296E419E9}"/>
              </a:ext>
            </a:extLst>
          </p:cNvPr>
          <p:cNvSpPr>
            <a:spLocks noGrp="1"/>
          </p:cNvSpPr>
          <p:nvPr>
            <p:ph type="title"/>
          </p:nvPr>
        </p:nvSpPr>
        <p:spPr>
          <a:xfrm>
            <a:off x="7086315" y="540000"/>
            <a:ext cx="4554821" cy="2186096"/>
          </a:xfrm>
        </p:spPr>
        <p:txBody>
          <a:bodyPr anchor="b">
            <a:normAutofit/>
          </a:bodyPr>
          <a:lstStyle/>
          <a:p>
            <a:r>
              <a:rPr lang="en-US"/>
              <a:t>What is buffing dust?</a:t>
            </a:r>
          </a:p>
        </p:txBody>
      </p:sp>
      <p:pic>
        <p:nvPicPr>
          <p:cNvPr id="7" name="Picture 6" descr="A close-up of a blue surface&#10;&#10;Description automatically generated">
            <a:extLst>
              <a:ext uri="{FF2B5EF4-FFF2-40B4-BE49-F238E27FC236}">
                <a16:creationId xmlns:a16="http://schemas.microsoft.com/office/drawing/2014/main" id="{8535282C-1BC4-AC50-3A97-8E94355D874D}"/>
              </a:ext>
            </a:extLst>
          </p:cNvPr>
          <p:cNvPicPr>
            <a:picLocks noChangeAspect="1"/>
          </p:cNvPicPr>
          <p:nvPr/>
        </p:nvPicPr>
        <p:blipFill rotWithShape="1">
          <a:blip r:embed="rId2"/>
          <a:srcRect l="26667" r="3621" b="-1"/>
          <a:stretch/>
        </p:blipFill>
        <p:spPr>
          <a:xfrm>
            <a:off x="20" y="10"/>
            <a:ext cx="6444556" cy="6857990"/>
          </a:xfrm>
          <a:prstGeom prst="rect">
            <a:avLst/>
          </a:prstGeom>
        </p:spPr>
      </p:pic>
      <p:sp>
        <p:nvSpPr>
          <p:cNvPr id="3" name="Content Placeholder 2">
            <a:extLst>
              <a:ext uri="{FF2B5EF4-FFF2-40B4-BE49-F238E27FC236}">
                <a16:creationId xmlns:a16="http://schemas.microsoft.com/office/drawing/2014/main" id="{5A08142C-0429-1A6F-FC9E-CA441C6C271D}"/>
              </a:ext>
            </a:extLst>
          </p:cNvPr>
          <p:cNvSpPr>
            <a:spLocks noGrp="1"/>
          </p:cNvSpPr>
          <p:nvPr>
            <p:ph idx="1"/>
          </p:nvPr>
        </p:nvSpPr>
        <p:spPr>
          <a:xfrm>
            <a:off x="7104063" y="2947121"/>
            <a:ext cx="4537073" cy="3361604"/>
          </a:xfrm>
        </p:spPr>
        <p:txBody>
          <a:bodyPr vert="horz" lIns="91440" tIns="45720" rIns="91440" bIns="45720" rtlCol="0" anchor="t">
            <a:normAutofit/>
          </a:bodyPr>
          <a:lstStyle/>
          <a:p>
            <a:pPr marL="0" indent="0">
              <a:buNone/>
            </a:pPr>
            <a:r>
              <a:rPr lang="en-US">
                <a:ea typeface="+mn-lt"/>
                <a:cs typeface="+mn-lt"/>
              </a:rPr>
              <a:t>Buffing dust from tannery refers to the fine particles and residues generated during the buffing or sanding process in leather tanneries. Proper disposal and management of tannery buffing dust are important considerations to minimize environmental impact and ensure compliance with regulations.</a:t>
            </a:r>
            <a:endParaRPr lang="en-US"/>
          </a:p>
        </p:txBody>
      </p:sp>
    </p:spTree>
    <p:extLst>
      <p:ext uri="{BB962C8B-B14F-4D97-AF65-F5344CB8AC3E}">
        <p14:creationId xmlns:p14="http://schemas.microsoft.com/office/powerpoint/2010/main" val="14359683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81C8C0F4-5C44-4C3F-B321-5CB3E2BABC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8629053F-0047-5B01-722A-3BC7423C151C}"/>
              </a:ext>
            </a:extLst>
          </p:cNvPr>
          <p:cNvSpPr txBox="1">
            <a:spLocks/>
          </p:cNvSpPr>
          <p:nvPr/>
        </p:nvSpPr>
        <p:spPr>
          <a:xfrm>
            <a:off x="540000" y="1004343"/>
            <a:ext cx="4500561" cy="5295107"/>
          </a:xfrm>
          <a:prstGeom prst="rect">
            <a:avLst/>
          </a:prstGeom>
        </p:spPr>
        <p:txBody>
          <a:bodyPr vert="horz" lIns="91440" tIns="45720" rIns="91440" bIns="45720" rtlCol="0" anchor="t">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90000"/>
              </a:lnSpc>
              <a:spcBef>
                <a:spcPct val="0"/>
              </a:spcBef>
              <a:spcAft>
                <a:spcPts val="600"/>
              </a:spcAft>
            </a:pPr>
            <a:r>
              <a:rPr lang="en-US" sz="8000" dirty="0">
                <a:latin typeface="+mj-lt"/>
                <a:ea typeface="+mj-ea"/>
                <a:cs typeface="+mj-cs"/>
              </a:rPr>
              <a:t>Why recycle buffing dust?</a:t>
            </a:r>
          </a:p>
        </p:txBody>
      </p:sp>
      <p:graphicFrame>
        <p:nvGraphicFramePr>
          <p:cNvPr id="7" name="TextBox 1">
            <a:extLst>
              <a:ext uri="{FF2B5EF4-FFF2-40B4-BE49-F238E27FC236}">
                <a16:creationId xmlns:a16="http://schemas.microsoft.com/office/drawing/2014/main" id="{BED3A878-8A82-9FAD-9276-E759C3B58716}"/>
              </a:ext>
            </a:extLst>
          </p:cNvPr>
          <p:cNvGraphicFramePr/>
          <p:nvPr>
            <p:extLst>
              <p:ext uri="{D42A27DB-BD31-4B8C-83A1-F6EECF244321}">
                <p14:modId xmlns:p14="http://schemas.microsoft.com/office/powerpoint/2010/main" val="3070854954"/>
              </p:ext>
            </p:extLst>
          </p:nvPr>
        </p:nvGraphicFramePr>
        <p:xfrm>
          <a:off x="4494213" y="540000"/>
          <a:ext cx="7146925" cy="57594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6127793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DE763F-06F7-C1BA-B60D-46927DAA4B9C}"/>
              </a:ext>
            </a:extLst>
          </p:cNvPr>
          <p:cNvSpPr>
            <a:spLocks noGrp="1"/>
          </p:cNvSpPr>
          <p:nvPr>
            <p:ph type="title"/>
          </p:nvPr>
        </p:nvSpPr>
        <p:spPr>
          <a:xfrm>
            <a:off x="540000" y="742406"/>
            <a:ext cx="10029573" cy="976063"/>
          </a:xfrm>
        </p:spPr>
        <p:txBody>
          <a:bodyPr>
            <a:normAutofit/>
          </a:bodyPr>
          <a:lstStyle/>
          <a:p>
            <a:r>
              <a:rPr lang="en-US" sz="4500" dirty="0"/>
              <a:t>Buffing dust to thermal insulator panels :</a:t>
            </a:r>
          </a:p>
        </p:txBody>
      </p:sp>
      <p:sp>
        <p:nvSpPr>
          <p:cNvPr id="3" name="Content Placeholder 2">
            <a:extLst>
              <a:ext uri="{FF2B5EF4-FFF2-40B4-BE49-F238E27FC236}">
                <a16:creationId xmlns:a16="http://schemas.microsoft.com/office/drawing/2014/main" id="{64444E5B-44EB-D218-6299-0A8E8FF9D8E3}"/>
              </a:ext>
            </a:extLst>
          </p:cNvPr>
          <p:cNvSpPr>
            <a:spLocks noGrp="1"/>
          </p:cNvSpPr>
          <p:nvPr>
            <p:ph idx="1"/>
          </p:nvPr>
        </p:nvSpPr>
        <p:spPr>
          <a:xfrm>
            <a:off x="540000" y="1719262"/>
            <a:ext cx="11101136" cy="1934368"/>
          </a:xfrm>
        </p:spPr>
        <p:txBody>
          <a:bodyPr vert="horz" lIns="91440" tIns="45720" rIns="91440" bIns="45720" rtlCol="0" anchor="t">
            <a:normAutofit/>
          </a:bodyPr>
          <a:lstStyle/>
          <a:p>
            <a:pPr marL="0" indent="0">
              <a:buNone/>
            </a:pPr>
            <a:r>
              <a:rPr lang="en-US" dirty="0"/>
              <a:t>Buffing dust produced in the tanneries has a lot potential to be reused in multiple industries – from energy generation to building bricks many scopes exist. But there are some key properties of buffing dust that influenced us to take on building thermal insulator panels from it.</a:t>
            </a:r>
          </a:p>
          <a:p>
            <a:pPr marL="0" indent="0">
              <a:buNone/>
            </a:pPr>
            <a:endParaRPr lang="en-US" dirty="0"/>
          </a:p>
        </p:txBody>
      </p:sp>
      <p:sp>
        <p:nvSpPr>
          <p:cNvPr id="5" name="Title 1">
            <a:extLst>
              <a:ext uri="{FF2B5EF4-FFF2-40B4-BE49-F238E27FC236}">
                <a16:creationId xmlns:a16="http://schemas.microsoft.com/office/drawing/2014/main" id="{A0DDFB2E-D53C-FDB3-0488-8120F784E7C1}"/>
              </a:ext>
            </a:extLst>
          </p:cNvPr>
          <p:cNvSpPr txBox="1">
            <a:spLocks/>
          </p:cNvSpPr>
          <p:nvPr/>
        </p:nvSpPr>
        <p:spPr>
          <a:xfrm>
            <a:off x="537619" y="3133181"/>
            <a:ext cx="10386760" cy="976063"/>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4500" dirty="0"/>
              <a:t>Key properties</a:t>
            </a:r>
          </a:p>
          <a:p>
            <a:r>
              <a:rPr lang="en-US" sz="3000" dirty="0"/>
              <a:t>Buffing dust-Thermal insulator panel</a:t>
            </a:r>
          </a:p>
        </p:txBody>
      </p:sp>
      <p:sp>
        <p:nvSpPr>
          <p:cNvPr id="6" name="TextBox 5">
            <a:extLst>
              <a:ext uri="{FF2B5EF4-FFF2-40B4-BE49-F238E27FC236}">
                <a16:creationId xmlns:a16="http://schemas.microsoft.com/office/drawing/2014/main" id="{64CDC97D-3159-5F0A-B509-63E87E8E6217}"/>
              </a:ext>
            </a:extLst>
          </p:cNvPr>
          <p:cNvSpPr txBox="1"/>
          <p:nvPr/>
        </p:nvSpPr>
        <p:spPr>
          <a:xfrm>
            <a:off x="491132" y="4482703"/>
            <a:ext cx="8947546" cy="144655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panose="020B0604020202020204" pitchFamily="34" charset="0"/>
              <a:buChar char="•"/>
            </a:pPr>
            <a:r>
              <a:rPr lang="en-US" sz="2200" dirty="0"/>
              <a:t>Low thermal conductivity of Buffing dust – Better insulator</a:t>
            </a:r>
          </a:p>
          <a:p>
            <a:pPr marL="285750" indent="-285750">
              <a:buFont typeface="Arial" panose="020B0604020202020204" pitchFamily="34" charset="0"/>
              <a:buChar char="•"/>
            </a:pPr>
            <a:r>
              <a:rPr lang="en-US" sz="2200" dirty="0"/>
              <a:t>Higher water absorption – 7.5%</a:t>
            </a:r>
          </a:p>
          <a:p>
            <a:pPr marL="285750" indent="-285750">
              <a:buFont typeface="Arial" panose="020B0604020202020204" pitchFamily="34" charset="0"/>
              <a:buChar char="•"/>
            </a:pPr>
            <a:r>
              <a:rPr lang="en-US" sz="2200" dirty="0"/>
              <a:t>Good compression Strength</a:t>
            </a:r>
          </a:p>
          <a:p>
            <a:pPr marL="285750" indent="-285750">
              <a:buFont typeface="Arial" panose="020B0604020202020204" pitchFamily="34" charset="0"/>
              <a:buChar char="•"/>
            </a:pPr>
            <a:r>
              <a:rPr lang="en-US" sz="2200" dirty="0"/>
              <a:t>Thermally stable from approx. 200-400 degree</a:t>
            </a:r>
          </a:p>
        </p:txBody>
      </p:sp>
    </p:spTree>
    <p:extLst>
      <p:ext uri="{BB962C8B-B14F-4D97-AF65-F5344CB8AC3E}">
        <p14:creationId xmlns:p14="http://schemas.microsoft.com/office/powerpoint/2010/main" val="5162019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529B77-32F9-3A12-8605-763C04C209CA}"/>
              </a:ext>
            </a:extLst>
          </p:cNvPr>
          <p:cNvSpPr>
            <a:spLocks noGrp="1"/>
          </p:cNvSpPr>
          <p:nvPr>
            <p:ph type="title"/>
          </p:nvPr>
        </p:nvSpPr>
        <p:spPr>
          <a:xfrm>
            <a:off x="540000" y="540000"/>
            <a:ext cx="11101135" cy="916532"/>
          </a:xfrm>
        </p:spPr>
        <p:txBody>
          <a:bodyPr>
            <a:normAutofit/>
          </a:bodyPr>
          <a:lstStyle/>
          <a:p>
            <a:pPr algn="ctr"/>
            <a:r>
              <a:rPr lang="en-US" sz="4500" b="1" dirty="0"/>
              <a:t>Comparison to existing insulator</a:t>
            </a:r>
            <a:endParaRPr lang="en-US"/>
          </a:p>
        </p:txBody>
      </p:sp>
      <p:sp>
        <p:nvSpPr>
          <p:cNvPr id="3" name="Content Placeholder 2">
            <a:extLst>
              <a:ext uri="{FF2B5EF4-FFF2-40B4-BE49-F238E27FC236}">
                <a16:creationId xmlns:a16="http://schemas.microsoft.com/office/drawing/2014/main" id="{7A870A10-7FE4-0B6C-FD37-E98F0C48D8F3}"/>
              </a:ext>
            </a:extLst>
          </p:cNvPr>
          <p:cNvSpPr>
            <a:spLocks noGrp="1"/>
          </p:cNvSpPr>
          <p:nvPr>
            <p:ph idx="1"/>
          </p:nvPr>
        </p:nvSpPr>
        <p:spPr>
          <a:xfrm>
            <a:off x="540000" y="1576387"/>
            <a:ext cx="11101136" cy="4732336"/>
          </a:xfrm>
        </p:spPr>
        <p:txBody>
          <a:bodyPr vert="horz" lIns="91440" tIns="45720" rIns="91440" bIns="45720" rtlCol="0" anchor="t">
            <a:normAutofit/>
          </a:bodyPr>
          <a:lstStyle/>
          <a:p>
            <a:pPr marL="0" indent="0" algn="ctr">
              <a:buNone/>
            </a:pPr>
            <a:r>
              <a:rPr lang="en-US" sz="4000" b="1" dirty="0"/>
              <a:t>Cost</a:t>
            </a:r>
          </a:p>
          <a:p>
            <a:pPr marL="0" indent="0" algn="ctr">
              <a:buNone/>
            </a:pPr>
            <a:r>
              <a:rPr lang="en-US" sz="2000" dirty="0"/>
              <a:t>Buffing dust insulator &lt; Existing insulator </a:t>
            </a:r>
          </a:p>
          <a:p>
            <a:pPr marL="0" indent="0" algn="ctr">
              <a:buNone/>
            </a:pPr>
            <a:r>
              <a:rPr lang="en-US" sz="4000" b="1" dirty="0"/>
              <a:t>Thermal conductivity </a:t>
            </a:r>
          </a:p>
          <a:p>
            <a:pPr marL="269875" indent="-269875" algn="ctr">
              <a:buNone/>
            </a:pPr>
            <a:r>
              <a:rPr lang="en-US" sz="2000" dirty="0">
                <a:ea typeface="+mn-lt"/>
                <a:cs typeface="+mn-lt"/>
              </a:rPr>
              <a:t>Buffing dust insulator &lt; Existing insulator</a:t>
            </a:r>
          </a:p>
          <a:p>
            <a:pPr marL="269875" indent="-269875" algn="ctr">
              <a:buNone/>
            </a:pPr>
            <a:r>
              <a:rPr lang="en-US" sz="1200" i="1" dirty="0"/>
              <a:t>The lower the conductivity, the higher the insulation</a:t>
            </a:r>
          </a:p>
          <a:p>
            <a:pPr marL="0" indent="0" algn="ctr">
              <a:buNone/>
            </a:pPr>
            <a:r>
              <a:rPr lang="en-US" sz="4000" b="1" dirty="0"/>
              <a:t>Water absorption</a:t>
            </a:r>
          </a:p>
          <a:p>
            <a:pPr marL="269875" indent="-269875" algn="ctr">
              <a:buNone/>
            </a:pPr>
            <a:r>
              <a:rPr lang="en-US" sz="2000" dirty="0">
                <a:ea typeface="+mn-lt"/>
                <a:cs typeface="+mn-lt"/>
              </a:rPr>
              <a:t>Buffing dust insulator</a:t>
            </a:r>
            <a:r>
              <a:rPr lang="en-US" sz="2000" b="1" dirty="0">
                <a:ea typeface="+mn-lt"/>
                <a:cs typeface="+mn-lt"/>
              </a:rPr>
              <a:t>(7.5%)</a:t>
            </a:r>
            <a:r>
              <a:rPr lang="en-US" sz="2000" dirty="0">
                <a:ea typeface="+mn-lt"/>
                <a:cs typeface="+mn-lt"/>
              </a:rPr>
              <a:t> &gt; Existing insulator </a:t>
            </a:r>
            <a:r>
              <a:rPr lang="en-US" sz="2000" b="1" dirty="0">
                <a:ea typeface="+mn-lt"/>
                <a:cs typeface="+mn-lt"/>
              </a:rPr>
              <a:t>(5%)</a:t>
            </a:r>
          </a:p>
          <a:p>
            <a:pPr marL="0" indent="0" algn="ctr">
              <a:buNone/>
            </a:pPr>
            <a:endParaRPr lang="en-US" sz="2000" dirty="0"/>
          </a:p>
          <a:p>
            <a:pPr marL="0" indent="0" algn="ctr">
              <a:buNone/>
            </a:pPr>
            <a:endParaRPr lang="en-US" sz="2000" dirty="0"/>
          </a:p>
        </p:txBody>
      </p:sp>
    </p:spTree>
    <p:extLst>
      <p:ext uri="{BB962C8B-B14F-4D97-AF65-F5344CB8AC3E}">
        <p14:creationId xmlns:p14="http://schemas.microsoft.com/office/powerpoint/2010/main" val="41526265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30D050C3-946A-4155-B469-3FE5492E6E9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0"/>
            <a:ext cx="12191999" cy="6861600"/>
            <a:chOff x="1" y="0"/>
            <a:chExt cx="12191999" cy="6861600"/>
          </a:xfrm>
        </p:grpSpPr>
        <p:sp>
          <p:nvSpPr>
            <p:cNvPr id="10" name="Rectangle 9">
              <a:extLst>
                <a:ext uri="{FF2B5EF4-FFF2-40B4-BE49-F238E27FC236}">
                  <a16:creationId xmlns:a16="http://schemas.microsoft.com/office/drawing/2014/main" id="{70D7BFBB-BF60-4EF1-AF1C-731347DB115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6200000">
              <a:off x="1" y="1640114"/>
              <a:ext cx="5217886" cy="5217886"/>
            </a:xfrm>
            <a:prstGeom prst="rect">
              <a:avLst/>
            </a:prstGeom>
            <a:gradFill flip="none" rotWithShape="1">
              <a:gsLst>
                <a:gs pos="0">
                  <a:schemeClr val="accent2">
                    <a:alpha val="60000"/>
                  </a:schemeClr>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40150CBC-E30B-417C-9BB2-CE6BB1A6440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384514" y="0"/>
              <a:ext cx="4320000" cy="4320000"/>
            </a:xfrm>
            <a:prstGeom prst="ellipse">
              <a:avLst/>
            </a:prstGeom>
            <a:solidFill>
              <a:schemeClr val="accent3">
                <a:alpha val="96000"/>
              </a:schemeClr>
            </a:solidFill>
            <a:ln>
              <a:noFill/>
            </a:ln>
            <a:effectLst>
              <a:softEdge rad="1016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476020D6-6ADB-408E-A69F-4EA6F51A7F1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119057" y="1230054"/>
              <a:ext cx="5506886" cy="5506886"/>
            </a:xfrm>
            <a:prstGeom prst="ellipse">
              <a:avLst/>
            </a:prstGeom>
            <a:solidFill>
              <a:schemeClr val="accent2">
                <a:alpha val="6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3" name="Group 12">
              <a:extLst>
                <a:ext uri="{FF2B5EF4-FFF2-40B4-BE49-F238E27FC236}">
                  <a16:creationId xmlns:a16="http://schemas.microsoft.com/office/drawing/2014/main" id="{8226C8E5-1D99-421D-AB3C-2AF296A15325}"/>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690092" y="0"/>
              <a:ext cx="10800000" cy="6858000"/>
              <a:chOff x="2328000" y="0"/>
              <a:chExt cx="2880000" cy="1440000"/>
            </a:xfrm>
          </p:grpSpPr>
          <p:sp>
            <p:nvSpPr>
              <p:cNvPr id="18" name="Rectangle 17">
                <a:extLst>
                  <a:ext uri="{FF2B5EF4-FFF2-40B4-BE49-F238E27FC236}">
                    <a16:creationId xmlns:a16="http://schemas.microsoft.com/office/drawing/2014/main" id="{67669339-D0C4-4CF0-9A76-5BFBCDB798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6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38B31604-91C4-4CB0-8097-02EE0ADDC1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232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4" name="Group 13">
              <a:extLst>
                <a:ext uri="{FF2B5EF4-FFF2-40B4-BE49-F238E27FC236}">
                  <a16:creationId xmlns:a16="http://schemas.microsoft.com/office/drawing/2014/main" id="{548340F5-A593-469A-98DC-B6D90D3B22B4}"/>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7048499" y="1714500"/>
              <a:ext cx="6858000" cy="3429000"/>
              <a:chOff x="0" y="0"/>
              <a:chExt cx="2880000" cy="1440000"/>
            </a:xfrm>
          </p:grpSpPr>
          <p:sp>
            <p:nvSpPr>
              <p:cNvPr id="16" name="Rectangle 15">
                <a:extLst>
                  <a:ext uri="{FF2B5EF4-FFF2-40B4-BE49-F238E27FC236}">
                    <a16:creationId xmlns:a16="http://schemas.microsoft.com/office/drawing/2014/main" id="{B59E3068-3000-4C82-ACA8-367498951E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44000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C2E1C398-D8F7-4828-9F7F-80D61DAE2B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813B333C-60FD-4260-80E0-190666C9DE7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0800000">
              <a:off x="5602287" y="271887"/>
              <a:ext cx="6589713" cy="6589713"/>
            </a:xfrm>
            <a:prstGeom prst="rect">
              <a:avLst/>
            </a:prstGeom>
            <a:gradFill flip="none" rotWithShape="1">
              <a:gsLst>
                <a:gs pos="0">
                  <a:schemeClr val="accent3"/>
                </a:gs>
                <a:gs pos="60000">
                  <a:schemeClr val="accent3">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1" name="Rectangle 20">
            <a:extLst>
              <a:ext uri="{FF2B5EF4-FFF2-40B4-BE49-F238E27FC236}">
                <a16:creationId xmlns:a16="http://schemas.microsoft.com/office/drawing/2014/main" id="{DC05F582-AA63-4A8C-915E-66057E4BEE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12192000" cy="6858000"/>
          </a:xfrm>
          <a:prstGeom prst="rect">
            <a:avLst/>
          </a:prstGeom>
          <a:gradFill flip="none" rotWithShape="1">
            <a:gsLst>
              <a:gs pos="0">
                <a:schemeClr val="bg2">
                  <a:alpha val="60000"/>
                </a:schemeClr>
              </a:gs>
              <a:gs pos="37000">
                <a:schemeClr val="bg2">
                  <a:alpha val="60000"/>
                </a:schemeClr>
              </a:gs>
              <a:gs pos="79000">
                <a:schemeClr val="bg2">
                  <a:alpha val="0"/>
                </a:schemeClr>
              </a:gs>
            </a:gsLst>
            <a:lin ang="0" scaled="1"/>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2" name="Title 1">
            <a:extLst>
              <a:ext uri="{FF2B5EF4-FFF2-40B4-BE49-F238E27FC236}">
                <a16:creationId xmlns:a16="http://schemas.microsoft.com/office/drawing/2014/main" id="{50EDA444-727C-467D-F502-D90A4DC59437}"/>
              </a:ext>
            </a:extLst>
          </p:cNvPr>
          <p:cNvSpPr>
            <a:spLocks noGrp="1"/>
          </p:cNvSpPr>
          <p:nvPr>
            <p:ph type="title"/>
          </p:nvPr>
        </p:nvSpPr>
        <p:spPr>
          <a:xfrm>
            <a:off x="7098221" y="1301999"/>
            <a:ext cx="4542915" cy="1055003"/>
          </a:xfrm>
        </p:spPr>
        <p:txBody>
          <a:bodyPr anchor="b">
            <a:normAutofit/>
          </a:bodyPr>
          <a:lstStyle/>
          <a:p>
            <a:r>
              <a:rPr lang="en-US" b="1" dirty="0"/>
              <a:t>Materials:</a:t>
            </a:r>
          </a:p>
        </p:txBody>
      </p:sp>
      <p:pic>
        <p:nvPicPr>
          <p:cNvPr id="5" name="Picture 4" descr="A box full of polystyrene peanuts">
            <a:extLst>
              <a:ext uri="{FF2B5EF4-FFF2-40B4-BE49-F238E27FC236}">
                <a16:creationId xmlns:a16="http://schemas.microsoft.com/office/drawing/2014/main" id="{26E14CFA-F3C9-99C3-77B0-C44C182C8E5C}"/>
              </a:ext>
            </a:extLst>
          </p:cNvPr>
          <p:cNvPicPr>
            <a:picLocks noChangeAspect="1"/>
          </p:cNvPicPr>
          <p:nvPr/>
        </p:nvPicPr>
        <p:blipFill rotWithShape="1">
          <a:blip r:embed="rId2"/>
          <a:srcRect l="17850" r="18282" b="6"/>
          <a:stretch/>
        </p:blipFill>
        <p:spPr>
          <a:xfrm>
            <a:off x="20" y="10"/>
            <a:ext cx="6444556" cy="6857990"/>
          </a:xfrm>
          <a:prstGeom prst="rect">
            <a:avLst/>
          </a:prstGeom>
        </p:spPr>
      </p:pic>
      <p:sp>
        <p:nvSpPr>
          <p:cNvPr id="3" name="Content Placeholder 2">
            <a:extLst>
              <a:ext uri="{FF2B5EF4-FFF2-40B4-BE49-F238E27FC236}">
                <a16:creationId xmlns:a16="http://schemas.microsoft.com/office/drawing/2014/main" id="{FB8CACBE-FCCB-6F59-9D6D-9B07A57B1F4E}"/>
              </a:ext>
            </a:extLst>
          </p:cNvPr>
          <p:cNvSpPr>
            <a:spLocks noGrp="1"/>
          </p:cNvSpPr>
          <p:nvPr>
            <p:ph idx="1"/>
          </p:nvPr>
        </p:nvSpPr>
        <p:spPr>
          <a:xfrm>
            <a:off x="7104063" y="2601840"/>
            <a:ext cx="4537073" cy="3361604"/>
          </a:xfrm>
        </p:spPr>
        <p:txBody>
          <a:bodyPr vert="horz" lIns="91440" tIns="45720" rIns="91440" bIns="45720" rtlCol="0" anchor="t">
            <a:noAutofit/>
          </a:bodyPr>
          <a:lstStyle/>
          <a:p>
            <a:pPr marL="285750" indent="-285750"/>
            <a:r>
              <a:rPr lang="en-US" sz="2500" dirty="0"/>
              <a:t>Buffing dust from tanneries</a:t>
            </a:r>
          </a:p>
          <a:p>
            <a:pPr marL="285750" indent="-285750"/>
            <a:r>
              <a:rPr lang="en-US" sz="2500" dirty="0"/>
              <a:t>Commercially expanded  Polystyrene(C8H8)</a:t>
            </a:r>
          </a:p>
          <a:p>
            <a:pPr marL="285750" indent="-285750"/>
            <a:r>
              <a:rPr lang="en-US" sz="2500" dirty="0"/>
              <a:t>Blowing agents - Azodicarbonamide</a:t>
            </a:r>
          </a:p>
          <a:p>
            <a:pPr marL="269875" indent="-269875"/>
            <a:endParaRPr lang="en-US" sz="2500" dirty="0"/>
          </a:p>
        </p:txBody>
      </p:sp>
    </p:spTree>
    <p:extLst>
      <p:ext uri="{BB962C8B-B14F-4D97-AF65-F5344CB8AC3E}">
        <p14:creationId xmlns:p14="http://schemas.microsoft.com/office/powerpoint/2010/main" val="6690058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20" name="Rectangle 319">
            <a:extLst>
              <a:ext uri="{FF2B5EF4-FFF2-40B4-BE49-F238E27FC236}">
                <a16:creationId xmlns:a16="http://schemas.microsoft.com/office/drawing/2014/main" id="{81C8C0F4-5C44-4C3F-B321-5CB3E2BABC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3DBA11C-25A0-2A25-4899-842A8A4FF9C5}"/>
              </a:ext>
            </a:extLst>
          </p:cNvPr>
          <p:cNvSpPr>
            <a:spLocks noGrp="1"/>
          </p:cNvSpPr>
          <p:nvPr>
            <p:ph type="title"/>
          </p:nvPr>
        </p:nvSpPr>
        <p:spPr>
          <a:xfrm>
            <a:off x="837656" y="551906"/>
            <a:ext cx="4500561" cy="2181946"/>
          </a:xfrm>
        </p:spPr>
        <p:txBody>
          <a:bodyPr anchor="t">
            <a:normAutofit/>
          </a:bodyPr>
          <a:lstStyle/>
          <a:p>
            <a:r>
              <a:rPr lang="en-US" dirty="0"/>
              <a:t>Method:</a:t>
            </a:r>
          </a:p>
        </p:txBody>
      </p:sp>
      <p:sp>
        <p:nvSpPr>
          <p:cNvPr id="314" name="Content Placeholder 313">
            <a:extLst>
              <a:ext uri="{FF2B5EF4-FFF2-40B4-BE49-F238E27FC236}">
                <a16:creationId xmlns:a16="http://schemas.microsoft.com/office/drawing/2014/main" id="{A8743875-CCBA-1A43-BCB3-1F1FD241AC07}"/>
              </a:ext>
            </a:extLst>
          </p:cNvPr>
          <p:cNvSpPr>
            <a:spLocks noGrp="1"/>
          </p:cNvSpPr>
          <p:nvPr>
            <p:ph idx="1"/>
          </p:nvPr>
        </p:nvSpPr>
        <p:spPr>
          <a:xfrm>
            <a:off x="538957" y="1756495"/>
            <a:ext cx="5333999" cy="3361604"/>
          </a:xfrm>
        </p:spPr>
        <p:txBody>
          <a:bodyPr vert="horz" lIns="91440" tIns="45720" rIns="91440" bIns="45720" rtlCol="0" anchor="t">
            <a:noAutofit/>
          </a:bodyPr>
          <a:lstStyle/>
          <a:p>
            <a:pPr marL="269875" indent="-269875"/>
            <a:r>
              <a:rPr lang="en-US" sz="2200" dirty="0"/>
              <a:t>Polymerization of polystyrene with buffing dust</a:t>
            </a:r>
          </a:p>
          <a:p>
            <a:pPr marL="269875" indent="-269875"/>
            <a:r>
              <a:rPr lang="en-US" sz="2200" dirty="0"/>
              <a:t>Mixing the ingredients in high temperature(200-degree </a:t>
            </a:r>
            <a:r>
              <a:rPr lang="en-US" sz="2200" err="1"/>
              <a:t>celcius</a:t>
            </a:r>
            <a:r>
              <a:rPr lang="en-US" sz="2200" dirty="0"/>
              <a:t>) presence of blowing agent</a:t>
            </a:r>
          </a:p>
          <a:p>
            <a:pPr marL="269875" indent="-269875"/>
            <a:r>
              <a:rPr lang="en-US" sz="2200" dirty="0"/>
              <a:t>Pouring the molten composite into steel molds</a:t>
            </a:r>
          </a:p>
          <a:p>
            <a:pPr marL="269875" indent="-269875"/>
            <a:r>
              <a:rPr lang="en-US" sz="2200" dirty="0"/>
              <a:t>After cooling- samples ready to use</a:t>
            </a:r>
          </a:p>
          <a:p>
            <a:pPr marL="269875" indent="-269875"/>
            <a:endParaRPr lang="en-US" sz="2200" dirty="0"/>
          </a:p>
          <a:p>
            <a:pPr marL="269875" indent="-269875"/>
            <a:endParaRPr lang="en-US" sz="2200" dirty="0"/>
          </a:p>
          <a:p>
            <a:pPr marL="269875" indent="-269875"/>
            <a:endParaRPr lang="en-US" sz="2200" dirty="0"/>
          </a:p>
          <a:p>
            <a:pPr marL="269875" indent="-269875"/>
            <a:endParaRPr lang="en-US" sz="2200" dirty="0"/>
          </a:p>
        </p:txBody>
      </p:sp>
      <p:grpSp>
        <p:nvGrpSpPr>
          <p:cNvPr id="322" name="Group 321">
            <a:extLst>
              <a:ext uri="{FF2B5EF4-FFF2-40B4-BE49-F238E27FC236}">
                <a16:creationId xmlns:a16="http://schemas.microsoft.com/office/drawing/2014/main" id="{000A5F84-BD20-4A3E-81BA-9F4444101C1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925125" y="3600"/>
            <a:ext cx="7266875" cy="6854400"/>
            <a:chOff x="4925125" y="3600"/>
            <a:chExt cx="7266875" cy="6854400"/>
          </a:xfrm>
        </p:grpSpPr>
        <p:sp>
          <p:nvSpPr>
            <p:cNvPr id="323" name="Oval 322">
              <a:extLst>
                <a:ext uri="{FF2B5EF4-FFF2-40B4-BE49-F238E27FC236}">
                  <a16:creationId xmlns:a16="http://schemas.microsoft.com/office/drawing/2014/main" id="{FF62F19C-23B5-44FC-88CF-01A43087268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4925125" y="1098000"/>
              <a:ext cx="5760000" cy="5760000"/>
            </a:xfrm>
            <a:prstGeom prst="ellipse">
              <a:avLst/>
            </a:prstGeom>
            <a:solidFill>
              <a:schemeClr val="accent1">
                <a:alpha val="80000"/>
              </a:schemeClr>
            </a:solidFill>
            <a:ln>
              <a:noFill/>
            </a:ln>
            <a:effectLst>
              <a:softEdge rad="1016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4" name="Oval 323">
              <a:extLst>
                <a:ext uri="{FF2B5EF4-FFF2-40B4-BE49-F238E27FC236}">
                  <a16:creationId xmlns:a16="http://schemas.microsoft.com/office/drawing/2014/main" id="{C82D9667-DCFB-45CA-8EDC-7E5E0EE42AB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5105686" y="65314"/>
              <a:ext cx="4320000" cy="4320000"/>
            </a:xfrm>
            <a:prstGeom prst="ellipse">
              <a:avLst/>
            </a:prstGeom>
            <a:solidFill>
              <a:schemeClr val="accent3"/>
            </a:solidFill>
            <a:ln>
              <a:noFill/>
            </a:ln>
            <a:effectLst>
              <a:softEdge rad="1016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5" name="Oval 324">
              <a:extLst>
                <a:ext uri="{FF2B5EF4-FFF2-40B4-BE49-F238E27FC236}">
                  <a16:creationId xmlns:a16="http://schemas.microsoft.com/office/drawing/2014/main" id="{CE8752FF-502D-43D5-9828-8C421664831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5337600" y="3600"/>
              <a:ext cx="6854400" cy="6854400"/>
            </a:xfrm>
            <a:prstGeom prst="ellipse">
              <a:avLst/>
            </a:prstGeom>
            <a:solidFill>
              <a:schemeClr val="accent2">
                <a:alpha val="6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316" name="Picture 315" descr="Working on a thermal plant">
            <a:extLst>
              <a:ext uri="{FF2B5EF4-FFF2-40B4-BE49-F238E27FC236}">
                <a16:creationId xmlns:a16="http://schemas.microsoft.com/office/drawing/2014/main" id="{54BC59AF-DE49-4EB3-5D94-3857E6F25ECD}"/>
              </a:ext>
            </a:extLst>
          </p:cNvPr>
          <p:cNvPicPr>
            <a:picLocks noChangeAspect="1"/>
          </p:cNvPicPr>
          <p:nvPr/>
        </p:nvPicPr>
        <p:blipFill rotWithShape="1">
          <a:blip r:embed="rId2"/>
          <a:srcRect l="18578" r="14915" b="-5"/>
          <a:stretch/>
        </p:blipFill>
        <p:spPr>
          <a:xfrm>
            <a:off x="4896763" y="-1"/>
            <a:ext cx="6858000" cy="6858000"/>
          </a:xfrm>
          <a:custGeom>
            <a:avLst/>
            <a:gdLst/>
            <a:ahLst/>
            <a:cxnLst/>
            <a:rect l="l" t="t" r="r" b="b"/>
            <a:pathLst>
              <a:path w="6858000" h="6858000">
                <a:moveTo>
                  <a:pt x="3429001" y="0"/>
                </a:moveTo>
                <a:cubicBezTo>
                  <a:pt x="5322784" y="0"/>
                  <a:pt x="6858000" y="1535216"/>
                  <a:pt x="6858000" y="3429001"/>
                </a:cubicBezTo>
                <a:cubicBezTo>
                  <a:pt x="6858000" y="5322785"/>
                  <a:pt x="5322784" y="6858000"/>
                  <a:pt x="3429001" y="6858000"/>
                </a:cubicBezTo>
                <a:cubicBezTo>
                  <a:pt x="1535216" y="6858000"/>
                  <a:pt x="0" y="5322785"/>
                  <a:pt x="0" y="3429001"/>
                </a:cubicBezTo>
                <a:cubicBezTo>
                  <a:pt x="0" y="1535216"/>
                  <a:pt x="1535216" y="0"/>
                  <a:pt x="3429001" y="0"/>
                </a:cubicBezTo>
                <a:close/>
              </a:path>
            </a:pathLst>
          </a:custGeom>
          <a:effectLst>
            <a:softEdge rad="1016000"/>
          </a:effectLst>
        </p:spPr>
      </p:pic>
    </p:spTree>
    <p:extLst>
      <p:ext uri="{BB962C8B-B14F-4D97-AF65-F5344CB8AC3E}">
        <p14:creationId xmlns:p14="http://schemas.microsoft.com/office/powerpoint/2010/main" val="1960739767"/>
      </p:ext>
    </p:extLst>
  </p:cSld>
  <p:clrMapOvr>
    <a:masterClrMapping/>
  </p:clrMapOvr>
</p:sld>
</file>

<file path=ppt/theme/theme1.xml><?xml version="1.0" encoding="utf-8"?>
<a:theme xmlns:a="http://schemas.openxmlformats.org/drawingml/2006/main" name="GlowVTI">
  <a:themeElements>
    <a:clrScheme name="AnalogousFromRegularSeed_2SEEDS">
      <a:dk1>
        <a:srgbClr val="000000"/>
      </a:dk1>
      <a:lt1>
        <a:srgbClr val="FFFFFF"/>
      </a:lt1>
      <a:dk2>
        <a:srgbClr val="41243D"/>
      </a:dk2>
      <a:lt2>
        <a:srgbClr val="E2E8E6"/>
      </a:lt2>
      <a:accent1>
        <a:srgbClr val="BC3053"/>
      </a:accent1>
      <a:accent2>
        <a:srgbClr val="CE429F"/>
      </a:accent2>
      <a:accent3>
        <a:srgbClr val="CE5942"/>
      </a:accent3>
      <a:accent4>
        <a:srgbClr val="2FB98E"/>
      </a:accent4>
      <a:accent5>
        <a:srgbClr val="3EB3C0"/>
      </a:accent5>
      <a:accent6>
        <a:srgbClr val="3073BC"/>
      </a:accent6>
      <a:hlink>
        <a:srgbClr val="31937A"/>
      </a:hlink>
      <a:folHlink>
        <a:srgbClr val="7F7F7F"/>
      </a:folHlink>
    </a:clrScheme>
    <a:fontScheme name="Blur">
      <a:majorFont>
        <a:latin typeface="Bell MT"/>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lowVTI" id="{D5B5AA20-F6D3-43B8-AF6B-ECAF69256418}" vid="{93025AB5-1D44-4CD3-9BC3-729F6E11E040}"/>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7</Slides>
  <Notes>0</Notes>
  <HiddenSlides>0</HiddenSlides>
  <MMClips>0</MMClips>
  <ScaleCrop>false</ScaleCrop>
  <HeadingPairs>
    <vt:vector size="4" baseType="variant">
      <vt:variant>
        <vt:lpstr>Theme</vt:lpstr>
      </vt:variant>
      <vt:variant>
        <vt:i4>1</vt:i4>
      </vt:variant>
      <vt:variant>
        <vt:lpstr>Slide Titles</vt:lpstr>
      </vt:variant>
      <vt:variant>
        <vt:i4>7</vt:i4>
      </vt:variant>
    </vt:vector>
  </HeadingPairs>
  <TitlesOfParts>
    <vt:vector size="8" baseType="lpstr">
      <vt:lpstr>GlowVTI</vt:lpstr>
      <vt:lpstr>Transforming Waste to Warmth</vt:lpstr>
      <vt:lpstr>What is buffing dust?</vt:lpstr>
      <vt:lpstr>PowerPoint Presentation</vt:lpstr>
      <vt:lpstr>Buffing dust to thermal insulator panels :</vt:lpstr>
      <vt:lpstr>Comparison to existing insulator</vt:lpstr>
      <vt:lpstr>Materials:</vt:lpstr>
      <vt:lpstr>Method: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
  <cp:revision>371</cp:revision>
  <dcterms:created xsi:type="dcterms:W3CDTF">2023-12-19T02:53:22Z</dcterms:created>
  <dcterms:modified xsi:type="dcterms:W3CDTF">2023-12-19T05:01:32Z</dcterms:modified>
</cp:coreProperties>
</file>