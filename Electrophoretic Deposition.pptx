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66" r:id="rId4"/>
    <p:sldId id="258" r:id="rId5"/>
    <p:sldId id="260" r:id="rId6"/>
    <p:sldId id="274" r:id="rId7"/>
    <p:sldId id="259" r:id="rId8"/>
    <p:sldId id="267" r:id="rId9"/>
    <p:sldId id="269" r:id="rId10"/>
    <p:sldId id="263" r:id="rId11"/>
    <p:sldId id="268" r:id="rId12"/>
    <p:sldId id="270" r:id="rId13"/>
    <p:sldId id="271" r:id="rId14"/>
    <p:sldId id="273" r:id="rId15"/>
    <p:sldId id="276" r:id="rId16"/>
    <p:sldId id="261" r:id="rId17"/>
    <p:sldId id="262" r:id="rId18"/>
    <p:sldId id="264" r:id="rId19"/>
    <p:sldId id="265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86B55-8CAC-6909-00A7-4E1767EA05C6}" v="1519" dt="2025-06-21T15:01:34.318"/>
    <p1510:client id="{69456779-B19E-CAF1-5951-C220E7E2B196}" v="237" dt="2025-06-21T15:52:16.163"/>
    <p1510:client id="{AFD7AFB7-C98C-6041-53FA-AB7838115E53}" v="203" dt="2025-06-21T15:18:44.124"/>
    <p1510:client id="{E4681C08-D4FD-D526-65EE-2C938581D239}" v="811" dt="2025-06-21T10:46:03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78B7CE-E320-435D-9B4B-9DC9B0B092B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CB4C9B-4F32-4AE9-A1A3-6EDAEB18AC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Fundamentals</a:t>
          </a:r>
        </a:p>
      </dgm:t>
    </dgm:pt>
    <dgm:pt modelId="{A188551B-4E9A-4F8D-9D80-98EC02436CD2}" type="parTrans" cxnId="{61F1B238-CAD0-42A3-B9B7-2AE4F9BFB4F0}">
      <dgm:prSet/>
      <dgm:spPr/>
      <dgm:t>
        <a:bodyPr/>
        <a:lstStyle/>
        <a:p>
          <a:endParaRPr lang="en-US"/>
        </a:p>
      </dgm:t>
    </dgm:pt>
    <dgm:pt modelId="{803E370E-8B4F-4006-9DCF-C162755E81B1}" type="sibTrans" cxnId="{61F1B238-CAD0-42A3-B9B7-2AE4F9BFB4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2D4609-5414-4E1B-AC0A-D8F76B19F9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Process Details</a:t>
          </a:r>
        </a:p>
      </dgm:t>
    </dgm:pt>
    <dgm:pt modelId="{20FA885B-C13A-48BA-A4D7-EDC3BA488B5E}" type="parTrans" cxnId="{592734A8-964F-4B23-88E3-0EE9815531D2}">
      <dgm:prSet/>
      <dgm:spPr/>
      <dgm:t>
        <a:bodyPr/>
        <a:lstStyle/>
        <a:p>
          <a:endParaRPr lang="en-US"/>
        </a:p>
      </dgm:t>
    </dgm:pt>
    <dgm:pt modelId="{5F937ABF-05D3-4BDF-86E3-B0AAD36943E2}" type="sibTrans" cxnId="{592734A8-964F-4B23-88E3-0EE9815531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D2E7DE-B733-4C3A-9195-F3309BFDC8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Applications</a:t>
          </a:r>
        </a:p>
      </dgm:t>
    </dgm:pt>
    <dgm:pt modelId="{6647D165-0231-4CD5-8149-6626E5257DD9}" type="parTrans" cxnId="{C1F2F6B2-9C5D-4862-A6B9-C4C84381055E}">
      <dgm:prSet/>
      <dgm:spPr/>
      <dgm:t>
        <a:bodyPr/>
        <a:lstStyle/>
        <a:p>
          <a:endParaRPr lang="en-US"/>
        </a:p>
      </dgm:t>
    </dgm:pt>
    <dgm:pt modelId="{AB22C2E4-5448-4069-8AF0-C040DE401467}" type="sibTrans" cxnId="{C1F2F6B2-9C5D-4862-A6B9-C4C8438105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FB2E1C-4CE2-494A-80A8-F7E91DFB82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Advanced Topics</a:t>
          </a:r>
        </a:p>
      </dgm:t>
    </dgm:pt>
    <dgm:pt modelId="{CCD2110A-4AA4-485B-A5EB-D5F06DEAF293}" type="parTrans" cxnId="{C6F26E7B-482D-4392-9A2D-888A2E0E8D5F}">
      <dgm:prSet/>
      <dgm:spPr/>
      <dgm:t>
        <a:bodyPr/>
        <a:lstStyle/>
        <a:p>
          <a:endParaRPr lang="en-US"/>
        </a:p>
      </dgm:t>
    </dgm:pt>
    <dgm:pt modelId="{D030DE42-519C-4206-A602-DCC9CB7982E0}" type="sibTrans" cxnId="{C6F26E7B-482D-4392-9A2D-888A2E0E8D5F}">
      <dgm:prSet/>
      <dgm:spPr/>
      <dgm:t>
        <a:bodyPr/>
        <a:lstStyle/>
        <a:p>
          <a:endParaRPr lang="en-US"/>
        </a:p>
      </dgm:t>
    </dgm:pt>
    <dgm:pt modelId="{E92AD19B-841F-490D-BE6C-55EFF318B01E}" type="pres">
      <dgm:prSet presAssocID="{9578B7CE-E320-435D-9B4B-9DC9B0B092B0}" presName="root" presStyleCnt="0">
        <dgm:presLayoutVars>
          <dgm:dir/>
          <dgm:resizeHandles val="exact"/>
        </dgm:presLayoutVars>
      </dgm:prSet>
      <dgm:spPr/>
    </dgm:pt>
    <dgm:pt modelId="{FF78C8FF-5C99-4153-AD44-D06CA6F91A1D}" type="pres">
      <dgm:prSet presAssocID="{9578B7CE-E320-435D-9B4B-9DC9B0B092B0}" presName="container" presStyleCnt="0">
        <dgm:presLayoutVars>
          <dgm:dir/>
          <dgm:resizeHandles val="exact"/>
        </dgm:presLayoutVars>
      </dgm:prSet>
      <dgm:spPr/>
    </dgm:pt>
    <dgm:pt modelId="{E8085E55-16E5-467F-8ED9-7013C2919676}" type="pres">
      <dgm:prSet presAssocID="{ACCB4C9B-4F32-4AE9-A1A3-6EDAEB18AC05}" presName="compNode" presStyleCnt="0"/>
      <dgm:spPr/>
    </dgm:pt>
    <dgm:pt modelId="{BE312A7A-7654-4958-B031-E99FFFA53A33}" type="pres">
      <dgm:prSet presAssocID="{ACCB4C9B-4F32-4AE9-A1A3-6EDAEB18AC05}" presName="iconBgRect" presStyleLbl="bgShp" presStyleIdx="0" presStyleCnt="4"/>
      <dgm:spPr/>
    </dgm:pt>
    <dgm:pt modelId="{2A151AC4-842B-418B-A795-1B61301AC87A}" type="pres">
      <dgm:prSet presAssocID="{ACCB4C9B-4F32-4AE9-A1A3-6EDAEB18AC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07C0D5C-E240-44F8-9EEF-742F678B915A}" type="pres">
      <dgm:prSet presAssocID="{ACCB4C9B-4F32-4AE9-A1A3-6EDAEB18AC05}" presName="spaceRect" presStyleCnt="0"/>
      <dgm:spPr/>
    </dgm:pt>
    <dgm:pt modelId="{70C15418-A750-48CC-AA4B-8FFE9859BC1B}" type="pres">
      <dgm:prSet presAssocID="{ACCB4C9B-4F32-4AE9-A1A3-6EDAEB18AC05}" presName="textRect" presStyleLbl="revTx" presStyleIdx="0" presStyleCnt="4">
        <dgm:presLayoutVars>
          <dgm:chMax val="1"/>
          <dgm:chPref val="1"/>
        </dgm:presLayoutVars>
      </dgm:prSet>
      <dgm:spPr/>
    </dgm:pt>
    <dgm:pt modelId="{E6F97908-8C08-4429-B442-2A687AF8B33A}" type="pres">
      <dgm:prSet presAssocID="{803E370E-8B4F-4006-9DCF-C162755E81B1}" presName="sibTrans" presStyleLbl="sibTrans2D1" presStyleIdx="0" presStyleCnt="0"/>
      <dgm:spPr/>
    </dgm:pt>
    <dgm:pt modelId="{72B31D45-866F-4FAF-9C7E-30400906C079}" type="pres">
      <dgm:prSet presAssocID="{D52D4609-5414-4E1B-AC0A-D8F76B19F9CC}" presName="compNode" presStyleCnt="0"/>
      <dgm:spPr/>
    </dgm:pt>
    <dgm:pt modelId="{DDB18098-EDB6-4CC5-88D4-D8F2ED29018A}" type="pres">
      <dgm:prSet presAssocID="{D52D4609-5414-4E1B-AC0A-D8F76B19F9CC}" presName="iconBgRect" presStyleLbl="bgShp" presStyleIdx="1" presStyleCnt="4"/>
      <dgm:spPr/>
    </dgm:pt>
    <dgm:pt modelId="{ED89337F-A0EF-4958-AF6E-5C9470EBFAEF}" type="pres">
      <dgm:prSet presAssocID="{D52D4609-5414-4E1B-AC0A-D8F76B19F9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7ACA04C-25D8-4182-9CF9-3062BB5B71DE}" type="pres">
      <dgm:prSet presAssocID="{D52D4609-5414-4E1B-AC0A-D8F76B19F9CC}" presName="spaceRect" presStyleCnt="0"/>
      <dgm:spPr/>
    </dgm:pt>
    <dgm:pt modelId="{696D8672-AC90-458F-8580-2720FC2B49E3}" type="pres">
      <dgm:prSet presAssocID="{D52D4609-5414-4E1B-AC0A-D8F76B19F9CC}" presName="textRect" presStyleLbl="revTx" presStyleIdx="1" presStyleCnt="4">
        <dgm:presLayoutVars>
          <dgm:chMax val="1"/>
          <dgm:chPref val="1"/>
        </dgm:presLayoutVars>
      </dgm:prSet>
      <dgm:spPr/>
    </dgm:pt>
    <dgm:pt modelId="{38E8C046-1400-4E84-99A0-1763BBC9B9D4}" type="pres">
      <dgm:prSet presAssocID="{5F937ABF-05D3-4BDF-86E3-B0AAD36943E2}" presName="sibTrans" presStyleLbl="sibTrans2D1" presStyleIdx="0" presStyleCnt="0"/>
      <dgm:spPr/>
    </dgm:pt>
    <dgm:pt modelId="{1426E576-CE63-45C3-B80A-797E9E6E0CB8}" type="pres">
      <dgm:prSet presAssocID="{7AD2E7DE-B733-4C3A-9195-F3309BFDC8CD}" presName="compNode" presStyleCnt="0"/>
      <dgm:spPr/>
    </dgm:pt>
    <dgm:pt modelId="{B4C570BD-CA15-4395-A2D8-7EBB227A7ACC}" type="pres">
      <dgm:prSet presAssocID="{7AD2E7DE-B733-4C3A-9195-F3309BFDC8CD}" presName="iconBgRect" presStyleLbl="bgShp" presStyleIdx="2" presStyleCnt="4"/>
      <dgm:spPr/>
    </dgm:pt>
    <dgm:pt modelId="{BBCBDA72-6D35-4172-965C-665E302E7D1C}" type="pres">
      <dgm:prSet presAssocID="{7AD2E7DE-B733-4C3A-9195-F3309BFDC8C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4AB461C3-C041-4E50-ACBA-19CE4B8E621C}" type="pres">
      <dgm:prSet presAssocID="{7AD2E7DE-B733-4C3A-9195-F3309BFDC8CD}" presName="spaceRect" presStyleCnt="0"/>
      <dgm:spPr/>
    </dgm:pt>
    <dgm:pt modelId="{2BE6BE40-F562-43A3-8C4F-474CFEB9AD0B}" type="pres">
      <dgm:prSet presAssocID="{7AD2E7DE-B733-4C3A-9195-F3309BFDC8CD}" presName="textRect" presStyleLbl="revTx" presStyleIdx="2" presStyleCnt="4">
        <dgm:presLayoutVars>
          <dgm:chMax val="1"/>
          <dgm:chPref val="1"/>
        </dgm:presLayoutVars>
      </dgm:prSet>
      <dgm:spPr/>
    </dgm:pt>
    <dgm:pt modelId="{29453CCB-8861-4E3D-A292-3E6290B4CD65}" type="pres">
      <dgm:prSet presAssocID="{AB22C2E4-5448-4069-8AF0-C040DE401467}" presName="sibTrans" presStyleLbl="sibTrans2D1" presStyleIdx="0" presStyleCnt="0"/>
      <dgm:spPr/>
    </dgm:pt>
    <dgm:pt modelId="{F4177CE3-7A32-4F78-81B4-80EC1A4F30EC}" type="pres">
      <dgm:prSet presAssocID="{ECFB2E1C-4CE2-494A-80A8-F7E91DFB82DF}" presName="compNode" presStyleCnt="0"/>
      <dgm:spPr/>
    </dgm:pt>
    <dgm:pt modelId="{48E47D22-9096-478C-8514-561ABB226799}" type="pres">
      <dgm:prSet presAssocID="{ECFB2E1C-4CE2-494A-80A8-F7E91DFB82DF}" presName="iconBgRect" presStyleLbl="bgShp" presStyleIdx="3" presStyleCnt="4"/>
      <dgm:spPr/>
    </dgm:pt>
    <dgm:pt modelId="{A746BB37-CBEA-477A-8B4A-4B088690411C}" type="pres">
      <dgm:prSet presAssocID="{ECFB2E1C-4CE2-494A-80A8-F7E91DFB82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1FBACF5-660B-4B06-B92D-4D0AEAF86456}" type="pres">
      <dgm:prSet presAssocID="{ECFB2E1C-4CE2-494A-80A8-F7E91DFB82DF}" presName="spaceRect" presStyleCnt="0"/>
      <dgm:spPr/>
    </dgm:pt>
    <dgm:pt modelId="{81B92B7B-6E89-4B52-8108-4987FA4D2F4B}" type="pres">
      <dgm:prSet presAssocID="{ECFB2E1C-4CE2-494A-80A8-F7E91DFB82D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F1B238-CAD0-42A3-B9B7-2AE4F9BFB4F0}" srcId="{9578B7CE-E320-435D-9B4B-9DC9B0B092B0}" destId="{ACCB4C9B-4F32-4AE9-A1A3-6EDAEB18AC05}" srcOrd="0" destOrd="0" parTransId="{A188551B-4E9A-4F8D-9D80-98EC02436CD2}" sibTransId="{803E370E-8B4F-4006-9DCF-C162755E81B1}"/>
    <dgm:cxn modelId="{743AA33B-56F2-4AFD-B19D-B8E3EDF856F1}" type="presOf" srcId="{AB22C2E4-5448-4069-8AF0-C040DE401467}" destId="{29453CCB-8861-4E3D-A292-3E6290B4CD65}" srcOrd="0" destOrd="0" presId="urn:microsoft.com/office/officeart/2018/2/layout/IconCircleList"/>
    <dgm:cxn modelId="{DAD9403D-6410-4EEC-BEFC-48178C9BD862}" type="presOf" srcId="{ACCB4C9B-4F32-4AE9-A1A3-6EDAEB18AC05}" destId="{70C15418-A750-48CC-AA4B-8FFE9859BC1B}" srcOrd="0" destOrd="0" presId="urn:microsoft.com/office/officeart/2018/2/layout/IconCircleList"/>
    <dgm:cxn modelId="{DB304B5C-0BCE-4F4D-A3D4-D136FA28304B}" type="presOf" srcId="{D52D4609-5414-4E1B-AC0A-D8F76B19F9CC}" destId="{696D8672-AC90-458F-8580-2720FC2B49E3}" srcOrd="0" destOrd="0" presId="urn:microsoft.com/office/officeart/2018/2/layout/IconCircleList"/>
    <dgm:cxn modelId="{C6F26E7B-482D-4392-9A2D-888A2E0E8D5F}" srcId="{9578B7CE-E320-435D-9B4B-9DC9B0B092B0}" destId="{ECFB2E1C-4CE2-494A-80A8-F7E91DFB82DF}" srcOrd="3" destOrd="0" parTransId="{CCD2110A-4AA4-485B-A5EB-D5F06DEAF293}" sibTransId="{D030DE42-519C-4206-A602-DCC9CB7982E0}"/>
    <dgm:cxn modelId="{040BC492-C4E2-4F8F-A91A-8E1C8FB78B5D}" type="presOf" srcId="{5F937ABF-05D3-4BDF-86E3-B0AAD36943E2}" destId="{38E8C046-1400-4E84-99A0-1763BBC9B9D4}" srcOrd="0" destOrd="0" presId="urn:microsoft.com/office/officeart/2018/2/layout/IconCircleList"/>
    <dgm:cxn modelId="{ECE4B798-7218-4C1C-AD58-EC6EDD7ABB7D}" type="presOf" srcId="{7AD2E7DE-B733-4C3A-9195-F3309BFDC8CD}" destId="{2BE6BE40-F562-43A3-8C4F-474CFEB9AD0B}" srcOrd="0" destOrd="0" presId="urn:microsoft.com/office/officeart/2018/2/layout/IconCircleList"/>
    <dgm:cxn modelId="{A2E264A1-B984-40B2-9DBD-AF8D5955EBE0}" type="presOf" srcId="{9578B7CE-E320-435D-9B4B-9DC9B0B092B0}" destId="{E92AD19B-841F-490D-BE6C-55EFF318B01E}" srcOrd="0" destOrd="0" presId="urn:microsoft.com/office/officeart/2018/2/layout/IconCircleList"/>
    <dgm:cxn modelId="{592734A8-964F-4B23-88E3-0EE9815531D2}" srcId="{9578B7CE-E320-435D-9B4B-9DC9B0B092B0}" destId="{D52D4609-5414-4E1B-AC0A-D8F76B19F9CC}" srcOrd="1" destOrd="0" parTransId="{20FA885B-C13A-48BA-A4D7-EDC3BA488B5E}" sibTransId="{5F937ABF-05D3-4BDF-86E3-B0AAD36943E2}"/>
    <dgm:cxn modelId="{C1F2F6B2-9C5D-4862-A6B9-C4C84381055E}" srcId="{9578B7CE-E320-435D-9B4B-9DC9B0B092B0}" destId="{7AD2E7DE-B733-4C3A-9195-F3309BFDC8CD}" srcOrd="2" destOrd="0" parTransId="{6647D165-0231-4CD5-8149-6626E5257DD9}" sibTransId="{AB22C2E4-5448-4069-8AF0-C040DE401467}"/>
    <dgm:cxn modelId="{235214E4-DA48-4259-95B8-BF32A1ABB1D1}" type="presOf" srcId="{ECFB2E1C-4CE2-494A-80A8-F7E91DFB82DF}" destId="{81B92B7B-6E89-4B52-8108-4987FA4D2F4B}" srcOrd="0" destOrd="0" presId="urn:microsoft.com/office/officeart/2018/2/layout/IconCircleList"/>
    <dgm:cxn modelId="{0A6EA4F5-B117-4C63-8992-EC2F1D2F3909}" type="presOf" srcId="{803E370E-8B4F-4006-9DCF-C162755E81B1}" destId="{E6F97908-8C08-4429-B442-2A687AF8B33A}" srcOrd="0" destOrd="0" presId="urn:microsoft.com/office/officeart/2018/2/layout/IconCircleList"/>
    <dgm:cxn modelId="{B3BCD3C0-6A20-40D2-A85B-00B78A3B4373}" type="presParOf" srcId="{E92AD19B-841F-490D-BE6C-55EFF318B01E}" destId="{FF78C8FF-5C99-4153-AD44-D06CA6F91A1D}" srcOrd="0" destOrd="0" presId="urn:microsoft.com/office/officeart/2018/2/layout/IconCircleList"/>
    <dgm:cxn modelId="{D6AB1579-F56D-4C8E-AE5C-61E77BCA4CCF}" type="presParOf" srcId="{FF78C8FF-5C99-4153-AD44-D06CA6F91A1D}" destId="{E8085E55-16E5-467F-8ED9-7013C2919676}" srcOrd="0" destOrd="0" presId="urn:microsoft.com/office/officeart/2018/2/layout/IconCircleList"/>
    <dgm:cxn modelId="{3C401A3F-AACD-45FC-9B7C-C0EEAD907910}" type="presParOf" srcId="{E8085E55-16E5-467F-8ED9-7013C2919676}" destId="{BE312A7A-7654-4958-B031-E99FFFA53A33}" srcOrd="0" destOrd="0" presId="urn:microsoft.com/office/officeart/2018/2/layout/IconCircleList"/>
    <dgm:cxn modelId="{9D4A8B11-21C4-4498-92A8-5C0FCDCE3FD3}" type="presParOf" srcId="{E8085E55-16E5-467F-8ED9-7013C2919676}" destId="{2A151AC4-842B-418B-A795-1B61301AC87A}" srcOrd="1" destOrd="0" presId="urn:microsoft.com/office/officeart/2018/2/layout/IconCircleList"/>
    <dgm:cxn modelId="{18EC215C-B1E3-4768-BD0C-A6A2A42E3500}" type="presParOf" srcId="{E8085E55-16E5-467F-8ED9-7013C2919676}" destId="{B07C0D5C-E240-44F8-9EEF-742F678B915A}" srcOrd="2" destOrd="0" presId="urn:microsoft.com/office/officeart/2018/2/layout/IconCircleList"/>
    <dgm:cxn modelId="{E56B5B16-4701-4FA4-8BB1-17C2D50EF07B}" type="presParOf" srcId="{E8085E55-16E5-467F-8ED9-7013C2919676}" destId="{70C15418-A750-48CC-AA4B-8FFE9859BC1B}" srcOrd="3" destOrd="0" presId="urn:microsoft.com/office/officeart/2018/2/layout/IconCircleList"/>
    <dgm:cxn modelId="{DE669EBD-24F5-4E16-B142-644297CC021B}" type="presParOf" srcId="{FF78C8FF-5C99-4153-AD44-D06CA6F91A1D}" destId="{E6F97908-8C08-4429-B442-2A687AF8B33A}" srcOrd="1" destOrd="0" presId="urn:microsoft.com/office/officeart/2018/2/layout/IconCircleList"/>
    <dgm:cxn modelId="{8A02A20B-C389-4BAD-80BB-9B0CE73F043E}" type="presParOf" srcId="{FF78C8FF-5C99-4153-AD44-D06CA6F91A1D}" destId="{72B31D45-866F-4FAF-9C7E-30400906C079}" srcOrd="2" destOrd="0" presId="urn:microsoft.com/office/officeart/2018/2/layout/IconCircleList"/>
    <dgm:cxn modelId="{C7BE64E3-C6F2-4B65-BA28-A94C59A826C8}" type="presParOf" srcId="{72B31D45-866F-4FAF-9C7E-30400906C079}" destId="{DDB18098-EDB6-4CC5-88D4-D8F2ED29018A}" srcOrd="0" destOrd="0" presId="urn:microsoft.com/office/officeart/2018/2/layout/IconCircleList"/>
    <dgm:cxn modelId="{1FF4277B-D26A-4B2B-AE5E-0F23EC9C08CA}" type="presParOf" srcId="{72B31D45-866F-4FAF-9C7E-30400906C079}" destId="{ED89337F-A0EF-4958-AF6E-5C9470EBFAEF}" srcOrd="1" destOrd="0" presId="urn:microsoft.com/office/officeart/2018/2/layout/IconCircleList"/>
    <dgm:cxn modelId="{B3C231E8-364C-4062-A87D-E6A5DAAF9503}" type="presParOf" srcId="{72B31D45-866F-4FAF-9C7E-30400906C079}" destId="{27ACA04C-25D8-4182-9CF9-3062BB5B71DE}" srcOrd="2" destOrd="0" presId="urn:microsoft.com/office/officeart/2018/2/layout/IconCircleList"/>
    <dgm:cxn modelId="{338E2F01-2A33-457F-A6D6-4A550B1F7D16}" type="presParOf" srcId="{72B31D45-866F-4FAF-9C7E-30400906C079}" destId="{696D8672-AC90-458F-8580-2720FC2B49E3}" srcOrd="3" destOrd="0" presId="urn:microsoft.com/office/officeart/2018/2/layout/IconCircleList"/>
    <dgm:cxn modelId="{A8EC2D4A-400A-4046-949C-CBD2DB7E521A}" type="presParOf" srcId="{FF78C8FF-5C99-4153-AD44-D06CA6F91A1D}" destId="{38E8C046-1400-4E84-99A0-1763BBC9B9D4}" srcOrd="3" destOrd="0" presId="urn:microsoft.com/office/officeart/2018/2/layout/IconCircleList"/>
    <dgm:cxn modelId="{14B562F3-FEB6-4A32-AB25-0FD9D1633156}" type="presParOf" srcId="{FF78C8FF-5C99-4153-AD44-D06CA6F91A1D}" destId="{1426E576-CE63-45C3-B80A-797E9E6E0CB8}" srcOrd="4" destOrd="0" presId="urn:microsoft.com/office/officeart/2018/2/layout/IconCircleList"/>
    <dgm:cxn modelId="{72FFF351-5FBB-4621-880D-F5C0E40E232C}" type="presParOf" srcId="{1426E576-CE63-45C3-B80A-797E9E6E0CB8}" destId="{B4C570BD-CA15-4395-A2D8-7EBB227A7ACC}" srcOrd="0" destOrd="0" presId="urn:microsoft.com/office/officeart/2018/2/layout/IconCircleList"/>
    <dgm:cxn modelId="{9714E59E-0EC4-46AD-913B-88B14480EA2E}" type="presParOf" srcId="{1426E576-CE63-45C3-B80A-797E9E6E0CB8}" destId="{BBCBDA72-6D35-4172-965C-665E302E7D1C}" srcOrd="1" destOrd="0" presId="urn:microsoft.com/office/officeart/2018/2/layout/IconCircleList"/>
    <dgm:cxn modelId="{FACE20AF-C320-4DAD-B07A-E2E2F9824CD6}" type="presParOf" srcId="{1426E576-CE63-45C3-B80A-797E9E6E0CB8}" destId="{4AB461C3-C041-4E50-ACBA-19CE4B8E621C}" srcOrd="2" destOrd="0" presId="urn:microsoft.com/office/officeart/2018/2/layout/IconCircleList"/>
    <dgm:cxn modelId="{FEE6F9C8-0885-4549-8105-1874D37A0631}" type="presParOf" srcId="{1426E576-CE63-45C3-B80A-797E9E6E0CB8}" destId="{2BE6BE40-F562-43A3-8C4F-474CFEB9AD0B}" srcOrd="3" destOrd="0" presId="urn:microsoft.com/office/officeart/2018/2/layout/IconCircleList"/>
    <dgm:cxn modelId="{BD785243-3117-44AC-AF68-4A27E43943FD}" type="presParOf" srcId="{FF78C8FF-5C99-4153-AD44-D06CA6F91A1D}" destId="{29453CCB-8861-4E3D-A292-3E6290B4CD65}" srcOrd="5" destOrd="0" presId="urn:microsoft.com/office/officeart/2018/2/layout/IconCircleList"/>
    <dgm:cxn modelId="{62587187-563E-4DAC-B094-38E143C3A08D}" type="presParOf" srcId="{FF78C8FF-5C99-4153-AD44-D06CA6F91A1D}" destId="{F4177CE3-7A32-4F78-81B4-80EC1A4F30EC}" srcOrd="6" destOrd="0" presId="urn:microsoft.com/office/officeart/2018/2/layout/IconCircleList"/>
    <dgm:cxn modelId="{7891FC20-8FFA-42E9-84E8-2943A800FA2F}" type="presParOf" srcId="{F4177CE3-7A32-4F78-81B4-80EC1A4F30EC}" destId="{48E47D22-9096-478C-8514-561ABB226799}" srcOrd="0" destOrd="0" presId="urn:microsoft.com/office/officeart/2018/2/layout/IconCircleList"/>
    <dgm:cxn modelId="{2F7BE1A4-A291-4412-8FA3-078FBC3011C0}" type="presParOf" srcId="{F4177CE3-7A32-4F78-81B4-80EC1A4F30EC}" destId="{A746BB37-CBEA-477A-8B4A-4B088690411C}" srcOrd="1" destOrd="0" presId="urn:microsoft.com/office/officeart/2018/2/layout/IconCircleList"/>
    <dgm:cxn modelId="{91C9D566-B0B3-4EE6-89A2-8555E375F437}" type="presParOf" srcId="{F4177CE3-7A32-4F78-81B4-80EC1A4F30EC}" destId="{D1FBACF5-660B-4B06-B92D-4D0AEAF86456}" srcOrd="2" destOrd="0" presId="urn:microsoft.com/office/officeart/2018/2/layout/IconCircleList"/>
    <dgm:cxn modelId="{B55F2914-709A-4164-90B9-3937D158FDB1}" type="presParOf" srcId="{F4177CE3-7A32-4F78-81B4-80EC1A4F30EC}" destId="{81B92B7B-6E89-4B52-8108-4987FA4D2F4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3AA2AD-CA21-40F3-9AC9-587F03FD091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7AC05E-52D1-4E42-9459-BE53F8E50564}">
      <dgm:prSet/>
      <dgm:spPr/>
      <dgm:t>
        <a:bodyPr/>
        <a:lstStyle/>
        <a:p>
          <a:r>
            <a:rPr lang="en-US"/>
            <a:t>Suspension</a:t>
          </a:r>
        </a:p>
      </dgm:t>
    </dgm:pt>
    <dgm:pt modelId="{E7ED3FBF-5DAA-4A2F-B035-A85EEBD25D84}" type="parTrans" cxnId="{CF88BA06-E0AD-4CF6-AC9F-39913690BCB9}">
      <dgm:prSet/>
      <dgm:spPr/>
      <dgm:t>
        <a:bodyPr/>
        <a:lstStyle/>
        <a:p>
          <a:endParaRPr lang="en-US"/>
        </a:p>
      </dgm:t>
    </dgm:pt>
    <dgm:pt modelId="{E230D4E5-9C6D-421A-A19D-620C650BFF64}" type="sibTrans" cxnId="{CF88BA06-E0AD-4CF6-AC9F-39913690BCB9}">
      <dgm:prSet/>
      <dgm:spPr/>
      <dgm:t>
        <a:bodyPr/>
        <a:lstStyle/>
        <a:p>
          <a:endParaRPr lang="en-US"/>
        </a:p>
      </dgm:t>
    </dgm:pt>
    <dgm:pt modelId="{023A51FB-5558-4473-9C09-F0F0223FBCF2}">
      <dgm:prSet/>
      <dgm:spPr/>
      <dgm:t>
        <a:bodyPr/>
        <a:lstStyle/>
        <a:p>
          <a:r>
            <a:rPr lang="en-US"/>
            <a:t>Charged Particle</a:t>
          </a:r>
        </a:p>
      </dgm:t>
    </dgm:pt>
    <dgm:pt modelId="{8E4E7EC4-AF93-47E8-AF62-C7DB610AA828}" type="parTrans" cxnId="{DE934C7B-E416-404A-95B3-AEDCADCCCAB5}">
      <dgm:prSet/>
      <dgm:spPr/>
      <dgm:t>
        <a:bodyPr/>
        <a:lstStyle/>
        <a:p>
          <a:endParaRPr lang="en-US"/>
        </a:p>
      </dgm:t>
    </dgm:pt>
    <dgm:pt modelId="{0E5A1A13-F103-4F5B-B306-85E07B94AF45}" type="sibTrans" cxnId="{DE934C7B-E416-404A-95B3-AEDCADCCCAB5}">
      <dgm:prSet/>
      <dgm:spPr/>
      <dgm:t>
        <a:bodyPr/>
        <a:lstStyle/>
        <a:p>
          <a:endParaRPr lang="en-US"/>
        </a:p>
      </dgm:t>
    </dgm:pt>
    <dgm:pt modelId="{73C2B3E4-8BFA-4AAC-A168-68E98892ADBB}">
      <dgm:prSet/>
      <dgm:spPr/>
      <dgm:t>
        <a:bodyPr/>
        <a:lstStyle/>
        <a:p>
          <a:r>
            <a:rPr lang="en-US"/>
            <a:t>Dielectric Medium</a:t>
          </a:r>
        </a:p>
      </dgm:t>
    </dgm:pt>
    <dgm:pt modelId="{3605FEFA-B684-4D42-AEB8-858834A50C47}" type="parTrans" cxnId="{6F071A6A-7F88-4AE4-9FC6-FEBA1DA49EF6}">
      <dgm:prSet/>
      <dgm:spPr/>
      <dgm:t>
        <a:bodyPr/>
        <a:lstStyle/>
        <a:p>
          <a:endParaRPr lang="en-US"/>
        </a:p>
      </dgm:t>
    </dgm:pt>
    <dgm:pt modelId="{50D628FF-F625-4F1C-BAB3-FA658313C8AB}" type="sibTrans" cxnId="{6F071A6A-7F88-4AE4-9FC6-FEBA1DA49EF6}">
      <dgm:prSet/>
      <dgm:spPr/>
      <dgm:t>
        <a:bodyPr/>
        <a:lstStyle/>
        <a:p>
          <a:endParaRPr lang="en-US"/>
        </a:p>
      </dgm:t>
    </dgm:pt>
    <dgm:pt modelId="{94736C99-4567-439B-8AF4-0EB96BF701D4}">
      <dgm:prSet/>
      <dgm:spPr/>
      <dgm:t>
        <a:bodyPr/>
        <a:lstStyle/>
        <a:p>
          <a:r>
            <a:rPr lang="en-US"/>
            <a:t>Stabilizing Agents</a:t>
          </a:r>
        </a:p>
      </dgm:t>
    </dgm:pt>
    <dgm:pt modelId="{E6853BE8-6E6B-4AC0-AAFC-70F342FED850}" type="parTrans" cxnId="{14AD47F7-E67C-48F4-AE00-0FA077DC3DF7}">
      <dgm:prSet/>
      <dgm:spPr/>
      <dgm:t>
        <a:bodyPr/>
        <a:lstStyle/>
        <a:p>
          <a:endParaRPr lang="en-US"/>
        </a:p>
      </dgm:t>
    </dgm:pt>
    <dgm:pt modelId="{7576880A-466A-4EF4-8D7D-0FB534DF1EEF}" type="sibTrans" cxnId="{14AD47F7-E67C-48F4-AE00-0FA077DC3DF7}">
      <dgm:prSet/>
      <dgm:spPr/>
      <dgm:t>
        <a:bodyPr/>
        <a:lstStyle/>
        <a:p>
          <a:endParaRPr lang="en-US"/>
        </a:p>
      </dgm:t>
    </dgm:pt>
    <dgm:pt modelId="{7804E283-6F7F-412D-A93B-20337CFC2FC7}">
      <dgm:prSet/>
      <dgm:spPr/>
      <dgm:t>
        <a:bodyPr/>
        <a:lstStyle/>
        <a:p>
          <a:r>
            <a:rPr lang="en-US"/>
            <a:t>Electrode System</a:t>
          </a:r>
        </a:p>
      </dgm:t>
    </dgm:pt>
    <dgm:pt modelId="{878AFBE1-8AED-420A-AB07-5398C0EB8FC0}" type="parTrans" cxnId="{EF151A04-232A-4BFB-80A4-E28AA38F6270}">
      <dgm:prSet/>
      <dgm:spPr/>
      <dgm:t>
        <a:bodyPr/>
        <a:lstStyle/>
        <a:p>
          <a:endParaRPr lang="en-US"/>
        </a:p>
      </dgm:t>
    </dgm:pt>
    <dgm:pt modelId="{885C963C-F04E-4CB9-8590-B97A7FFE43BB}" type="sibTrans" cxnId="{EF151A04-232A-4BFB-80A4-E28AA38F6270}">
      <dgm:prSet/>
      <dgm:spPr/>
      <dgm:t>
        <a:bodyPr/>
        <a:lstStyle/>
        <a:p>
          <a:endParaRPr lang="en-US"/>
        </a:p>
      </dgm:t>
    </dgm:pt>
    <dgm:pt modelId="{33AD72A2-592B-405C-853E-B5C160B004F4}">
      <dgm:prSet/>
      <dgm:spPr/>
      <dgm:t>
        <a:bodyPr/>
        <a:lstStyle/>
        <a:p>
          <a:r>
            <a:rPr lang="en-US"/>
            <a:t>Working Electrode</a:t>
          </a:r>
        </a:p>
      </dgm:t>
    </dgm:pt>
    <dgm:pt modelId="{6E71CC11-C69A-4E43-9E78-D58402E906F3}" type="parTrans" cxnId="{22DF29A8-F7D7-499D-B654-EA05C649F492}">
      <dgm:prSet/>
      <dgm:spPr/>
      <dgm:t>
        <a:bodyPr/>
        <a:lstStyle/>
        <a:p>
          <a:endParaRPr lang="en-US"/>
        </a:p>
      </dgm:t>
    </dgm:pt>
    <dgm:pt modelId="{7EF6DBAD-235A-4852-9EE9-3E14FB7D269F}" type="sibTrans" cxnId="{22DF29A8-F7D7-499D-B654-EA05C649F492}">
      <dgm:prSet/>
      <dgm:spPr/>
      <dgm:t>
        <a:bodyPr/>
        <a:lstStyle/>
        <a:p>
          <a:endParaRPr lang="en-US"/>
        </a:p>
      </dgm:t>
    </dgm:pt>
    <dgm:pt modelId="{CCD41DD9-F7F4-49BF-B81B-2427E4525E7D}">
      <dgm:prSet/>
      <dgm:spPr/>
      <dgm:t>
        <a:bodyPr/>
        <a:lstStyle/>
        <a:p>
          <a:r>
            <a:rPr lang="en-US"/>
            <a:t>Counter Electrode</a:t>
          </a:r>
        </a:p>
      </dgm:t>
    </dgm:pt>
    <dgm:pt modelId="{22570309-CDEE-4E4D-B8F0-E5237B6ED6AC}" type="parTrans" cxnId="{06416D60-ED36-4F49-8631-576ECF68CA74}">
      <dgm:prSet/>
      <dgm:spPr/>
      <dgm:t>
        <a:bodyPr/>
        <a:lstStyle/>
        <a:p>
          <a:endParaRPr lang="en-US"/>
        </a:p>
      </dgm:t>
    </dgm:pt>
    <dgm:pt modelId="{5482ABBC-816A-4108-A8AB-50DE7E90BAD4}" type="sibTrans" cxnId="{06416D60-ED36-4F49-8631-576ECF68CA74}">
      <dgm:prSet/>
      <dgm:spPr/>
      <dgm:t>
        <a:bodyPr/>
        <a:lstStyle/>
        <a:p>
          <a:endParaRPr lang="en-US"/>
        </a:p>
      </dgm:t>
    </dgm:pt>
    <dgm:pt modelId="{8D7B1535-DE6A-464D-AACB-E96863463844}">
      <dgm:prSet/>
      <dgm:spPr/>
      <dgm:t>
        <a:bodyPr/>
        <a:lstStyle/>
        <a:p>
          <a:r>
            <a:rPr lang="en-US"/>
            <a:t>Electrode Materials</a:t>
          </a:r>
        </a:p>
      </dgm:t>
    </dgm:pt>
    <dgm:pt modelId="{8063242F-BD80-476D-94D7-4B4788468897}" type="parTrans" cxnId="{CDB7EE26-E057-42B4-A676-C92CA4355C67}">
      <dgm:prSet/>
      <dgm:spPr/>
      <dgm:t>
        <a:bodyPr/>
        <a:lstStyle/>
        <a:p>
          <a:endParaRPr lang="en-US"/>
        </a:p>
      </dgm:t>
    </dgm:pt>
    <dgm:pt modelId="{1D0BD4E8-07A3-461F-87AF-DC91C9794775}" type="sibTrans" cxnId="{CDB7EE26-E057-42B4-A676-C92CA4355C67}">
      <dgm:prSet/>
      <dgm:spPr/>
      <dgm:t>
        <a:bodyPr/>
        <a:lstStyle/>
        <a:p>
          <a:endParaRPr lang="en-US"/>
        </a:p>
      </dgm:t>
    </dgm:pt>
    <dgm:pt modelId="{6BCA4C18-426F-4790-95ED-34D542D74F84}" type="pres">
      <dgm:prSet presAssocID="{A43AA2AD-CA21-40F3-9AC9-587F03FD0911}" presName="vert0" presStyleCnt="0">
        <dgm:presLayoutVars>
          <dgm:dir/>
          <dgm:animOne val="branch"/>
          <dgm:animLvl val="lvl"/>
        </dgm:presLayoutVars>
      </dgm:prSet>
      <dgm:spPr/>
    </dgm:pt>
    <dgm:pt modelId="{E1107F7E-71B8-45E6-BAAF-FE6F957E1062}" type="pres">
      <dgm:prSet presAssocID="{657AC05E-52D1-4E42-9459-BE53F8E50564}" presName="thickLine" presStyleLbl="alignNode1" presStyleIdx="0" presStyleCnt="2"/>
      <dgm:spPr/>
    </dgm:pt>
    <dgm:pt modelId="{0DACAF5F-D66A-4A36-8B8A-AB27B1858E91}" type="pres">
      <dgm:prSet presAssocID="{657AC05E-52D1-4E42-9459-BE53F8E50564}" presName="horz1" presStyleCnt="0"/>
      <dgm:spPr/>
    </dgm:pt>
    <dgm:pt modelId="{81595AA4-244D-48CD-A6A2-DB70EB02CB15}" type="pres">
      <dgm:prSet presAssocID="{657AC05E-52D1-4E42-9459-BE53F8E50564}" presName="tx1" presStyleLbl="revTx" presStyleIdx="0" presStyleCnt="8"/>
      <dgm:spPr/>
    </dgm:pt>
    <dgm:pt modelId="{36C19FC3-440A-4C01-91E1-AA3FFC5C1628}" type="pres">
      <dgm:prSet presAssocID="{657AC05E-52D1-4E42-9459-BE53F8E50564}" presName="vert1" presStyleCnt="0"/>
      <dgm:spPr/>
    </dgm:pt>
    <dgm:pt modelId="{660F8BB0-EDAA-4A2A-92E3-C1FC7F5A1949}" type="pres">
      <dgm:prSet presAssocID="{023A51FB-5558-4473-9C09-F0F0223FBCF2}" presName="vertSpace2a" presStyleCnt="0"/>
      <dgm:spPr/>
    </dgm:pt>
    <dgm:pt modelId="{70825FF3-5A79-4CF9-8D65-ED343E65A8FE}" type="pres">
      <dgm:prSet presAssocID="{023A51FB-5558-4473-9C09-F0F0223FBCF2}" presName="horz2" presStyleCnt="0"/>
      <dgm:spPr/>
    </dgm:pt>
    <dgm:pt modelId="{A95F9B66-931B-46FD-83DA-559BCF01BB89}" type="pres">
      <dgm:prSet presAssocID="{023A51FB-5558-4473-9C09-F0F0223FBCF2}" presName="horzSpace2" presStyleCnt="0"/>
      <dgm:spPr/>
    </dgm:pt>
    <dgm:pt modelId="{16F0F51D-C601-4C8F-A0D9-1CA81F0C2B75}" type="pres">
      <dgm:prSet presAssocID="{023A51FB-5558-4473-9C09-F0F0223FBCF2}" presName="tx2" presStyleLbl="revTx" presStyleIdx="1" presStyleCnt="8"/>
      <dgm:spPr/>
    </dgm:pt>
    <dgm:pt modelId="{A1C1DD58-33E8-463B-A5A3-7346340FCF1D}" type="pres">
      <dgm:prSet presAssocID="{023A51FB-5558-4473-9C09-F0F0223FBCF2}" presName="vert2" presStyleCnt="0"/>
      <dgm:spPr/>
    </dgm:pt>
    <dgm:pt modelId="{17879997-D100-44D0-BF6E-93B734146544}" type="pres">
      <dgm:prSet presAssocID="{023A51FB-5558-4473-9C09-F0F0223FBCF2}" presName="thinLine2b" presStyleLbl="callout" presStyleIdx="0" presStyleCnt="6"/>
      <dgm:spPr/>
    </dgm:pt>
    <dgm:pt modelId="{02D2E19F-6B6B-4E6F-91C7-0867E4D50BFE}" type="pres">
      <dgm:prSet presAssocID="{023A51FB-5558-4473-9C09-F0F0223FBCF2}" presName="vertSpace2b" presStyleCnt="0"/>
      <dgm:spPr/>
    </dgm:pt>
    <dgm:pt modelId="{8E29DD1D-FB75-458D-A120-FD033EDA9F17}" type="pres">
      <dgm:prSet presAssocID="{73C2B3E4-8BFA-4AAC-A168-68E98892ADBB}" presName="horz2" presStyleCnt="0"/>
      <dgm:spPr/>
    </dgm:pt>
    <dgm:pt modelId="{160EEF6D-3012-4CB1-9B18-3EF4245BA0E4}" type="pres">
      <dgm:prSet presAssocID="{73C2B3E4-8BFA-4AAC-A168-68E98892ADBB}" presName="horzSpace2" presStyleCnt="0"/>
      <dgm:spPr/>
    </dgm:pt>
    <dgm:pt modelId="{C5240C50-7111-4586-974D-DC5F95937DF3}" type="pres">
      <dgm:prSet presAssocID="{73C2B3E4-8BFA-4AAC-A168-68E98892ADBB}" presName="tx2" presStyleLbl="revTx" presStyleIdx="2" presStyleCnt="8"/>
      <dgm:spPr/>
    </dgm:pt>
    <dgm:pt modelId="{710D1B03-F6E4-41BA-8DE5-AA5D2F9CF133}" type="pres">
      <dgm:prSet presAssocID="{73C2B3E4-8BFA-4AAC-A168-68E98892ADBB}" presName="vert2" presStyleCnt="0"/>
      <dgm:spPr/>
    </dgm:pt>
    <dgm:pt modelId="{4C239CA7-4525-4FBE-B30E-69D007543BEB}" type="pres">
      <dgm:prSet presAssocID="{73C2B3E4-8BFA-4AAC-A168-68E98892ADBB}" presName="thinLine2b" presStyleLbl="callout" presStyleIdx="1" presStyleCnt="6"/>
      <dgm:spPr/>
    </dgm:pt>
    <dgm:pt modelId="{B52D64CB-178C-43DF-9EA4-A10D06C7372D}" type="pres">
      <dgm:prSet presAssocID="{73C2B3E4-8BFA-4AAC-A168-68E98892ADBB}" presName="vertSpace2b" presStyleCnt="0"/>
      <dgm:spPr/>
    </dgm:pt>
    <dgm:pt modelId="{2DD1F04E-AD00-46E7-8DDB-90FE64A005FF}" type="pres">
      <dgm:prSet presAssocID="{94736C99-4567-439B-8AF4-0EB96BF701D4}" presName="horz2" presStyleCnt="0"/>
      <dgm:spPr/>
    </dgm:pt>
    <dgm:pt modelId="{DE85935E-D61B-456D-B4FE-60825AD467C4}" type="pres">
      <dgm:prSet presAssocID="{94736C99-4567-439B-8AF4-0EB96BF701D4}" presName="horzSpace2" presStyleCnt="0"/>
      <dgm:spPr/>
    </dgm:pt>
    <dgm:pt modelId="{1597E8AA-2E5E-46E4-B269-F8A2DD58D0D3}" type="pres">
      <dgm:prSet presAssocID="{94736C99-4567-439B-8AF4-0EB96BF701D4}" presName="tx2" presStyleLbl="revTx" presStyleIdx="3" presStyleCnt="8"/>
      <dgm:spPr/>
    </dgm:pt>
    <dgm:pt modelId="{7C0B8E46-B31D-4367-AE0A-BAF5B88A8370}" type="pres">
      <dgm:prSet presAssocID="{94736C99-4567-439B-8AF4-0EB96BF701D4}" presName="vert2" presStyleCnt="0"/>
      <dgm:spPr/>
    </dgm:pt>
    <dgm:pt modelId="{357A68C9-ACAF-4223-B9A8-04CA0102121B}" type="pres">
      <dgm:prSet presAssocID="{94736C99-4567-439B-8AF4-0EB96BF701D4}" presName="thinLine2b" presStyleLbl="callout" presStyleIdx="2" presStyleCnt="6"/>
      <dgm:spPr/>
    </dgm:pt>
    <dgm:pt modelId="{B4DD47BC-3A4E-4A0C-B9F8-259D21E2F9D4}" type="pres">
      <dgm:prSet presAssocID="{94736C99-4567-439B-8AF4-0EB96BF701D4}" presName="vertSpace2b" presStyleCnt="0"/>
      <dgm:spPr/>
    </dgm:pt>
    <dgm:pt modelId="{57DE9BB5-2544-4F90-86BD-216BFD526C05}" type="pres">
      <dgm:prSet presAssocID="{7804E283-6F7F-412D-A93B-20337CFC2FC7}" presName="thickLine" presStyleLbl="alignNode1" presStyleIdx="1" presStyleCnt="2"/>
      <dgm:spPr/>
    </dgm:pt>
    <dgm:pt modelId="{ACA6155C-B16E-41E9-98C0-E80C8D1F8C49}" type="pres">
      <dgm:prSet presAssocID="{7804E283-6F7F-412D-A93B-20337CFC2FC7}" presName="horz1" presStyleCnt="0"/>
      <dgm:spPr/>
    </dgm:pt>
    <dgm:pt modelId="{A70F1ED3-3FF9-40F6-8D0E-7414630409C1}" type="pres">
      <dgm:prSet presAssocID="{7804E283-6F7F-412D-A93B-20337CFC2FC7}" presName="tx1" presStyleLbl="revTx" presStyleIdx="4" presStyleCnt="8"/>
      <dgm:spPr/>
    </dgm:pt>
    <dgm:pt modelId="{B1A0D18A-1A58-4B9D-BE82-609ED569C424}" type="pres">
      <dgm:prSet presAssocID="{7804E283-6F7F-412D-A93B-20337CFC2FC7}" presName="vert1" presStyleCnt="0"/>
      <dgm:spPr/>
    </dgm:pt>
    <dgm:pt modelId="{6F25340E-98C1-4E09-9D28-B79AD82939D8}" type="pres">
      <dgm:prSet presAssocID="{33AD72A2-592B-405C-853E-B5C160B004F4}" presName="vertSpace2a" presStyleCnt="0"/>
      <dgm:spPr/>
    </dgm:pt>
    <dgm:pt modelId="{93A52D95-9AB1-4635-A414-FC5B80F995AB}" type="pres">
      <dgm:prSet presAssocID="{33AD72A2-592B-405C-853E-B5C160B004F4}" presName="horz2" presStyleCnt="0"/>
      <dgm:spPr/>
    </dgm:pt>
    <dgm:pt modelId="{792B3732-53CD-493F-B88A-F50801A33238}" type="pres">
      <dgm:prSet presAssocID="{33AD72A2-592B-405C-853E-B5C160B004F4}" presName="horzSpace2" presStyleCnt="0"/>
      <dgm:spPr/>
    </dgm:pt>
    <dgm:pt modelId="{2FC13AA8-327E-40F9-A249-37CCEA5D53AA}" type="pres">
      <dgm:prSet presAssocID="{33AD72A2-592B-405C-853E-B5C160B004F4}" presName="tx2" presStyleLbl="revTx" presStyleIdx="5" presStyleCnt="8"/>
      <dgm:spPr/>
    </dgm:pt>
    <dgm:pt modelId="{686F9465-52A0-48E5-9770-A886D32BD04C}" type="pres">
      <dgm:prSet presAssocID="{33AD72A2-592B-405C-853E-B5C160B004F4}" presName="vert2" presStyleCnt="0"/>
      <dgm:spPr/>
    </dgm:pt>
    <dgm:pt modelId="{40642FCA-FC8F-42A3-8641-B6A49C6DE02A}" type="pres">
      <dgm:prSet presAssocID="{33AD72A2-592B-405C-853E-B5C160B004F4}" presName="thinLine2b" presStyleLbl="callout" presStyleIdx="3" presStyleCnt="6"/>
      <dgm:spPr/>
    </dgm:pt>
    <dgm:pt modelId="{9856CC8F-50E3-4227-8A02-7081E133AA3F}" type="pres">
      <dgm:prSet presAssocID="{33AD72A2-592B-405C-853E-B5C160B004F4}" presName="vertSpace2b" presStyleCnt="0"/>
      <dgm:spPr/>
    </dgm:pt>
    <dgm:pt modelId="{96CE6C7C-1BE7-4198-A5BD-02C0526A0B3D}" type="pres">
      <dgm:prSet presAssocID="{CCD41DD9-F7F4-49BF-B81B-2427E4525E7D}" presName="horz2" presStyleCnt="0"/>
      <dgm:spPr/>
    </dgm:pt>
    <dgm:pt modelId="{41991191-C4CD-4EB2-B42A-E7EEFC5503D9}" type="pres">
      <dgm:prSet presAssocID="{CCD41DD9-F7F4-49BF-B81B-2427E4525E7D}" presName="horzSpace2" presStyleCnt="0"/>
      <dgm:spPr/>
    </dgm:pt>
    <dgm:pt modelId="{0390DDEE-05C8-4199-ACAF-84EF32892967}" type="pres">
      <dgm:prSet presAssocID="{CCD41DD9-F7F4-49BF-B81B-2427E4525E7D}" presName="tx2" presStyleLbl="revTx" presStyleIdx="6" presStyleCnt="8"/>
      <dgm:spPr/>
    </dgm:pt>
    <dgm:pt modelId="{94F12B14-7AA4-43E4-9A90-644E354610B7}" type="pres">
      <dgm:prSet presAssocID="{CCD41DD9-F7F4-49BF-B81B-2427E4525E7D}" presName="vert2" presStyleCnt="0"/>
      <dgm:spPr/>
    </dgm:pt>
    <dgm:pt modelId="{845B2CB1-E8AB-4946-BF1B-3C53E91A6F85}" type="pres">
      <dgm:prSet presAssocID="{CCD41DD9-F7F4-49BF-B81B-2427E4525E7D}" presName="thinLine2b" presStyleLbl="callout" presStyleIdx="4" presStyleCnt="6"/>
      <dgm:spPr/>
    </dgm:pt>
    <dgm:pt modelId="{3501CA70-D180-403B-8633-D18A38389DDC}" type="pres">
      <dgm:prSet presAssocID="{CCD41DD9-F7F4-49BF-B81B-2427E4525E7D}" presName="vertSpace2b" presStyleCnt="0"/>
      <dgm:spPr/>
    </dgm:pt>
    <dgm:pt modelId="{9307210E-7A5B-4FF7-A934-0A663C5F1B8A}" type="pres">
      <dgm:prSet presAssocID="{8D7B1535-DE6A-464D-AACB-E96863463844}" presName="horz2" presStyleCnt="0"/>
      <dgm:spPr/>
    </dgm:pt>
    <dgm:pt modelId="{FD4BEB51-06C9-41D3-BA29-D3D02797120D}" type="pres">
      <dgm:prSet presAssocID="{8D7B1535-DE6A-464D-AACB-E96863463844}" presName="horzSpace2" presStyleCnt="0"/>
      <dgm:spPr/>
    </dgm:pt>
    <dgm:pt modelId="{02DADA69-E919-42DF-89B3-11D13B5C621C}" type="pres">
      <dgm:prSet presAssocID="{8D7B1535-DE6A-464D-AACB-E96863463844}" presName="tx2" presStyleLbl="revTx" presStyleIdx="7" presStyleCnt="8"/>
      <dgm:spPr/>
    </dgm:pt>
    <dgm:pt modelId="{2ADBE043-3A76-4172-ADBE-176CEFB71C65}" type="pres">
      <dgm:prSet presAssocID="{8D7B1535-DE6A-464D-AACB-E96863463844}" presName="vert2" presStyleCnt="0"/>
      <dgm:spPr/>
    </dgm:pt>
    <dgm:pt modelId="{460269A5-6D78-42DC-A3F9-627BA11DECEB}" type="pres">
      <dgm:prSet presAssocID="{8D7B1535-DE6A-464D-AACB-E96863463844}" presName="thinLine2b" presStyleLbl="callout" presStyleIdx="5" presStyleCnt="6"/>
      <dgm:spPr/>
    </dgm:pt>
    <dgm:pt modelId="{36F81687-D2EA-4C40-907A-FC4A1C4DB9C7}" type="pres">
      <dgm:prSet presAssocID="{8D7B1535-DE6A-464D-AACB-E96863463844}" presName="vertSpace2b" presStyleCnt="0"/>
      <dgm:spPr/>
    </dgm:pt>
  </dgm:ptLst>
  <dgm:cxnLst>
    <dgm:cxn modelId="{EF151A04-232A-4BFB-80A4-E28AA38F6270}" srcId="{A43AA2AD-CA21-40F3-9AC9-587F03FD0911}" destId="{7804E283-6F7F-412D-A93B-20337CFC2FC7}" srcOrd="1" destOrd="0" parTransId="{878AFBE1-8AED-420A-AB07-5398C0EB8FC0}" sibTransId="{885C963C-F04E-4CB9-8590-B97A7FFE43BB}"/>
    <dgm:cxn modelId="{CF88BA06-E0AD-4CF6-AC9F-39913690BCB9}" srcId="{A43AA2AD-CA21-40F3-9AC9-587F03FD0911}" destId="{657AC05E-52D1-4E42-9459-BE53F8E50564}" srcOrd="0" destOrd="0" parTransId="{E7ED3FBF-5DAA-4A2F-B035-A85EEBD25D84}" sibTransId="{E230D4E5-9C6D-421A-A19D-620C650BFF64}"/>
    <dgm:cxn modelId="{AE3A4614-B511-45F6-A836-E3ADEA9C3620}" type="presOf" srcId="{73C2B3E4-8BFA-4AAC-A168-68E98892ADBB}" destId="{C5240C50-7111-4586-974D-DC5F95937DF3}" srcOrd="0" destOrd="0" presId="urn:microsoft.com/office/officeart/2008/layout/LinedList"/>
    <dgm:cxn modelId="{CDB7EE26-E057-42B4-A676-C92CA4355C67}" srcId="{7804E283-6F7F-412D-A93B-20337CFC2FC7}" destId="{8D7B1535-DE6A-464D-AACB-E96863463844}" srcOrd="2" destOrd="0" parTransId="{8063242F-BD80-476D-94D7-4B4788468897}" sibTransId="{1D0BD4E8-07A3-461F-87AF-DC91C9794775}"/>
    <dgm:cxn modelId="{06416D60-ED36-4F49-8631-576ECF68CA74}" srcId="{7804E283-6F7F-412D-A93B-20337CFC2FC7}" destId="{CCD41DD9-F7F4-49BF-B81B-2427E4525E7D}" srcOrd="1" destOrd="0" parTransId="{22570309-CDEE-4E4D-B8F0-E5237B6ED6AC}" sibTransId="{5482ABBC-816A-4108-A8AB-50DE7E90BAD4}"/>
    <dgm:cxn modelId="{6FCF2969-CDCE-4EA7-9DC6-197646703A24}" type="presOf" srcId="{657AC05E-52D1-4E42-9459-BE53F8E50564}" destId="{81595AA4-244D-48CD-A6A2-DB70EB02CB15}" srcOrd="0" destOrd="0" presId="urn:microsoft.com/office/officeart/2008/layout/LinedList"/>
    <dgm:cxn modelId="{6F071A6A-7F88-4AE4-9FC6-FEBA1DA49EF6}" srcId="{657AC05E-52D1-4E42-9459-BE53F8E50564}" destId="{73C2B3E4-8BFA-4AAC-A168-68E98892ADBB}" srcOrd="1" destOrd="0" parTransId="{3605FEFA-B684-4D42-AEB8-858834A50C47}" sibTransId="{50D628FF-F625-4F1C-BAB3-FA658313C8AB}"/>
    <dgm:cxn modelId="{61DA4E76-7C2E-41CF-9919-8AE008964C3A}" type="presOf" srcId="{A43AA2AD-CA21-40F3-9AC9-587F03FD0911}" destId="{6BCA4C18-426F-4790-95ED-34D542D74F84}" srcOrd="0" destOrd="0" presId="urn:microsoft.com/office/officeart/2008/layout/LinedList"/>
    <dgm:cxn modelId="{15AB6A59-D16A-4456-8E18-A6AA01B5F1DD}" type="presOf" srcId="{33AD72A2-592B-405C-853E-B5C160B004F4}" destId="{2FC13AA8-327E-40F9-A249-37CCEA5D53AA}" srcOrd="0" destOrd="0" presId="urn:microsoft.com/office/officeart/2008/layout/LinedList"/>
    <dgm:cxn modelId="{DE934C7B-E416-404A-95B3-AEDCADCCCAB5}" srcId="{657AC05E-52D1-4E42-9459-BE53F8E50564}" destId="{023A51FB-5558-4473-9C09-F0F0223FBCF2}" srcOrd="0" destOrd="0" parTransId="{8E4E7EC4-AF93-47E8-AF62-C7DB610AA828}" sibTransId="{0E5A1A13-F103-4F5B-B306-85E07B94AF45}"/>
    <dgm:cxn modelId="{22DF29A8-F7D7-499D-B654-EA05C649F492}" srcId="{7804E283-6F7F-412D-A93B-20337CFC2FC7}" destId="{33AD72A2-592B-405C-853E-B5C160B004F4}" srcOrd="0" destOrd="0" parTransId="{6E71CC11-C69A-4E43-9E78-D58402E906F3}" sibTransId="{7EF6DBAD-235A-4852-9EE9-3E14FB7D269F}"/>
    <dgm:cxn modelId="{0FE759AD-D593-4E88-A1B2-AA8766C77C62}" type="presOf" srcId="{CCD41DD9-F7F4-49BF-B81B-2427E4525E7D}" destId="{0390DDEE-05C8-4199-ACAF-84EF32892967}" srcOrd="0" destOrd="0" presId="urn:microsoft.com/office/officeart/2008/layout/LinedList"/>
    <dgm:cxn modelId="{D3CCA9AE-05EF-4250-A943-EC1984160DE3}" type="presOf" srcId="{8D7B1535-DE6A-464D-AACB-E96863463844}" destId="{02DADA69-E919-42DF-89B3-11D13B5C621C}" srcOrd="0" destOrd="0" presId="urn:microsoft.com/office/officeart/2008/layout/LinedList"/>
    <dgm:cxn modelId="{F499A2B7-530A-4268-8ABC-98C4F62DE735}" type="presOf" srcId="{023A51FB-5558-4473-9C09-F0F0223FBCF2}" destId="{16F0F51D-C601-4C8F-A0D9-1CA81F0C2B75}" srcOrd="0" destOrd="0" presId="urn:microsoft.com/office/officeart/2008/layout/LinedList"/>
    <dgm:cxn modelId="{77C746D9-DF93-41FB-ACF8-93DCF1468E41}" type="presOf" srcId="{7804E283-6F7F-412D-A93B-20337CFC2FC7}" destId="{A70F1ED3-3FF9-40F6-8D0E-7414630409C1}" srcOrd="0" destOrd="0" presId="urn:microsoft.com/office/officeart/2008/layout/LinedList"/>
    <dgm:cxn modelId="{14AD47F7-E67C-48F4-AE00-0FA077DC3DF7}" srcId="{657AC05E-52D1-4E42-9459-BE53F8E50564}" destId="{94736C99-4567-439B-8AF4-0EB96BF701D4}" srcOrd="2" destOrd="0" parTransId="{E6853BE8-6E6B-4AC0-AAFC-70F342FED850}" sibTransId="{7576880A-466A-4EF4-8D7D-0FB534DF1EEF}"/>
    <dgm:cxn modelId="{C700A2FD-863D-488E-92FD-9918306D5117}" type="presOf" srcId="{94736C99-4567-439B-8AF4-0EB96BF701D4}" destId="{1597E8AA-2E5E-46E4-B269-F8A2DD58D0D3}" srcOrd="0" destOrd="0" presId="urn:microsoft.com/office/officeart/2008/layout/LinedList"/>
    <dgm:cxn modelId="{A365E8BB-45F8-47E8-A892-983096D67CE8}" type="presParOf" srcId="{6BCA4C18-426F-4790-95ED-34D542D74F84}" destId="{E1107F7E-71B8-45E6-BAAF-FE6F957E1062}" srcOrd="0" destOrd="0" presId="urn:microsoft.com/office/officeart/2008/layout/LinedList"/>
    <dgm:cxn modelId="{3A0166F6-8EAB-4119-913B-53FC825DA181}" type="presParOf" srcId="{6BCA4C18-426F-4790-95ED-34D542D74F84}" destId="{0DACAF5F-D66A-4A36-8B8A-AB27B1858E91}" srcOrd="1" destOrd="0" presId="urn:microsoft.com/office/officeart/2008/layout/LinedList"/>
    <dgm:cxn modelId="{D64532A4-EE65-476E-9773-6D021DF051E0}" type="presParOf" srcId="{0DACAF5F-D66A-4A36-8B8A-AB27B1858E91}" destId="{81595AA4-244D-48CD-A6A2-DB70EB02CB15}" srcOrd="0" destOrd="0" presId="urn:microsoft.com/office/officeart/2008/layout/LinedList"/>
    <dgm:cxn modelId="{47163CF8-BF0F-4A20-9B27-CF11D319F20C}" type="presParOf" srcId="{0DACAF5F-D66A-4A36-8B8A-AB27B1858E91}" destId="{36C19FC3-440A-4C01-91E1-AA3FFC5C1628}" srcOrd="1" destOrd="0" presId="urn:microsoft.com/office/officeart/2008/layout/LinedList"/>
    <dgm:cxn modelId="{DE59AD90-29E5-496A-B9EB-CB0BC3FE08B7}" type="presParOf" srcId="{36C19FC3-440A-4C01-91E1-AA3FFC5C1628}" destId="{660F8BB0-EDAA-4A2A-92E3-C1FC7F5A1949}" srcOrd="0" destOrd="0" presId="urn:microsoft.com/office/officeart/2008/layout/LinedList"/>
    <dgm:cxn modelId="{72BED6C2-11AB-4424-8427-33BCDE9E2A62}" type="presParOf" srcId="{36C19FC3-440A-4C01-91E1-AA3FFC5C1628}" destId="{70825FF3-5A79-4CF9-8D65-ED343E65A8FE}" srcOrd="1" destOrd="0" presId="urn:microsoft.com/office/officeart/2008/layout/LinedList"/>
    <dgm:cxn modelId="{665B6377-A562-4017-8DA7-F805B66804F4}" type="presParOf" srcId="{70825FF3-5A79-4CF9-8D65-ED343E65A8FE}" destId="{A95F9B66-931B-46FD-83DA-559BCF01BB89}" srcOrd="0" destOrd="0" presId="urn:microsoft.com/office/officeart/2008/layout/LinedList"/>
    <dgm:cxn modelId="{087605DF-0C0D-4433-BA87-482BE04E971E}" type="presParOf" srcId="{70825FF3-5A79-4CF9-8D65-ED343E65A8FE}" destId="{16F0F51D-C601-4C8F-A0D9-1CA81F0C2B75}" srcOrd="1" destOrd="0" presId="urn:microsoft.com/office/officeart/2008/layout/LinedList"/>
    <dgm:cxn modelId="{447F2D68-472D-4E52-9254-F8242877D3C8}" type="presParOf" srcId="{70825FF3-5A79-4CF9-8D65-ED343E65A8FE}" destId="{A1C1DD58-33E8-463B-A5A3-7346340FCF1D}" srcOrd="2" destOrd="0" presId="urn:microsoft.com/office/officeart/2008/layout/LinedList"/>
    <dgm:cxn modelId="{2D8001C9-2D1D-4C3A-949C-2A16FAE4CCB1}" type="presParOf" srcId="{36C19FC3-440A-4C01-91E1-AA3FFC5C1628}" destId="{17879997-D100-44D0-BF6E-93B734146544}" srcOrd="2" destOrd="0" presId="urn:microsoft.com/office/officeart/2008/layout/LinedList"/>
    <dgm:cxn modelId="{DF9EBA00-4506-4110-85C3-8DAAF2815445}" type="presParOf" srcId="{36C19FC3-440A-4C01-91E1-AA3FFC5C1628}" destId="{02D2E19F-6B6B-4E6F-91C7-0867E4D50BFE}" srcOrd="3" destOrd="0" presId="urn:microsoft.com/office/officeart/2008/layout/LinedList"/>
    <dgm:cxn modelId="{07F8B394-DC70-443A-A35F-C4102889D48C}" type="presParOf" srcId="{36C19FC3-440A-4C01-91E1-AA3FFC5C1628}" destId="{8E29DD1D-FB75-458D-A120-FD033EDA9F17}" srcOrd="4" destOrd="0" presId="urn:microsoft.com/office/officeart/2008/layout/LinedList"/>
    <dgm:cxn modelId="{3122F90C-EFA6-48EE-BDFD-FBA14BDEEF95}" type="presParOf" srcId="{8E29DD1D-FB75-458D-A120-FD033EDA9F17}" destId="{160EEF6D-3012-4CB1-9B18-3EF4245BA0E4}" srcOrd="0" destOrd="0" presId="urn:microsoft.com/office/officeart/2008/layout/LinedList"/>
    <dgm:cxn modelId="{962B0490-EFD6-444B-A2D9-87FF874F6D3C}" type="presParOf" srcId="{8E29DD1D-FB75-458D-A120-FD033EDA9F17}" destId="{C5240C50-7111-4586-974D-DC5F95937DF3}" srcOrd="1" destOrd="0" presId="urn:microsoft.com/office/officeart/2008/layout/LinedList"/>
    <dgm:cxn modelId="{F3AEDBAB-1EF3-4F74-AAC0-7D023F323483}" type="presParOf" srcId="{8E29DD1D-FB75-458D-A120-FD033EDA9F17}" destId="{710D1B03-F6E4-41BA-8DE5-AA5D2F9CF133}" srcOrd="2" destOrd="0" presId="urn:microsoft.com/office/officeart/2008/layout/LinedList"/>
    <dgm:cxn modelId="{7400988B-CDD8-4E77-B088-BFC9FA84B423}" type="presParOf" srcId="{36C19FC3-440A-4C01-91E1-AA3FFC5C1628}" destId="{4C239CA7-4525-4FBE-B30E-69D007543BEB}" srcOrd="5" destOrd="0" presId="urn:microsoft.com/office/officeart/2008/layout/LinedList"/>
    <dgm:cxn modelId="{06623EBA-3FE9-4067-B9AF-DAEE9796A28D}" type="presParOf" srcId="{36C19FC3-440A-4C01-91E1-AA3FFC5C1628}" destId="{B52D64CB-178C-43DF-9EA4-A10D06C7372D}" srcOrd="6" destOrd="0" presId="urn:microsoft.com/office/officeart/2008/layout/LinedList"/>
    <dgm:cxn modelId="{A30CCA9A-0B47-4DE8-91AD-2AF811DD67B0}" type="presParOf" srcId="{36C19FC3-440A-4C01-91E1-AA3FFC5C1628}" destId="{2DD1F04E-AD00-46E7-8DDB-90FE64A005FF}" srcOrd="7" destOrd="0" presId="urn:microsoft.com/office/officeart/2008/layout/LinedList"/>
    <dgm:cxn modelId="{84AD9F33-60DB-48B4-A68D-AA80BC4CD44D}" type="presParOf" srcId="{2DD1F04E-AD00-46E7-8DDB-90FE64A005FF}" destId="{DE85935E-D61B-456D-B4FE-60825AD467C4}" srcOrd="0" destOrd="0" presId="urn:microsoft.com/office/officeart/2008/layout/LinedList"/>
    <dgm:cxn modelId="{6BC7E92A-A224-4A85-845B-8DB1F6740D33}" type="presParOf" srcId="{2DD1F04E-AD00-46E7-8DDB-90FE64A005FF}" destId="{1597E8AA-2E5E-46E4-B269-F8A2DD58D0D3}" srcOrd="1" destOrd="0" presId="urn:microsoft.com/office/officeart/2008/layout/LinedList"/>
    <dgm:cxn modelId="{6FAC648A-95A1-4DD8-B1C8-3833F1DFF0F3}" type="presParOf" srcId="{2DD1F04E-AD00-46E7-8DDB-90FE64A005FF}" destId="{7C0B8E46-B31D-4367-AE0A-BAF5B88A8370}" srcOrd="2" destOrd="0" presId="urn:microsoft.com/office/officeart/2008/layout/LinedList"/>
    <dgm:cxn modelId="{9EE9A1D0-BEE1-47F8-A656-E5D853FBFC2B}" type="presParOf" srcId="{36C19FC3-440A-4C01-91E1-AA3FFC5C1628}" destId="{357A68C9-ACAF-4223-B9A8-04CA0102121B}" srcOrd="8" destOrd="0" presId="urn:microsoft.com/office/officeart/2008/layout/LinedList"/>
    <dgm:cxn modelId="{0BFC8282-5000-4C15-98BB-B18A04002647}" type="presParOf" srcId="{36C19FC3-440A-4C01-91E1-AA3FFC5C1628}" destId="{B4DD47BC-3A4E-4A0C-B9F8-259D21E2F9D4}" srcOrd="9" destOrd="0" presId="urn:microsoft.com/office/officeart/2008/layout/LinedList"/>
    <dgm:cxn modelId="{E0B48F3D-F5C8-4740-9133-BA00D6769917}" type="presParOf" srcId="{6BCA4C18-426F-4790-95ED-34D542D74F84}" destId="{57DE9BB5-2544-4F90-86BD-216BFD526C05}" srcOrd="2" destOrd="0" presId="urn:microsoft.com/office/officeart/2008/layout/LinedList"/>
    <dgm:cxn modelId="{884B2CBE-6AA2-44BC-8205-1C77661E1602}" type="presParOf" srcId="{6BCA4C18-426F-4790-95ED-34D542D74F84}" destId="{ACA6155C-B16E-41E9-98C0-E80C8D1F8C49}" srcOrd="3" destOrd="0" presId="urn:microsoft.com/office/officeart/2008/layout/LinedList"/>
    <dgm:cxn modelId="{A4AD4A1A-589B-4907-8D75-3501FCD0A749}" type="presParOf" srcId="{ACA6155C-B16E-41E9-98C0-E80C8D1F8C49}" destId="{A70F1ED3-3FF9-40F6-8D0E-7414630409C1}" srcOrd="0" destOrd="0" presId="urn:microsoft.com/office/officeart/2008/layout/LinedList"/>
    <dgm:cxn modelId="{62B1D420-2402-4391-98E6-11323CC057BC}" type="presParOf" srcId="{ACA6155C-B16E-41E9-98C0-E80C8D1F8C49}" destId="{B1A0D18A-1A58-4B9D-BE82-609ED569C424}" srcOrd="1" destOrd="0" presId="urn:microsoft.com/office/officeart/2008/layout/LinedList"/>
    <dgm:cxn modelId="{56B8EE6F-1D56-49F6-9F1A-8944D1657C84}" type="presParOf" srcId="{B1A0D18A-1A58-4B9D-BE82-609ED569C424}" destId="{6F25340E-98C1-4E09-9D28-B79AD82939D8}" srcOrd="0" destOrd="0" presId="urn:microsoft.com/office/officeart/2008/layout/LinedList"/>
    <dgm:cxn modelId="{788E38C7-6354-4747-9802-426B6C55EFBE}" type="presParOf" srcId="{B1A0D18A-1A58-4B9D-BE82-609ED569C424}" destId="{93A52D95-9AB1-4635-A414-FC5B80F995AB}" srcOrd="1" destOrd="0" presId="urn:microsoft.com/office/officeart/2008/layout/LinedList"/>
    <dgm:cxn modelId="{D0E7FA9C-19BE-476B-8DC8-609ED5DBB84E}" type="presParOf" srcId="{93A52D95-9AB1-4635-A414-FC5B80F995AB}" destId="{792B3732-53CD-493F-B88A-F50801A33238}" srcOrd="0" destOrd="0" presId="urn:microsoft.com/office/officeart/2008/layout/LinedList"/>
    <dgm:cxn modelId="{E4BC49A7-7B56-4068-AD11-37240C46A019}" type="presParOf" srcId="{93A52D95-9AB1-4635-A414-FC5B80F995AB}" destId="{2FC13AA8-327E-40F9-A249-37CCEA5D53AA}" srcOrd="1" destOrd="0" presId="urn:microsoft.com/office/officeart/2008/layout/LinedList"/>
    <dgm:cxn modelId="{1E2A5B2B-9E18-486C-90E6-00977EBD519B}" type="presParOf" srcId="{93A52D95-9AB1-4635-A414-FC5B80F995AB}" destId="{686F9465-52A0-48E5-9770-A886D32BD04C}" srcOrd="2" destOrd="0" presId="urn:microsoft.com/office/officeart/2008/layout/LinedList"/>
    <dgm:cxn modelId="{2538D36D-A5F0-4CF3-B5A9-E14652211BD3}" type="presParOf" srcId="{B1A0D18A-1A58-4B9D-BE82-609ED569C424}" destId="{40642FCA-FC8F-42A3-8641-B6A49C6DE02A}" srcOrd="2" destOrd="0" presId="urn:microsoft.com/office/officeart/2008/layout/LinedList"/>
    <dgm:cxn modelId="{AB41FDC5-7EF6-48FE-95CC-CD5CC80A0EBD}" type="presParOf" srcId="{B1A0D18A-1A58-4B9D-BE82-609ED569C424}" destId="{9856CC8F-50E3-4227-8A02-7081E133AA3F}" srcOrd="3" destOrd="0" presId="urn:microsoft.com/office/officeart/2008/layout/LinedList"/>
    <dgm:cxn modelId="{10C3565C-CBCD-4E01-A266-8517E545809D}" type="presParOf" srcId="{B1A0D18A-1A58-4B9D-BE82-609ED569C424}" destId="{96CE6C7C-1BE7-4198-A5BD-02C0526A0B3D}" srcOrd="4" destOrd="0" presId="urn:microsoft.com/office/officeart/2008/layout/LinedList"/>
    <dgm:cxn modelId="{54629FB1-912A-43C5-A3E9-28EF9961EF6E}" type="presParOf" srcId="{96CE6C7C-1BE7-4198-A5BD-02C0526A0B3D}" destId="{41991191-C4CD-4EB2-B42A-E7EEFC5503D9}" srcOrd="0" destOrd="0" presId="urn:microsoft.com/office/officeart/2008/layout/LinedList"/>
    <dgm:cxn modelId="{EB43B758-B86F-4AA7-9F65-AB675C2015D6}" type="presParOf" srcId="{96CE6C7C-1BE7-4198-A5BD-02C0526A0B3D}" destId="{0390DDEE-05C8-4199-ACAF-84EF32892967}" srcOrd="1" destOrd="0" presId="urn:microsoft.com/office/officeart/2008/layout/LinedList"/>
    <dgm:cxn modelId="{DD36499D-DB27-48CF-90F9-21CA84DC38D7}" type="presParOf" srcId="{96CE6C7C-1BE7-4198-A5BD-02C0526A0B3D}" destId="{94F12B14-7AA4-43E4-9A90-644E354610B7}" srcOrd="2" destOrd="0" presId="urn:microsoft.com/office/officeart/2008/layout/LinedList"/>
    <dgm:cxn modelId="{5376BC37-C2E1-4A2E-BCFD-CC49AD377D21}" type="presParOf" srcId="{B1A0D18A-1A58-4B9D-BE82-609ED569C424}" destId="{845B2CB1-E8AB-4946-BF1B-3C53E91A6F85}" srcOrd="5" destOrd="0" presId="urn:microsoft.com/office/officeart/2008/layout/LinedList"/>
    <dgm:cxn modelId="{8C0561BC-7AC3-4FDA-A109-4EEC38FC8312}" type="presParOf" srcId="{B1A0D18A-1A58-4B9D-BE82-609ED569C424}" destId="{3501CA70-D180-403B-8633-D18A38389DDC}" srcOrd="6" destOrd="0" presId="urn:microsoft.com/office/officeart/2008/layout/LinedList"/>
    <dgm:cxn modelId="{9B108EC5-F20A-4C20-9AAF-564C11310078}" type="presParOf" srcId="{B1A0D18A-1A58-4B9D-BE82-609ED569C424}" destId="{9307210E-7A5B-4FF7-A934-0A663C5F1B8A}" srcOrd="7" destOrd="0" presId="urn:microsoft.com/office/officeart/2008/layout/LinedList"/>
    <dgm:cxn modelId="{3E8ABE6D-8B81-47AC-9071-41582189B20A}" type="presParOf" srcId="{9307210E-7A5B-4FF7-A934-0A663C5F1B8A}" destId="{FD4BEB51-06C9-41D3-BA29-D3D02797120D}" srcOrd="0" destOrd="0" presId="urn:microsoft.com/office/officeart/2008/layout/LinedList"/>
    <dgm:cxn modelId="{D9D20BDB-5954-434C-9558-960EB6962852}" type="presParOf" srcId="{9307210E-7A5B-4FF7-A934-0A663C5F1B8A}" destId="{02DADA69-E919-42DF-89B3-11D13B5C621C}" srcOrd="1" destOrd="0" presId="urn:microsoft.com/office/officeart/2008/layout/LinedList"/>
    <dgm:cxn modelId="{DA2B8A1B-8556-43F7-8722-5D92AA3AD1C7}" type="presParOf" srcId="{9307210E-7A5B-4FF7-A934-0A663C5F1B8A}" destId="{2ADBE043-3A76-4172-ADBE-176CEFB71C65}" srcOrd="2" destOrd="0" presId="urn:microsoft.com/office/officeart/2008/layout/LinedList"/>
    <dgm:cxn modelId="{5454293A-B7C1-460B-A093-F1FD2CB1F32E}" type="presParOf" srcId="{B1A0D18A-1A58-4B9D-BE82-609ED569C424}" destId="{460269A5-6D78-42DC-A3F9-627BA11DECEB}" srcOrd="8" destOrd="0" presId="urn:microsoft.com/office/officeart/2008/layout/LinedList"/>
    <dgm:cxn modelId="{83BFCA52-E66D-44C0-A583-5A83097CBB49}" type="presParOf" srcId="{B1A0D18A-1A58-4B9D-BE82-609ED569C424}" destId="{36F81687-D2EA-4C40-907A-FC4A1C4DB9C7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3AA2AD-CA21-40F3-9AC9-587F03FD091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AC05E-52D1-4E42-9459-BE53F8E50564}">
      <dgm:prSet/>
      <dgm:spPr/>
      <dgm:t>
        <a:bodyPr/>
        <a:lstStyle/>
        <a:p>
          <a:pPr rtl="0"/>
          <a:r>
            <a:rPr lang="en-US">
              <a:latin typeface="Neue Haas Grotesk Text Pro"/>
            </a:rPr>
            <a:t>Power Supply</a:t>
          </a:r>
          <a:endParaRPr lang="en-US"/>
        </a:p>
      </dgm:t>
    </dgm:pt>
    <dgm:pt modelId="{E7ED3FBF-5DAA-4A2F-B035-A85EEBD25D84}" type="parTrans" cxnId="{CF88BA06-E0AD-4CF6-AC9F-39913690BCB9}">
      <dgm:prSet/>
      <dgm:spPr/>
      <dgm:t>
        <a:bodyPr/>
        <a:lstStyle/>
        <a:p>
          <a:endParaRPr lang="en-US"/>
        </a:p>
      </dgm:t>
    </dgm:pt>
    <dgm:pt modelId="{E230D4E5-9C6D-421A-A19D-620C650BFF64}" type="sibTrans" cxnId="{CF88BA06-E0AD-4CF6-AC9F-39913690BCB9}">
      <dgm:prSet/>
      <dgm:spPr/>
      <dgm:t>
        <a:bodyPr/>
        <a:lstStyle/>
        <a:p>
          <a:endParaRPr lang="en-US"/>
        </a:p>
      </dgm:t>
    </dgm:pt>
    <dgm:pt modelId="{023A51FB-5558-4473-9C09-F0F0223FBCF2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DC Voltage Source</a:t>
          </a:r>
          <a:endParaRPr lang="en-US"/>
        </a:p>
      </dgm:t>
    </dgm:pt>
    <dgm:pt modelId="{8E4E7EC4-AF93-47E8-AF62-C7DB610AA828}" type="parTrans" cxnId="{DE934C7B-E416-404A-95B3-AEDCADCCCAB5}">
      <dgm:prSet/>
      <dgm:spPr/>
      <dgm:t>
        <a:bodyPr/>
        <a:lstStyle/>
        <a:p>
          <a:endParaRPr lang="en-US"/>
        </a:p>
      </dgm:t>
    </dgm:pt>
    <dgm:pt modelId="{0E5A1A13-F103-4F5B-B306-85E07B94AF45}" type="sibTrans" cxnId="{DE934C7B-E416-404A-95B3-AEDCADCCCAB5}">
      <dgm:prSet/>
      <dgm:spPr/>
      <dgm:t>
        <a:bodyPr/>
        <a:lstStyle/>
        <a:p>
          <a:endParaRPr lang="en-US"/>
        </a:p>
      </dgm:t>
    </dgm:pt>
    <dgm:pt modelId="{73C2B3E4-8BFA-4AAC-A168-68E98892ADBB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Current Control</a:t>
          </a:r>
          <a:endParaRPr lang="en-US"/>
        </a:p>
      </dgm:t>
    </dgm:pt>
    <dgm:pt modelId="{3605FEFA-B684-4D42-AEB8-858834A50C47}" type="parTrans" cxnId="{6F071A6A-7F88-4AE4-9FC6-FEBA1DA49EF6}">
      <dgm:prSet/>
      <dgm:spPr/>
      <dgm:t>
        <a:bodyPr/>
        <a:lstStyle/>
        <a:p>
          <a:endParaRPr lang="en-US"/>
        </a:p>
      </dgm:t>
    </dgm:pt>
    <dgm:pt modelId="{50D628FF-F625-4F1C-BAB3-FA658313C8AB}" type="sibTrans" cxnId="{6F071A6A-7F88-4AE4-9FC6-FEBA1DA49EF6}">
      <dgm:prSet/>
      <dgm:spPr/>
      <dgm:t>
        <a:bodyPr/>
        <a:lstStyle/>
        <a:p>
          <a:endParaRPr lang="en-US"/>
        </a:p>
      </dgm:t>
    </dgm:pt>
    <dgm:pt modelId="{94736C99-4567-439B-8AF4-0EB96BF701D4}">
      <dgm:prSet/>
      <dgm:spPr/>
      <dgm:t>
        <a:bodyPr/>
        <a:lstStyle/>
        <a:p>
          <a:pPr rtl="0"/>
          <a:r>
            <a:rPr lang="en-US">
              <a:latin typeface="Neue Haas Grotesk Text Pro"/>
            </a:rPr>
            <a:t>Monitoring Systems </a:t>
          </a:r>
        </a:p>
      </dgm:t>
    </dgm:pt>
    <dgm:pt modelId="{E6853BE8-6E6B-4AC0-AAFC-70F342FED850}" type="parTrans" cxnId="{14AD47F7-E67C-48F4-AE00-0FA077DC3DF7}">
      <dgm:prSet/>
      <dgm:spPr/>
      <dgm:t>
        <a:bodyPr/>
        <a:lstStyle/>
        <a:p>
          <a:endParaRPr lang="en-US"/>
        </a:p>
      </dgm:t>
    </dgm:pt>
    <dgm:pt modelId="{7576880A-466A-4EF4-8D7D-0FB534DF1EEF}" type="sibTrans" cxnId="{14AD47F7-E67C-48F4-AE00-0FA077DC3DF7}">
      <dgm:prSet/>
      <dgm:spPr/>
      <dgm:t>
        <a:bodyPr/>
        <a:lstStyle/>
        <a:p>
          <a:endParaRPr lang="en-US"/>
        </a:p>
      </dgm:t>
    </dgm:pt>
    <dgm:pt modelId="{33AD72A2-592B-405C-853E-B5C160B004F4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Cell Geometry</a:t>
          </a:r>
          <a:endParaRPr lang="en-US"/>
        </a:p>
      </dgm:t>
    </dgm:pt>
    <dgm:pt modelId="{6E71CC11-C69A-4E43-9E78-D58402E906F3}" type="parTrans" cxnId="{22DF29A8-F7D7-499D-B654-EA05C649F492}">
      <dgm:prSet/>
      <dgm:spPr/>
      <dgm:t>
        <a:bodyPr/>
        <a:lstStyle/>
        <a:p>
          <a:endParaRPr lang="en-US"/>
        </a:p>
      </dgm:t>
    </dgm:pt>
    <dgm:pt modelId="{7EF6DBAD-235A-4852-9EE9-3E14FB7D269F}" type="sibTrans" cxnId="{22DF29A8-F7D7-499D-B654-EA05C649F492}">
      <dgm:prSet/>
      <dgm:spPr/>
      <dgm:t>
        <a:bodyPr/>
        <a:lstStyle/>
        <a:p>
          <a:endParaRPr lang="en-US"/>
        </a:p>
      </dgm:t>
    </dgm:pt>
    <dgm:pt modelId="{CCD41DD9-F7F4-49BF-B81B-2427E4525E7D}">
      <dgm:prSet/>
      <dgm:spPr/>
      <dgm:t>
        <a:bodyPr/>
        <a:lstStyle/>
        <a:p>
          <a:pPr rtl="0"/>
          <a:r>
            <a:rPr lang="en-US">
              <a:latin typeface="Neue Haas Grotesk Text Pro"/>
            </a:rPr>
            <a:t>Electrode Spacing</a:t>
          </a:r>
          <a:endParaRPr lang="en-US"/>
        </a:p>
      </dgm:t>
    </dgm:pt>
    <dgm:pt modelId="{22570309-CDEE-4E4D-B8F0-E5237B6ED6AC}" type="parTrans" cxnId="{06416D60-ED36-4F49-8631-576ECF68CA74}">
      <dgm:prSet/>
      <dgm:spPr/>
      <dgm:t>
        <a:bodyPr/>
        <a:lstStyle/>
        <a:p>
          <a:endParaRPr lang="en-US"/>
        </a:p>
      </dgm:t>
    </dgm:pt>
    <dgm:pt modelId="{5482ABBC-816A-4108-A8AB-50DE7E90BAD4}" type="sibTrans" cxnId="{06416D60-ED36-4F49-8631-576ECF68CA74}">
      <dgm:prSet/>
      <dgm:spPr/>
      <dgm:t>
        <a:bodyPr/>
        <a:lstStyle/>
        <a:p>
          <a:endParaRPr lang="en-US"/>
        </a:p>
      </dgm:t>
    </dgm:pt>
    <dgm:pt modelId="{8D7B1535-DE6A-464D-AACB-E96863463844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Temperature Control</a:t>
          </a:r>
          <a:endParaRPr lang="en-US"/>
        </a:p>
      </dgm:t>
    </dgm:pt>
    <dgm:pt modelId="{8063242F-BD80-476D-94D7-4B4788468897}" type="parTrans" cxnId="{CDB7EE26-E057-42B4-A676-C92CA4355C67}">
      <dgm:prSet/>
      <dgm:spPr/>
      <dgm:t>
        <a:bodyPr/>
        <a:lstStyle/>
        <a:p>
          <a:endParaRPr lang="en-US"/>
        </a:p>
      </dgm:t>
    </dgm:pt>
    <dgm:pt modelId="{1D0BD4E8-07A3-461F-87AF-DC91C9794775}" type="sibTrans" cxnId="{CDB7EE26-E057-42B4-A676-C92CA4355C67}">
      <dgm:prSet/>
      <dgm:spPr/>
      <dgm:t>
        <a:bodyPr/>
        <a:lstStyle/>
        <a:p>
          <a:endParaRPr lang="en-US"/>
        </a:p>
      </dgm:t>
    </dgm:pt>
    <dgm:pt modelId="{D8224CF4-D156-4D5C-868A-46C3A7D53D7B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EPD Cell</a:t>
          </a:r>
          <a:endParaRPr lang="en-US"/>
        </a:p>
      </dgm:t>
    </dgm:pt>
    <dgm:pt modelId="{D3D06880-C09C-4F78-88D2-2EB020775DC0}" type="parTrans" cxnId="{E98E54C5-1188-4AE8-9424-2B998A5548DC}">
      <dgm:prSet/>
      <dgm:spPr/>
    </dgm:pt>
    <dgm:pt modelId="{E18B04A8-632C-4E8E-A888-49308948C654}" type="sibTrans" cxnId="{E98E54C5-1188-4AE8-9424-2B998A5548DC}">
      <dgm:prSet/>
      <dgm:spPr/>
    </dgm:pt>
    <dgm:pt modelId="{6BCA4C18-426F-4790-95ED-34D542D74F84}" type="pres">
      <dgm:prSet presAssocID="{A43AA2AD-CA21-40F3-9AC9-587F03FD0911}" presName="vert0" presStyleCnt="0">
        <dgm:presLayoutVars>
          <dgm:dir/>
          <dgm:animOne val="branch"/>
          <dgm:animLvl val="lvl"/>
        </dgm:presLayoutVars>
      </dgm:prSet>
      <dgm:spPr/>
    </dgm:pt>
    <dgm:pt modelId="{E1107F7E-71B8-45E6-BAAF-FE6F957E1062}" type="pres">
      <dgm:prSet presAssocID="{657AC05E-52D1-4E42-9459-BE53F8E50564}" presName="thickLine" presStyleLbl="alignNode1" presStyleIdx="0" presStyleCnt="2"/>
      <dgm:spPr/>
    </dgm:pt>
    <dgm:pt modelId="{0DACAF5F-D66A-4A36-8B8A-AB27B1858E91}" type="pres">
      <dgm:prSet presAssocID="{657AC05E-52D1-4E42-9459-BE53F8E50564}" presName="horz1" presStyleCnt="0"/>
      <dgm:spPr/>
    </dgm:pt>
    <dgm:pt modelId="{81595AA4-244D-48CD-A6A2-DB70EB02CB15}" type="pres">
      <dgm:prSet presAssocID="{657AC05E-52D1-4E42-9459-BE53F8E50564}" presName="tx1" presStyleLbl="revTx" presStyleIdx="0" presStyleCnt="8"/>
      <dgm:spPr/>
    </dgm:pt>
    <dgm:pt modelId="{36C19FC3-440A-4C01-91E1-AA3FFC5C1628}" type="pres">
      <dgm:prSet presAssocID="{657AC05E-52D1-4E42-9459-BE53F8E50564}" presName="vert1" presStyleCnt="0"/>
      <dgm:spPr/>
    </dgm:pt>
    <dgm:pt modelId="{660F8BB0-EDAA-4A2A-92E3-C1FC7F5A1949}" type="pres">
      <dgm:prSet presAssocID="{023A51FB-5558-4473-9C09-F0F0223FBCF2}" presName="vertSpace2a" presStyleCnt="0"/>
      <dgm:spPr/>
    </dgm:pt>
    <dgm:pt modelId="{70825FF3-5A79-4CF9-8D65-ED343E65A8FE}" type="pres">
      <dgm:prSet presAssocID="{023A51FB-5558-4473-9C09-F0F0223FBCF2}" presName="horz2" presStyleCnt="0"/>
      <dgm:spPr/>
    </dgm:pt>
    <dgm:pt modelId="{A95F9B66-931B-46FD-83DA-559BCF01BB89}" type="pres">
      <dgm:prSet presAssocID="{023A51FB-5558-4473-9C09-F0F0223FBCF2}" presName="horzSpace2" presStyleCnt="0"/>
      <dgm:spPr/>
    </dgm:pt>
    <dgm:pt modelId="{16F0F51D-C601-4C8F-A0D9-1CA81F0C2B75}" type="pres">
      <dgm:prSet presAssocID="{023A51FB-5558-4473-9C09-F0F0223FBCF2}" presName="tx2" presStyleLbl="revTx" presStyleIdx="1" presStyleCnt="8"/>
      <dgm:spPr/>
    </dgm:pt>
    <dgm:pt modelId="{A1C1DD58-33E8-463B-A5A3-7346340FCF1D}" type="pres">
      <dgm:prSet presAssocID="{023A51FB-5558-4473-9C09-F0F0223FBCF2}" presName="vert2" presStyleCnt="0"/>
      <dgm:spPr/>
    </dgm:pt>
    <dgm:pt modelId="{17879997-D100-44D0-BF6E-93B734146544}" type="pres">
      <dgm:prSet presAssocID="{023A51FB-5558-4473-9C09-F0F0223FBCF2}" presName="thinLine2b" presStyleLbl="callout" presStyleIdx="0" presStyleCnt="6"/>
      <dgm:spPr/>
    </dgm:pt>
    <dgm:pt modelId="{02D2E19F-6B6B-4E6F-91C7-0867E4D50BFE}" type="pres">
      <dgm:prSet presAssocID="{023A51FB-5558-4473-9C09-F0F0223FBCF2}" presName="vertSpace2b" presStyleCnt="0"/>
      <dgm:spPr/>
    </dgm:pt>
    <dgm:pt modelId="{8E29DD1D-FB75-458D-A120-FD033EDA9F17}" type="pres">
      <dgm:prSet presAssocID="{73C2B3E4-8BFA-4AAC-A168-68E98892ADBB}" presName="horz2" presStyleCnt="0"/>
      <dgm:spPr/>
    </dgm:pt>
    <dgm:pt modelId="{160EEF6D-3012-4CB1-9B18-3EF4245BA0E4}" type="pres">
      <dgm:prSet presAssocID="{73C2B3E4-8BFA-4AAC-A168-68E98892ADBB}" presName="horzSpace2" presStyleCnt="0"/>
      <dgm:spPr/>
    </dgm:pt>
    <dgm:pt modelId="{C5240C50-7111-4586-974D-DC5F95937DF3}" type="pres">
      <dgm:prSet presAssocID="{73C2B3E4-8BFA-4AAC-A168-68E98892ADBB}" presName="tx2" presStyleLbl="revTx" presStyleIdx="2" presStyleCnt="8"/>
      <dgm:spPr/>
    </dgm:pt>
    <dgm:pt modelId="{710D1B03-F6E4-41BA-8DE5-AA5D2F9CF133}" type="pres">
      <dgm:prSet presAssocID="{73C2B3E4-8BFA-4AAC-A168-68E98892ADBB}" presName="vert2" presStyleCnt="0"/>
      <dgm:spPr/>
    </dgm:pt>
    <dgm:pt modelId="{4C239CA7-4525-4FBE-B30E-69D007543BEB}" type="pres">
      <dgm:prSet presAssocID="{73C2B3E4-8BFA-4AAC-A168-68E98892ADBB}" presName="thinLine2b" presStyleLbl="callout" presStyleIdx="1" presStyleCnt="6"/>
      <dgm:spPr/>
    </dgm:pt>
    <dgm:pt modelId="{B52D64CB-178C-43DF-9EA4-A10D06C7372D}" type="pres">
      <dgm:prSet presAssocID="{73C2B3E4-8BFA-4AAC-A168-68E98892ADBB}" presName="vertSpace2b" presStyleCnt="0"/>
      <dgm:spPr/>
    </dgm:pt>
    <dgm:pt modelId="{2DD1F04E-AD00-46E7-8DDB-90FE64A005FF}" type="pres">
      <dgm:prSet presAssocID="{94736C99-4567-439B-8AF4-0EB96BF701D4}" presName="horz2" presStyleCnt="0"/>
      <dgm:spPr/>
    </dgm:pt>
    <dgm:pt modelId="{DE85935E-D61B-456D-B4FE-60825AD467C4}" type="pres">
      <dgm:prSet presAssocID="{94736C99-4567-439B-8AF4-0EB96BF701D4}" presName="horzSpace2" presStyleCnt="0"/>
      <dgm:spPr/>
    </dgm:pt>
    <dgm:pt modelId="{1597E8AA-2E5E-46E4-B269-F8A2DD58D0D3}" type="pres">
      <dgm:prSet presAssocID="{94736C99-4567-439B-8AF4-0EB96BF701D4}" presName="tx2" presStyleLbl="revTx" presStyleIdx="3" presStyleCnt="8"/>
      <dgm:spPr/>
    </dgm:pt>
    <dgm:pt modelId="{7C0B8E46-B31D-4367-AE0A-BAF5B88A8370}" type="pres">
      <dgm:prSet presAssocID="{94736C99-4567-439B-8AF4-0EB96BF701D4}" presName="vert2" presStyleCnt="0"/>
      <dgm:spPr/>
    </dgm:pt>
    <dgm:pt modelId="{357A68C9-ACAF-4223-B9A8-04CA0102121B}" type="pres">
      <dgm:prSet presAssocID="{94736C99-4567-439B-8AF4-0EB96BF701D4}" presName="thinLine2b" presStyleLbl="callout" presStyleIdx="2" presStyleCnt="6"/>
      <dgm:spPr/>
    </dgm:pt>
    <dgm:pt modelId="{B4DD47BC-3A4E-4A0C-B9F8-259D21E2F9D4}" type="pres">
      <dgm:prSet presAssocID="{94736C99-4567-439B-8AF4-0EB96BF701D4}" presName="vertSpace2b" presStyleCnt="0"/>
      <dgm:spPr/>
    </dgm:pt>
    <dgm:pt modelId="{CCAD481A-39C1-4B42-8150-008F0752D166}" type="pres">
      <dgm:prSet presAssocID="{D8224CF4-D156-4D5C-868A-46C3A7D53D7B}" presName="thickLine" presStyleLbl="alignNode1" presStyleIdx="1" presStyleCnt="2"/>
      <dgm:spPr/>
    </dgm:pt>
    <dgm:pt modelId="{FA92F5CD-2800-48FA-8AF1-22B3F6798CF7}" type="pres">
      <dgm:prSet presAssocID="{D8224CF4-D156-4D5C-868A-46C3A7D53D7B}" presName="horz1" presStyleCnt="0"/>
      <dgm:spPr/>
    </dgm:pt>
    <dgm:pt modelId="{57FE7B00-ADF8-41EF-BB72-3FFD10C95F11}" type="pres">
      <dgm:prSet presAssocID="{D8224CF4-D156-4D5C-868A-46C3A7D53D7B}" presName="tx1" presStyleLbl="revTx" presStyleIdx="4" presStyleCnt="8"/>
      <dgm:spPr/>
    </dgm:pt>
    <dgm:pt modelId="{A8B6BE1C-3801-4F38-90DE-07DDC10B5D1D}" type="pres">
      <dgm:prSet presAssocID="{D8224CF4-D156-4D5C-868A-46C3A7D53D7B}" presName="vert1" presStyleCnt="0"/>
      <dgm:spPr/>
    </dgm:pt>
    <dgm:pt modelId="{F381824B-C4DD-4616-A134-B9B95ECD4DAF}" type="pres">
      <dgm:prSet presAssocID="{33AD72A2-592B-405C-853E-B5C160B004F4}" presName="vertSpace2a" presStyleCnt="0"/>
      <dgm:spPr/>
    </dgm:pt>
    <dgm:pt modelId="{93A52D95-9AB1-4635-A414-FC5B80F995AB}" type="pres">
      <dgm:prSet presAssocID="{33AD72A2-592B-405C-853E-B5C160B004F4}" presName="horz2" presStyleCnt="0"/>
      <dgm:spPr/>
    </dgm:pt>
    <dgm:pt modelId="{792B3732-53CD-493F-B88A-F50801A33238}" type="pres">
      <dgm:prSet presAssocID="{33AD72A2-592B-405C-853E-B5C160B004F4}" presName="horzSpace2" presStyleCnt="0"/>
      <dgm:spPr/>
    </dgm:pt>
    <dgm:pt modelId="{2FC13AA8-327E-40F9-A249-37CCEA5D53AA}" type="pres">
      <dgm:prSet presAssocID="{33AD72A2-592B-405C-853E-B5C160B004F4}" presName="tx2" presStyleLbl="revTx" presStyleIdx="5" presStyleCnt="8"/>
      <dgm:spPr/>
    </dgm:pt>
    <dgm:pt modelId="{686F9465-52A0-48E5-9770-A886D32BD04C}" type="pres">
      <dgm:prSet presAssocID="{33AD72A2-592B-405C-853E-B5C160B004F4}" presName="vert2" presStyleCnt="0"/>
      <dgm:spPr/>
    </dgm:pt>
    <dgm:pt modelId="{40642FCA-FC8F-42A3-8641-B6A49C6DE02A}" type="pres">
      <dgm:prSet presAssocID="{33AD72A2-592B-405C-853E-B5C160B004F4}" presName="thinLine2b" presStyleLbl="callout" presStyleIdx="3" presStyleCnt="6"/>
      <dgm:spPr/>
    </dgm:pt>
    <dgm:pt modelId="{9856CC8F-50E3-4227-8A02-7081E133AA3F}" type="pres">
      <dgm:prSet presAssocID="{33AD72A2-592B-405C-853E-B5C160B004F4}" presName="vertSpace2b" presStyleCnt="0"/>
      <dgm:spPr/>
    </dgm:pt>
    <dgm:pt modelId="{96CE6C7C-1BE7-4198-A5BD-02C0526A0B3D}" type="pres">
      <dgm:prSet presAssocID="{CCD41DD9-F7F4-49BF-B81B-2427E4525E7D}" presName="horz2" presStyleCnt="0"/>
      <dgm:spPr/>
    </dgm:pt>
    <dgm:pt modelId="{41991191-C4CD-4EB2-B42A-E7EEFC5503D9}" type="pres">
      <dgm:prSet presAssocID="{CCD41DD9-F7F4-49BF-B81B-2427E4525E7D}" presName="horzSpace2" presStyleCnt="0"/>
      <dgm:spPr/>
    </dgm:pt>
    <dgm:pt modelId="{0390DDEE-05C8-4199-ACAF-84EF32892967}" type="pres">
      <dgm:prSet presAssocID="{CCD41DD9-F7F4-49BF-B81B-2427E4525E7D}" presName="tx2" presStyleLbl="revTx" presStyleIdx="6" presStyleCnt="8"/>
      <dgm:spPr/>
    </dgm:pt>
    <dgm:pt modelId="{94F12B14-7AA4-43E4-9A90-644E354610B7}" type="pres">
      <dgm:prSet presAssocID="{CCD41DD9-F7F4-49BF-B81B-2427E4525E7D}" presName="vert2" presStyleCnt="0"/>
      <dgm:spPr/>
    </dgm:pt>
    <dgm:pt modelId="{845B2CB1-E8AB-4946-BF1B-3C53E91A6F85}" type="pres">
      <dgm:prSet presAssocID="{CCD41DD9-F7F4-49BF-B81B-2427E4525E7D}" presName="thinLine2b" presStyleLbl="callout" presStyleIdx="4" presStyleCnt="6"/>
      <dgm:spPr/>
    </dgm:pt>
    <dgm:pt modelId="{3501CA70-D180-403B-8633-D18A38389DDC}" type="pres">
      <dgm:prSet presAssocID="{CCD41DD9-F7F4-49BF-B81B-2427E4525E7D}" presName="vertSpace2b" presStyleCnt="0"/>
      <dgm:spPr/>
    </dgm:pt>
    <dgm:pt modelId="{9307210E-7A5B-4FF7-A934-0A663C5F1B8A}" type="pres">
      <dgm:prSet presAssocID="{8D7B1535-DE6A-464D-AACB-E96863463844}" presName="horz2" presStyleCnt="0"/>
      <dgm:spPr/>
    </dgm:pt>
    <dgm:pt modelId="{FD4BEB51-06C9-41D3-BA29-D3D02797120D}" type="pres">
      <dgm:prSet presAssocID="{8D7B1535-DE6A-464D-AACB-E96863463844}" presName="horzSpace2" presStyleCnt="0"/>
      <dgm:spPr/>
    </dgm:pt>
    <dgm:pt modelId="{02DADA69-E919-42DF-89B3-11D13B5C621C}" type="pres">
      <dgm:prSet presAssocID="{8D7B1535-DE6A-464D-AACB-E96863463844}" presName="tx2" presStyleLbl="revTx" presStyleIdx="7" presStyleCnt="8"/>
      <dgm:spPr/>
    </dgm:pt>
    <dgm:pt modelId="{2ADBE043-3A76-4172-ADBE-176CEFB71C65}" type="pres">
      <dgm:prSet presAssocID="{8D7B1535-DE6A-464D-AACB-E96863463844}" presName="vert2" presStyleCnt="0"/>
      <dgm:spPr/>
    </dgm:pt>
    <dgm:pt modelId="{460269A5-6D78-42DC-A3F9-627BA11DECEB}" type="pres">
      <dgm:prSet presAssocID="{8D7B1535-DE6A-464D-AACB-E96863463844}" presName="thinLine2b" presStyleLbl="callout" presStyleIdx="5" presStyleCnt="6"/>
      <dgm:spPr/>
    </dgm:pt>
    <dgm:pt modelId="{36F81687-D2EA-4C40-907A-FC4A1C4DB9C7}" type="pres">
      <dgm:prSet presAssocID="{8D7B1535-DE6A-464D-AACB-E96863463844}" presName="vertSpace2b" presStyleCnt="0"/>
      <dgm:spPr/>
    </dgm:pt>
  </dgm:ptLst>
  <dgm:cxnLst>
    <dgm:cxn modelId="{CF88BA06-E0AD-4CF6-AC9F-39913690BCB9}" srcId="{A43AA2AD-CA21-40F3-9AC9-587F03FD0911}" destId="{657AC05E-52D1-4E42-9459-BE53F8E50564}" srcOrd="0" destOrd="0" parTransId="{E7ED3FBF-5DAA-4A2F-B035-A85EEBD25D84}" sibTransId="{E230D4E5-9C6D-421A-A19D-620C650BFF64}"/>
    <dgm:cxn modelId="{30E05721-B78B-4808-A01E-11462D13B04C}" type="presOf" srcId="{8D7B1535-DE6A-464D-AACB-E96863463844}" destId="{02DADA69-E919-42DF-89B3-11D13B5C621C}" srcOrd="0" destOrd="0" presId="urn:microsoft.com/office/officeart/2008/layout/LinedList"/>
    <dgm:cxn modelId="{CDB7EE26-E057-42B4-A676-C92CA4355C67}" srcId="{D8224CF4-D156-4D5C-868A-46C3A7D53D7B}" destId="{8D7B1535-DE6A-464D-AACB-E96863463844}" srcOrd="2" destOrd="0" parTransId="{8063242F-BD80-476D-94D7-4B4788468897}" sibTransId="{1D0BD4E8-07A3-461F-87AF-DC91C9794775}"/>
    <dgm:cxn modelId="{96210032-2180-4F5A-8524-D5ADE9AF0512}" type="presOf" srcId="{33AD72A2-592B-405C-853E-B5C160B004F4}" destId="{2FC13AA8-327E-40F9-A249-37CCEA5D53AA}" srcOrd="0" destOrd="0" presId="urn:microsoft.com/office/officeart/2008/layout/LinedList"/>
    <dgm:cxn modelId="{06416D60-ED36-4F49-8631-576ECF68CA74}" srcId="{D8224CF4-D156-4D5C-868A-46C3A7D53D7B}" destId="{CCD41DD9-F7F4-49BF-B81B-2427E4525E7D}" srcOrd="1" destOrd="0" parTransId="{22570309-CDEE-4E4D-B8F0-E5237B6ED6AC}" sibTransId="{5482ABBC-816A-4108-A8AB-50DE7E90BAD4}"/>
    <dgm:cxn modelId="{96ECE942-567A-4144-9A54-90E0D32FA1FB}" type="presOf" srcId="{657AC05E-52D1-4E42-9459-BE53F8E50564}" destId="{81595AA4-244D-48CD-A6A2-DB70EB02CB15}" srcOrd="0" destOrd="0" presId="urn:microsoft.com/office/officeart/2008/layout/LinedList"/>
    <dgm:cxn modelId="{8FDB9063-737F-44FD-8ED1-29C007B381A5}" type="presOf" srcId="{73C2B3E4-8BFA-4AAC-A168-68E98892ADBB}" destId="{C5240C50-7111-4586-974D-DC5F95937DF3}" srcOrd="0" destOrd="0" presId="urn:microsoft.com/office/officeart/2008/layout/LinedList"/>
    <dgm:cxn modelId="{04074E68-7659-4C35-83A9-B60993D81BA8}" type="presOf" srcId="{94736C99-4567-439B-8AF4-0EB96BF701D4}" destId="{1597E8AA-2E5E-46E4-B269-F8A2DD58D0D3}" srcOrd="0" destOrd="0" presId="urn:microsoft.com/office/officeart/2008/layout/LinedList"/>
    <dgm:cxn modelId="{6F071A6A-7F88-4AE4-9FC6-FEBA1DA49EF6}" srcId="{657AC05E-52D1-4E42-9459-BE53F8E50564}" destId="{73C2B3E4-8BFA-4AAC-A168-68E98892ADBB}" srcOrd="1" destOrd="0" parTransId="{3605FEFA-B684-4D42-AEB8-858834A50C47}" sibTransId="{50D628FF-F625-4F1C-BAB3-FA658313C8AB}"/>
    <dgm:cxn modelId="{61DA4E76-7C2E-41CF-9919-8AE008964C3A}" type="presOf" srcId="{A43AA2AD-CA21-40F3-9AC9-587F03FD0911}" destId="{6BCA4C18-426F-4790-95ED-34D542D74F84}" srcOrd="0" destOrd="0" presId="urn:microsoft.com/office/officeart/2008/layout/LinedList"/>
    <dgm:cxn modelId="{FAB96B5A-78BC-40D1-8150-65C788A1643E}" type="presOf" srcId="{D8224CF4-D156-4D5C-868A-46C3A7D53D7B}" destId="{57FE7B00-ADF8-41EF-BB72-3FFD10C95F11}" srcOrd="0" destOrd="0" presId="urn:microsoft.com/office/officeart/2008/layout/LinedList"/>
    <dgm:cxn modelId="{DE934C7B-E416-404A-95B3-AEDCADCCCAB5}" srcId="{657AC05E-52D1-4E42-9459-BE53F8E50564}" destId="{023A51FB-5558-4473-9C09-F0F0223FBCF2}" srcOrd="0" destOrd="0" parTransId="{8E4E7EC4-AF93-47E8-AF62-C7DB610AA828}" sibTransId="{0E5A1A13-F103-4F5B-B306-85E07B94AF45}"/>
    <dgm:cxn modelId="{22DF29A8-F7D7-499D-B654-EA05C649F492}" srcId="{D8224CF4-D156-4D5C-868A-46C3A7D53D7B}" destId="{33AD72A2-592B-405C-853E-B5C160B004F4}" srcOrd="0" destOrd="0" parTransId="{6E71CC11-C69A-4E43-9E78-D58402E906F3}" sibTransId="{7EF6DBAD-235A-4852-9EE9-3E14FB7D269F}"/>
    <dgm:cxn modelId="{007430BC-2809-4340-A734-6FE477FE8879}" type="presOf" srcId="{CCD41DD9-F7F4-49BF-B81B-2427E4525E7D}" destId="{0390DDEE-05C8-4199-ACAF-84EF32892967}" srcOrd="0" destOrd="0" presId="urn:microsoft.com/office/officeart/2008/layout/LinedList"/>
    <dgm:cxn modelId="{7B4F35C1-DC36-4289-A72D-2E78A4D76394}" type="presOf" srcId="{023A51FB-5558-4473-9C09-F0F0223FBCF2}" destId="{16F0F51D-C601-4C8F-A0D9-1CA81F0C2B75}" srcOrd="0" destOrd="0" presId="urn:microsoft.com/office/officeart/2008/layout/LinedList"/>
    <dgm:cxn modelId="{E98E54C5-1188-4AE8-9424-2B998A5548DC}" srcId="{A43AA2AD-CA21-40F3-9AC9-587F03FD0911}" destId="{D8224CF4-D156-4D5C-868A-46C3A7D53D7B}" srcOrd="1" destOrd="0" parTransId="{D3D06880-C09C-4F78-88D2-2EB020775DC0}" sibTransId="{E18B04A8-632C-4E8E-A888-49308948C654}"/>
    <dgm:cxn modelId="{14AD47F7-E67C-48F4-AE00-0FA077DC3DF7}" srcId="{657AC05E-52D1-4E42-9459-BE53F8E50564}" destId="{94736C99-4567-439B-8AF4-0EB96BF701D4}" srcOrd="2" destOrd="0" parTransId="{E6853BE8-6E6B-4AC0-AAFC-70F342FED850}" sibTransId="{7576880A-466A-4EF4-8D7D-0FB534DF1EEF}"/>
    <dgm:cxn modelId="{CF0128D9-54B2-4944-BC32-EAB2A3614FB4}" type="presParOf" srcId="{6BCA4C18-426F-4790-95ED-34D542D74F84}" destId="{E1107F7E-71B8-45E6-BAAF-FE6F957E1062}" srcOrd="0" destOrd="0" presId="urn:microsoft.com/office/officeart/2008/layout/LinedList"/>
    <dgm:cxn modelId="{C50E8BBD-1B86-4729-AFCD-84B5738D0171}" type="presParOf" srcId="{6BCA4C18-426F-4790-95ED-34D542D74F84}" destId="{0DACAF5F-D66A-4A36-8B8A-AB27B1858E91}" srcOrd="1" destOrd="0" presId="urn:microsoft.com/office/officeart/2008/layout/LinedList"/>
    <dgm:cxn modelId="{C45FC0C8-875F-4C86-B306-ED30910ECC02}" type="presParOf" srcId="{0DACAF5F-D66A-4A36-8B8A-AB27B1858E91}" destId="{81595AA4-244D-48CD-A6A2-DB70EB02CB15}" srcOrd="0" destOrd="0" presId="urn:microsoft.com/office/officeart/2008/layout/LinedList"/>
    <dgm:cxn modelId="{6A9DCC65-F166-4CFD-9A77-1A59849E1B3E}" type="presParOf" srcId="{0DACAF5F-D66A-4A36-8B8A-AB27B1858E91}" destId="{36C19FC3-440A-4C01-91E1-AA3FFC5C1628}" srcOrd="1" destOrd="0" presId="urn:microsoft.com/office/officeart/2008/layout/LinedList"/>
    <dgm:cxn modelId="{BAC71281-C863-4809-85B5-404D49F532C1}" type="presParOf" srcId="{36C19FC3-440A-4C01-91E1-AA3FFC5C1628}" destId="{660F8BB0-EDAA-4A2A-92E3-C1FC7F5A1949}" srcOrd="0" destOrd="0" presId="urn:microsoft.com/office/officeart/2008/layout/LinedList"/>
    <dgm:cxn modelId="{93C47291-B649-4D18-BEBC-3995DB427A4B}" type="presParOf" srcId="{36C19FC3-440A-4C01-91E1-AA3FFC5C1628}" destId="{70825FF3-5A79-4CF9-8D65-ED343E65A8FE}" srcOrd="1" destOrd="0" presId="urn:microsoft.com/office/officeart/2008/layout/LinedList"/>
    <dgm:cxn modelId="{6E42EE60-321B-407B-8FB9-9524C06B38E1}" type="presParOf" srcId="{70825FF3-5A79-4CF9-8D65-ED343E65A8FE}" destId="{A95F9B66-931B-46FD-83DA-559BCF01BB89}" srcOrd="0" destOrd="0" presId="urn:microsoft.com/office/officeart/2008/layout/LinedList"/>
    <dgm:cxn modelId="{00F27937-747F-46CC-91A8-A0D67EE82572}" type="presParOf" srcId="{70825FF3-5A79-4CF9-8D65-ED343E65A8FE}" destId="{16F0F51D-C601-4C8F-A0D9-1CA81F0C2B75}" srcOrd="1" destOrd="0" presId="urn:microsoft.com/office/officeart/2008/layout/LinedList"/>
    <dgm:cxn modelId="{A3E1BB89-DECE-46D5-9666-E8D83232E7A0}" type="presParOf" srcId="{70825FF3-5A79-4CF9-8D65-ED343E65A8FE}" destId="{A1C1DD58-33E8-463B-A5A3-7346340FCF1D}" srcOrd="2" destOrd="0" presId="urn:microsoft.com/office/officeart/2008/layout/LinedList"/>
    <dgm:cxn modelId="{4FE7582F-3BCC-46B8-9E92-B20252862928}" type="presParOf" srcId="{36C19FC3-440A-4C01-91E1-AA3FFC5C1628}" destId="{17879997-D100-44D0-BF6E-93B734146544}" srcOrd="2" destOrd="0" presId="urn:microsoft.com/office/officeart/2008/layout/LinedList"/>
    <dgm:cxn modelId="{B01F5380-E27C-4D0F-9BDD-2377CF2E63ED}" type="presParOf" srcId="{36C19FC3-440A-4C01-91E1-AA3FFC5C1628}" destId="{02D2E19F-6B6B-4E6F-91C7-0867E4D50BFE}" srcOrd="3" destOrd="0" presId="urn:microsoft.com/office/officeart/2008/layout/LinedList"/>
    <dgm:cxn modelId="{E9D60E5F-5199-46F4-B21D-4E05FD648734}" type="presParOf" srcId="{36C19FC3-440A-4C01-91E1-AA3FFC5C1628}" destId="{8E29DD1D-FB75-458D-A120-FD033EDA9F17}" srcOrd="4" destOrd="0" presId="urn:microsoft.com/office/officeart/2008/layout/LinedList"/>
    <dgm:cxn modelId="{E09FBFA5-4F84-4403-B15F-71E35E36532D}" type="presParOf" srcId="{8E29DD1D-FB75-458D-A120-FD033EDA9F17}" destId="{160EEF6D-3012-4CB1-9B18-3EF4245BA0E4}" srcOrd="0" destOrd="0" presId="urn:microsoft.com/office/officeart/2008/layout/LinedList"/>
    <dgm:cxn modelId="{6D6B1E01-75EF-4755-842B-F776660D83B0}" type="presParOf" srcId="{8E29DD1D-FB75-458D-A120-FD033EDA9F17}" destId="{C5240C50-7111-4586-974D-DC5F95937DF3}" srcOrd="1" destOrd="0" presId="urn:microsoft.com/office/officeart/2008/layout/LinedList"/>
    <dgm:cxn modelId="{159D6D2E-D760-4BF2-BC3B-BE3A9E49D450}" type="presParOf" srcId="{8E29DD1D-FB75-458D-A120-FD033EDA9F17}" destId="{710D1B03-F6E4-41BA-8DE5-AA5D2F9CF133}" srcOrd="2" destOrd="0" presId="urn:microsoft.com/office/officeart/2008/layout/LinedList"/>
    <dgm:cxn modelId="{E5C4FBCD-0B92-4230-BCD1-4F784E139979}" type="presParOf" srcId="{36C19FC3-440A-4C01-91E1-AA3FFC5C1628}" destId="{4C239CA7-4525-4FBE-B30E-69D007543BEB}" srcOrd="5" destOrd="0" presId="urn:microsoft.com/office/officeart/2008/layout/LinedList"/>
    <dgm:cxn modelId="{CE65187E-1BD5-46ED-87D0-C2FBF335C67D}" type="presParOf" srcId="{36C19FC3-440A-4C01-91E1-AA3FFC5C1628}" destId="{B52D64CB-178C-43DF-9EA4-A10D06C7372D}" srcOrd="6" destOrd="0" presId="urn:microsoft.com/office/officeart/2008/layout/LinedList"/>
    <dgm:cxn modelId="{8133C430-67DD-4110-BEEF-2ABFDA97C31E}" type="presParOf" srcId="{36C19FC3-440A-4C01-91E1-AA3FFC5C1628}" destId="{2DD1F04E-AD00-46E7-8DDB-90FE64A005FF}" srcOrd="7" destOrd="0" presId="urn:microsoft.com/office/officeart/2008/layout/LinedList"/>
    <dgm:cxn modelId="{471C4E22-550E-4DAB-A0C5-AC746BBB786A}" type="presParOf" srcId="{2DD1F04E-AD00-46E7-8DDB-90FE64A005FF}" destId="{DE85935E-D61B-456D-B4FE-60825AD467C4}" srcOrd="0" destOrd="0" presId="urn:microsoft.com/office/officeart/2008/layout/LinedList"/>
    <dgm:cxn modelId="{7E7DCBD8-AFEA-4F45-B0CF-59D3CC5DF6A2}" type="presParOf" srcId="{2DD1F04E-AD00-46E7-8DDB-90FE64A005FF}" destId="{1597E8AA-2E5E-46E4-B269-F8A2DD58D0D3}" srcOrd="1" destOrd="0" presId="urn:microsoft.com/office/officeart/2008/layout/LinedList"/>
    <dgm:cxn modelId="{11E55FC0-5708-4192-887B-C7E966AEACFE}" type="presParOf" srcId="{2DD1F04E-AD00-46E7-8DDB-90FE64A005FF}" destId="{7C0B8E46-B31D-4367-AE0A-BAF5B88A8370}" srcOrd="2" destOrd="0" presId="urn:microsoft.com/office/officeart/2008/layout/LinedList"/>
    <dgm:cxn modelId="{99EC9F7B-8605-40C1-8454-D89BCB21775B}" type="presParOf" srcId="{36C19FC3-440A-4C01-91E1-AA3FFC5C1628}" destId="{357A68C9-ACAF-4223-B9A8-04CA0102121B}" srcOrd="8" destOrd="0" presId="urn:microsoft.com/office/officeart/2008/layout/LinedList"/>
    <dgm:cxn modelId="{EA8084BD-831F-4B15-B4AF-267E8F498F53}" type="presParOf" srcId="{36C19FC3-440A-4C01-91E1-AA3FFC5C1628}" destId="{B4DD47BC-3A4E-4A0C-B9F8-259D21E2F9D4}" srcOrd="9" destOrd="0" presId="urn:microsoft.com/office/officeart/2008/layout/LinedList"/>
    <dgm:cxn modelId="{8F8C74A4-7FAC-4441-B992-2A6660E2FE65}" type="presParOf" srcId="{6BCA4C18-426F-4790-95ED-34D542D74F84}" destId="{CCAD481A-39C1-4B42-8150-008F0752D166}" srcOrd="2" destOrd="0" presId="urn:microsoft.com/office/officeart/2008/layout/LinedList"/>
    <dgm:cxn modelId="{CA202A09-62AD-4ACF-A7D5-F8891DB29E5E}" type="presParOf" srcId="{6BCA4C18-426F-4790-95ED-34D542D74F84}" destId="{FA92F5CD-2800-48FA-8AF1-22B3F6798CF7}" srcOrd="3" destOrd="0" presId="urn:microsoft.com/office/officeart/2008/layout/LinedList"/>
    <dgm:cxn modelId="{0AC17E66-2CE1-4A48-8E7D-0245E72BFE65}" type="presParOf" srcId="{FA92F5CD-2800-48FA-8AF1-22B3F6798CF7}" destId="{57FE7B00-ADF8-41EF-BB72-3FFD10C95F11}" srcOrd="0" destOrd="0" presId="urn:microsoft.com/office/officeart/2008/layout/LinedList"/>
    <dgm:cxn modelId="{4EE926AD-6107-4CBA-8B65-275C786ECAA1}" type="presParOf" srcId="{FA92F5CD-2800-48FA-8AF1-22B3F6798CF7}" destId="{A8B6BE1C-3801-4F38-90DE-07DDC10B5D1D}" srcOrd="1" destOrd="0" presId="urn:microsoft.com/office/officeart/2008/layout/LinedList"/>
    <dgm:cxn modelId="{BFBBF23D-3FBA-45B0-9972-DDC403930D02}" type="presParOf" srcId="{A8B6BE1C-3801-4F38-90DE-07DDC10B5D1D}" destId="{F381824B-C4DD-4616-A134-B9B95ECD4DAF}" srcOrd="0" destOrd="0" presId="urn:microsoft.com/office/officeart/2008/layout/LinedList"/>
    <dgm:cxn modelId="{0744508D-F5CA-4BC5-BE7D-06BD8011B582}" type="presParOf" srcId="{A8B6BE1C-3801-4F38-90DE-07DDC10B5D1D}" destId="{93A52D95-9AB1-4635-A414-FC5B80F995AB}" srcOrd="1" destOrd="0" presId="urn:microsoft.com/office/officeart/2008/layout/LinedList"/>
    <dgm:cxn modelId="{887B13FB-0500-43CD-AA97-B53FC72714B0}" type="presParOf" srcId="{93A52D95-9AB1-4635-A414-FC5B80F995AB}" destId="{792B3732-53CD-493F-B88A-F50801A33238}" srcOrd="0" destOrd="0" presId="urn:microsoft.com/office/officeart/2008/layout/LinedList"/>
    <dgm:cxn modelId="{855FC222-8A07-46F5-B893-AD1C6A740F56}" type="presParOf" srcId="{93A52D95-9AB1-4635-A414-FC5B80F995AB}" destId="{2FC13AA8-327E-40F9-A249-37CCEA5D53AA}" srcOrd="1" destOrd="0" presId="urn:microsoft.com/office/officeart/2008/layout/LinedList"/>
    <dgm:cxn modelId="{23AB4686-4626-46AA-9150-284601C1D6BD}" type="presParOf" srcId="{93A52D95-9AB1-4635-A414-FC5B80F995AB}" destId="{686F9465-52A0-48E5-9770-A886D32BD04C}" srcOrd="2" destOrd="0" presId="urn:microsoft.com/office/officeart/2008/layout/LinedList"/>
    <dgm:cxn modelId="{6BA65076-D646-4CDA-8F67-F5835ACDEC54}" type="presParOf" srcId="{A8B6BE1C-3801-4F38-90DE-07DDC10B5D1D}" destId="{40642FCA-FC8F-42A3-8641-B6A49C6DE02A}" srcOrd="2" destOrd="0" presId="urn:microsoft.com/office/officeart/2008/layout/LinedList"/>
    <dgm:cxn modelId="{07172CB0-C068-4DAE-9A45-3D897BABE341}" type="presParOf" srcId="{A8B6BE1C-3801-4F38-90DE-07DDC10B5D1D}" destId="{9856CC8F-50E3-4227-8A02-7081E133AA3F}" srcOrd="3" destOrd="0" presId="urn:microsoft.com/office/officeart/2008/layout/LinedList"/>
    <dgm:cxn modelId="{E80649A0-0323-4DCD-9964-64D73904AEB4}" type="presParOf" srcId="{A8B6BE1C-3801-4F38-90DE-07DDC10B5D1D}" destId="{96CE6C7C-1BE7-4198-A5BD-02C0526A0B3D}" srcOrd="4" destOrd="0" presId="urn:microsoft.com/office/officeart/2008/layout/LinedList"/>
    <dgm:cxn modelId="{5CAC9855-A0AF-40B4-AFE0-E36C7CE968E5}" type="presParOf" srcId="{96CE6C7C-1BE7-4198-A5BD-02C0526A0B3D}" destId="{41991191-C4CD-4EB2-B42A-E7EEFC5503D9}" srcOrd="0" destOrd="0" presId="urn:microsoft.com/office/officeart/2008/layout/LinedList"/>
    <dgm:cxn modelId="{07CA064D-D893-438A-B284-C7FA206EC62D}" type="presParOf" srcId="{96CE6C7C-1BE7-4198-A5BD-02C0526A0B3D}" destId="{0390DDEE-05C8-4199-ACAF-84EF32892967}" srcOrd="1" destOrd="0" presId="urn:microsoft.com/office/officeart/2008/layout/LinedList"/>
    <dgm:cxn modelId="{3E7FB98B-DFC5-4D27-B87C-79055DA34C29}" type="presParOf" srcId="{96CE6C7C-1BE7-4198-A5BD-02C0526A0B3D}" destId="{94F12B14-7AA4-43E4-9A90-644E354610B7}" srcOrd="2" destOrd="0" presId="urn:microsoft.com/office/officeart/2008/layout/LinedList"/>
    <dgm:cxn modelId="{40EC6828-7A54-496E-91A6-E06183CFF3C9}" type="presParOf" srcId="{A8B6BE1C-3801-4F38-90DE-07DDC10B5D1D}" destId="{845B2CB1-E8AB-4946-BF1B-3C53E91A6F85}" srcOrd="5" destOrd="0" presId="urn:microsoft.com/office/officeart/2008/layout/LinedList"/>
    <dgm:cxn modelId="{6B661F88-A427-4DE2-A761-1CB9E68CB8E7}" type="presParOf" srcId="{A8B6BE1C-3801-4F38-90DE-07DDC10B5D1D}" destId="{3501CA70-D180-403B-8633-D18A38389DDC}" srcOrd="6" destOrd="0" presId="urn:microsoft.com/office/officeart/2008/layout/LinedList"/>
    <dgm:cxn modelId="{512D0C11-68D2-4CB6-BE7B-17DD2A2F4958}" type="presParOf" srcId="{A8B6BE1C-3801-4F38-90DE-07DDC10B5D1D}" destId="{9307210E-7A5B-4FF7-A934-0A663C5F1B8A}" srcOrd="7" destOrd="0" presId="urn:microsoft.com/office/officeart/2008/layout/LinedList"/>
    <dgm:cxn modelId="{3044DFDA-C9A6-48B7-9F6B-92B18D4EC9C7}" type="presParOf" srcId="{9307210E-7A5B-4FF7-A934-0A663C5F1B8A}" destId="{FD4BEB51-06C9-41D3-BA29-D3D02797120D}" srcOrd="0" destOrd="0" presId="urn:microsoft.com/office/officeart/2008/layout/LinedList"/>
    <dgm:cxn modelId="{755F32A3-9735-41FB-BA30-453340B2447C}" type="presParOf" srcId="{9307210E-7A5B-4FF7-A934-0A663C5F1B8A}" destId="{02DADA69-E919-42DF-89B3-11D13B5C621C}" srcOrd="1" destOrd="0" presId="urn:microsoft.com/office/officeart/2008/layout/LinedList"/>
    <dgm:cxn modelId="{D649D6EF-C38A-449A-8FC6-9B887C244AB0}" type="presParOf" srcId="{9307210E-7A5B-4FF7-A934-0A663C5F1B8A}" destId="{2ADBE043-3A76-4172-ADBE-176CEFB71C65}" srcOrd="2" destOrd="0" presId="urn:microsoft.com/office/officeart/2008/layout/LinedList"/>
    <dgm:cxn modelId="{8F4C14BE-7FD9-4D53-950E-C92717440DCE}" type="presParOf" srcId="{A8B6BE1C-3801-4F38-90DE-07DDC10B5D1D}" destId="{460269A5-6D78-42DC-A3F9-627BA11DECEB}" srcOrd="8" destOrd="0" presId="urn:microsoft.com/office/officeart/2008/layout/LinedList"/>
    <dgm:cxn modelId="{1D0189F8-B930-4905-B0EC-DFDB5C3696FA}" type="presParOf" srcId="{A8B6BE1C-3801-4F38-90DE-07DDC10B5D1D}" destId="{36F81687-D2EA-4C40-907A-FC4A1C4DB9C7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2C83B7-40ED-4356-BDD5-9146AC94B9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3FDEC8-CE42-43EF-BC22-EDDA9BE0D30A}">
      <dgm:prSet/>
      <dgm:spPr/>
      <dgm:t>
        <a:bodyPr/>
        <a:lstStyle/>
        <a:p>
          <a:r>
            <a:rPr lang="en-US"/>
            <a:t>Suspension of charged particle in liquid medium</a:t>
          </a:r>
        </a:p>
      </dgm:t>
    </dgm:pt>
    <dgm:pt modelId="{4E8A69F8-01DB-405F-8485-FBD8702209FE}" type="parTrans" cxnId="{6579A94A-64F9-453F-B79D-58A3C4A57E1B}">
      <dgm:prSet/>
      <dgm:spPr/>
      <dgm:t>
        <a:bodyPr/>
        <a:lstStyle/>
        <a:p>
          <a:endParaRPr lang="en-US"/>
        </a:p>
      </dgm:t>
    </dgm:pt>
    <dgm:pt modelId="{2DDE4CB0-D0A8-452C-9DB3-4F4EAF3681F6}" type="sibTrans" cxnId="{6579A94A-64F9-453F-B79D-58A3C4A57E1B}">
      <dgm:prSet/>
      <dgm:spPr/>
      <dgm:t>
        <a:bodyPr/>
        <a:lstStyle/>
        <a:p>
          <a:endParaRPr lang="en-US"/>
        </a:p>
      </dgm:t>
    </dgm:pt>
    <dgm:pt modelId="{35B21365-5706-4E5F-8286-16C7FEE6A1BC}">
      <dgm:prSet/>
      <dgm:spPr/>
      <dgm:t>
        <a:bodyPr/>
        <a:lstStyle/>
        <a:p>
          <a:r>
            <a:rPr lang="en-US"/>
            <a:t>Application of electric field</a:t>
          </a:r>
        </a:p>
      </dgm:t>
    </dgm:pt>
    <dgm:pt modelId="{7A1B6074-BEFD-4B0C-91A7-ECE77D81E65A}" type="parTrans" cxnId="{722360A8-ECEB-45F9-9117-3B32F55A7EFC}">
      <dgm:prSet/>
      <dgm:spPr/>
      <dgm:t>
        <a:bodyPr/>
        <a:lstStyle/>
        <a:p>
          <a:endParaRPr lang="en-US"/>
        </a:p>
      </dgm:t>
    </dgm:pt>
    <dgm:pt modelId="{60BE09C1-6BF9-4A77-ABFD-34488551F27B}" type="sibTrans" cxnId="{722360A8-ECEB-45F9-9117-3B32F55A7EFC}">
      <dgm:prSet/>
      <dgm:spPr/>
      <dgm:t>
        <a:bodyPr/>
        <a:lstStyle/>
        <a:p>
          <a:endParaRPr lang="en-US"/>
        </a:p>
      </dgm:t>
    </dgm:pt>
    <dgm:pt modelId="{66FB34A7-3CD9-4D37-9549-06DCAB449DF4}">
      <dgm:prSet/>
      <dgm:spPr/>
      <dgm:t>
        <a:bodyPr/>
        <a:lstStyle/>
        <a:p>
          <a:r>
            <a:rPr lang="en-US"/>
            <a:t>Migration of charged particle toward oppositely charged electrode</a:t>
          </a:r>
        </a:p>
      </dgm:t>
    </dgm:pt>
    <dgm:pt modelId="{188EB880-E958-4EEE-93A4-1D06A1580A4F}" type="parTrans" cxnId="{193B1B71-DB5D-4891-8E51-94A756B9C073}">
      <dgm:prSet/>
      <dgm:spPr/>
      <dgm:t>
        <a:bodyPr/>
        <a:lstStyle/>
        <a:p>
          <a:endParaRPr lang="en-US"/>
        </a:p>
      </dgm:t>
    </dgm:pt>
    <dgm:pt modelId="{807C9462-D47F-4D26-B49F-435F37072204}" type="sibTrans" cxnId="{193B1B71-DB5D-4891-8E51-94A756B9C073}">
      <dgm:prSet/>
      <dgm:spPr/>
      <dgm:t>
        <a:bodyPr/>
        <a:lstStyle/>
        <a:p>
          <a:endParaRPr lang="en-US"/>
        </a:p>
      </dgm:t>
    </dgm:pt>
    <dgm:pt modelId="{DAADC95D-71F7-4505-B7AA-F9DE05431120}">
      <dgm:prSet/>
      <dgm:spPr/>
      <dgm:t>
        <a:bodyPr/>
        <a:lstStyle/>
        <a:p>
          <a:r>
            <a:rPr lang="en-US"/>
            <a:t>Accumulation at electrode surface</a:t>
          </a:r>
        </a:p>
      </dgm:t>
    </dgm:pt>
    <dgm:pt modelId="{37235B1F-BDD6-49A5-86DA-5773CF85FAB3}" type="parTrans" cxnId="{B8C5BEFA-7D62-4870-9F72-DFD50C8C4653}">
      <dgm:prSet/>
      <dgm:spPr/>
      <dgm:t>
        <a:bodyPr/>
        <a:lstStyle/>
        <a:p>
          <a:endParaRPr lang="en-US"/>
        </a:p>
      </dgm:t>
    </dgm:pt>
    <dgm:pt modelId="{D2AA259C-660E-49D4-8A01-D203B62E1DE7}" type="sibTrans" cxnId="{B8C5BEFA-7D62-4870-9F72-DFD50C8C4653}">
      <dgm:prSet/>
      <dgm:spPr/>
      <dgm:t>
        <a:bodyPr/>
        <a:lstStyle/>
        <a:p>
          <a:endParaRPr lang="en-US"/>
        </a:p>
      </dgm:t>
    </dgm:pt>
    <dgm:pt modelId="{C762199C-3E45-4703-9C66-3A2E50E02B83}">
      <dgm:prSet/>
      <dgm:spPr/>
      <dgm:t>
        <a:bodyPr/>
        <a:lstStyle/>
        <a:p>
          <a:r>
            <a:rPr lang="en-US"/>
            <a:t>Particle deposition &amp; film formation</a:t>
          </a:r>
        </a:p>
      </dgm:t>
    </dgm:pt>
    <dgm:pt modelId="{3884FD1E-2402-409E-8545-61875855122C}" type="parTrans" cxnId="{AD228D86-3997-4DD2-B48C-B7ADAC6369D1}">
      <dgm:prSet/>
      <dgm:spPr/>
      <dgm:t>
        <a:bodyPr/>
        <a:lstStyle/>
        <a:p>
          <a:endParaRPr lang="en-US"/>
        </a:p>
      </dgm:t>
    </dgm:pt>
    <dgm:pt modelId="{6AC8D2F7-C015-4DD4-9787-8C191B1992CB}" type="sibTrans" cxnId="{AD228D86-3997-4DD2-B48C-B7ADAC6369D1}">
      <dgm:prSet/>
      <dgm:spPr/>
      <dgm:t>
        <a:bodyPr/>
        <a:lstStyle/>
        <a:p>
          <a:endParaRPr lang="en-US"/>
        </a:p>
      </dgm:t>
    </dgm:pt>
    <dgm:pt modelId="{114D3B00-352E-472B-848E-89D31F54FD56}">
      <dgm:prSet/>
      <dgm:spPr/>
      <dgm:t>
        <a:bodyPr/>
        <a:lstStyle/>
        <a:p>
          <a:r>
            <a:rPr lang="en-US"/>
            <a:t>Applicable to </a:t>
          </a:r>
          <a:r>
            <a:rPr lang="en-US">
              <a:latin typeface="Neue Haas Grotesk Text Pro"/>
            </a:rPr>
            <a:t>electrically</a:t>
          </a:r>
          <a:r>
            <a:rPr lang="en-US"/>
            <a:t> conductive surface</a:t>
          </a:r>
        </a:p>
      </dgm:t>
    </dgm:pt>
    <dgm:pt modelId="{94A21741-68AF-49D4-9A9C-1487FC6A2A8C}" type="parTrans" cxnId="{22710FF2-2CF5-468A-955D-89EF0334F11C}">
      <dgm:prSet/>
      <dgm:spPr/>
      <dgm:t>
        <a:bodyPr/>
        <a:lstStyle/>
        <a:p>
          <a:endParaRPr lang="en-US"/>
        </a:p>
      </dgm:t>
    </dgm:pt>
    <dgm:pt modelId="{C7C4ED7C-D731-43AB-8CC9-B42D083CC17B}" type="sibTrans" cxnId="{22710FF2-2CF5-468A-955D-89EF0334F11C}">
      <dgm:prSet/>
      <dgm:spPr/>
      <dgm:t>
        <a:bodyPr/>
        <a:lstStyle/>
        <a:p>
          <a:endParaRPr lang="en-US"/>
        </a:p>
      </dgm:t>
    </dgm:pt>
    <dgm:pt modelId="{3B0DDA1E-5E20-4835-8EF9-0D18C25078D3}" type="pres">
      <dgm:prSet presAssocID="{5B2C83B7-40ED-4356-BDD5-9146AC94B9C0}" presName="root" presStyleCnt="0">
        <dgm:presLayoutVars>
          <dgm:dir/>
          <dgm:resizeHandles val="exact"/>
        </dgm:presLayoutVars>
      </dgm:prSet>
      <dgm:spPr/>
    </dgm:pt>
    <dgm:pt modelId="{B60F36BC-EF41-42CE-8A55-F5522C24CF44}" type="pres">
      <dgm:prSet presAssocID="{CB3FDEC8-CE42-43EF-BC22-EDDA9BE0D30A}" presName="compNode" presStyleCnt="0"/>
      <dgm:spPr/>
    </dgm:pt>
    <dgm:pt modelId="{9B69DC36-939E-4167-8142-0782DD3B0069}" type="pres">
      <dgm:prSet presAssocID="{CB3FDEC8-CE42-43EF-BC22-EDDA9BE0D30A}" presName="bgRect" presStyleLbl="bgShp" presStyleIdx="0" presStyleCnt="6"/>
      <dgm:spPr/>
    </dgm:pt>
    <dgm:pt modelId="{43982ED3-B0F0-4FAE-90E9-C212C29F1163}" type="pres">
      <dgm:prSet presAssocID="{CB3FDEC8-CE42-43EF-BC22-EDDA9BE0D30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C8017337-41BC-4389-9789-2228F25ABF61}" type="pres">
      <dgm:prSet presAssocID="{CB3FDEC8-CE42-43EF-BC22-EDDA9BE0D30A}" presName="spaceRect" presStyleCnt="0"/>
      <dgm:spPr/>
    </dgm:pt>
    <dgm:pt modelId="{9F4B17C2-6129-42CC-A790-993F1BA56D8C}" type="pres">
      <dgm:prSet presAssocID="{CB3FDEC8-CE42-43EF-BC22-EDDA9BE0D30A}" presName="parTx" presStyleLbl="revTx" presStyleIdx="0" presStyleCnt="6">
        <dgm:presLayoutVars>
          <dgm:chMax val="0"/>
          <dgm:chPref val="0"/>
        </dgm:presLayoutVars>
      </dgm:prSet>
      <dgm:spPr/>
    </dgm:pt>
    <dgm:pt modelId="{551A14D5-4E2F-4AC0-8508-0D2BF66FF601}" type="pres">
      <dgm:prSet presAssocID="{2DDE4CB0-D0A8-452C-9DB3-4F4EAF3681F6}" presName="sibTrans" presStyleCnt="0"/>
      <dgm:spPr/>
    </dgm:pt>
    <dgm:pt modelId="{7EF16DEA-FB8D-40B7-BBE9-3B263CBC1B2D}" type="pres">
      <dgm:prSet presAssocID="{35B21365-5706-4E5F-8286-16C7FEE6A1BC}" presName="compNode" presStyleCnt="0"/>
      <dgm:spPr/>
    </dgm:pt>
    <dgm:pt modelId="{815A25DE-2AA1-417B-9772-F99192662EC6}" type="pres">
      <dgm:prSet presAssocID="{35B21365-5706-4E5F-8286-16C7FEE6A1BC}" presName="bgRect" presStyleLbl="bgShp" presStyleIdx="1" presStyleCnt="6"/>
      <dgm:spPr/>
    </dgm:pt>
    <dgm:pt modelId="{02B4EFAC-4DA8-4681-9969-852D9781703A}" type="pres">
      <dgm:prSet presAssocID="{35B21365-5706-4E5F-8286-16C7FEE6A1B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0726A02E-99E0-4524-9497-307673700FDB}" type="pres">
      <dgm:prSet presAssocID="{35B21365-5706-4E5F-8286-16C7FEE6A1BC}" presName="spaceRect" presStyleCnt="0"/>
      <dgm:spPr/>
    </dgm:pt>
    <dgm:pt modelId="{C163A805-6215-4859-8F92-E8C326FBBBCB}" type="pres">
      <dgm:prSet presAssocID="{35B21365-5706-4E5F-8286-16C7FEE6A1BC}" presName="parTx" presStyleLbl="revTx" presStyleIdx="1" presStyleCnt="6">
        <dgm:presLayoutVars>
          <dgm:chMax val="0"/>
          <dgm:chPref val="0"/>
        </dgm:presLayoutVars>
      </dgm:prSet>
      <dgm:spPr/>
    </dgm:pt>
    <dgm:pt modelId="{258F486C-CAD2-4E93-A6FB-5B19BA31EBAC}" type="pres">
      <dgm:prSet presAssocID="{60BE09C1-6BF9-4A77-ABFD-34488551F27B}" presName="sibTrans" presStyleCnt="0"/>
      <dgm:spPr/>
    </dgm:pt>
    <dgm:pt modelId="{7892E366-FB7E-4439-9AF3-0502CB1D8332}" type="pres">
      <dgm:prSet presAssocID="{66FB34A7-3CD9-4D37-9549-06DCAB449DF4}" presName="compNode" presStyleCnt="0"/>
      <dgm:spPr/>
    </dgm:pt>
    <dgm:pt modelId="{BF036ADE-49F6-4F64-AB02-0D06540A16B6}" type="pres">
      <dgm:prSet presAssocID="{66FB34A7-3CD9-4D37-9549-06DCAB449DF4}" presName="bgRect" presStyleLbl="bgShp" presStyleIdx="2" presStyleCnt="6"/>
      <dgm:spPr/>
    </dgm:pt>
    <dgm:pt modelId="{E7193C9D-B100-4C84-AA4C-F02F158E43BD}" type="pres">
      <dgm:prSet presAssocID="{66FB34A7-3CD9-4D37-9549-06DCAB449DF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5D893FF-DADE-4BF1-AF51-66F2C696A79B}" type="pres">
      <dgm:prSet presAssocID="{66FB34A7-3CD9-4D37-9549-06DCAB449DF4}" presName="spaceRect" presStyleCnt="0"/>
      <dgm:spPr/>
    </dgm:pt>
    <dgm:pt modelId="{E41DE053-8039-4B39-BE66-19EC339C4FFE}" type="pres">
      <dgm:prSet presAssocID="{66FB34A7-3CD9-4D37-9549-06DCAB449DF4}" presName="parTx" presStyleLbl="revTx" presStyleIdx="2" presStyleCnt="6">
        <dgm:presLayoutVars>
          <dgm:chMax val="0"/>
          <dgm:chPref val="0"/>
        </dgm:presLayoutVars>
      </dgm:prSet>
      <dgm:spPr/>
    </dgm:pt>
    <dgm:pt modelId="{E1D58056-3A8E-401B-ABE9-2F696759090D}" type="pres">
      <dgm:prSet presAssocID="{807C9462-D47F-4D26-B49F-435F37072204}" presName="sibTrans" presStyleCnt="0"/>
      <dgm:spPr/>
    </dgm:pt>
    <dgm:pt modelId="{00BB0263-6334-4437-8B0F-9F81A80D7AF2}" type="pres">
      <dgm:prSet presAssocID="{DAADC95D-71F7-4505-B7AA-F9DE05431120}" presName="compNode" presStyleCnt="0"/>
      <dgm:spPr/>
    </dgm:pt>
    <dgm:pt modelId="{6FF5E7B9-CEE2-432A-944A-EE1D68B96EF3}" type="pres">
      <dgm:prSet presAssocID="{DAADC95D-71F7-4505-B7AA-F9DE05431120}" presName="bgRect" presStyleLbl="bgShp" presStyleIdx="3" presStyleCnt="6"/>
      <dgm:spPr/>
    </dgm:pt>
    <dgm:pt modelId="{F63AF05A-7229-4902-B632-62FA480B3D51}" type="pres">
      <dgm:prSet presAssocID="{DAADC95D-71F7-4505-B7AA-F9DE0543112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7948CC-AF7D-4FDB-AD1D-00B6BF0295E2}" type="pres">
      <dgm:prSet presAssocID="{DAADC95D-71F7-4505-B7AA-F9DE05431120}" presName="spaceRect" presStyleCnt="0"/>
      <dgm:spPr/>
    </dgm:pt>
    <dgm:pt modelId="{54469CD9-EB4A-4BCE-B40F-9E6BE5F416A4}" type="pres">
      <dgm:prSet presAssocID="{DAADC95D-71F7-4505-B7AA-F9DE05431120}" presName="parTx" presStyleLbl="revTx" presStyleIdx="3" presStyleCnt="6">
        <dgm:presLayoutVars>
          <dgm:chMax val="0"/>
          <dgm:chPref val="0"/>
        </dgm:presLayoutVars>
      </dgm:prSet>
      <dgm:spPr/>
    </dgm:pt>
    <dgm:pt modelId="{55B94B46-763F-46CF-B698-B4FDD019ECDA}" type="pres">
      <dgm:prSet presAssocID="{D2AA259C-660E-49D4-8A01-D203B62E1DE7}" presName="sibTrans" presStyleCnt="0"/>
      <dgm:spPr/>
    </dgm:pt>
    <dgm:pt modelId="{18C3D237-BDCC-4A64-A807-1FB6DAC53CF7}" type="pres">
      <dgm:prSet presAssocID="{C762199C-3E45-4703-9C66-3A2E50E02B83}" presName="compNode" presStyleCnt="0"/>
      <dgm:spPr/>
    </dgm:pt>
    <dgm:pt modelId="{086C58D4-9579-4872-8D19-88427C04A439}" type="pres">
      <dgm:prSet presAssocID="{C762199C-3E45-4703-9C66-3A2E50E02B83}" presName="bgRect" presStyleLbl="bgShp" presStyleIdx="4" presStyleCnt="6"/>
      <dgm:spPr/>
    </dgm:pt>
    <dgm:pt modelId="{1EBCFC83-1FB7-43EC-A0C5-8CE48C293DAE}" type="pres">
      <dgm:prSet presAssocID="{C762199C-3E45-4703-9C66-3A2E50E02B8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49685AC6-3D33-4973-9F96-5F33F07BA21D}" type="pres">
      <dgm:prSet presAssocID="{C762199C-3E45-4703-9C66-3A2E50E02B83}" presName="spaceRect" presStyleCnt="0"/>
      <dgm:spPr/>
    </dgm:pt>
    <dgm:pt modelId="{2F5CC5A0-1E40-46E4-8015-EB7652097968}" type="pres">
      <dgm:prSet presAssocID="{C762199C-3E45-4703-9C66-3A2E50E02B83}" presName="parTx" presStyleLbl="revTx" presStyleIdx="4" presStyleCnt="6">
        <dgm:presLayoutVars>
          <dgm:chMax val="0"/>
          <dgm:chPref val="0"/>
        </dgm:presLayoutVars>
      </dgm:prSet>
      <dgm:spPr/>
    </dgm:pt>
    <dgm:pt modelId="{645F3F11-7477-4227-93D7-CDB409256FA2}" type="pres">
      <dgm:prSet presAssocID="{6AC8D2F7-C015-4DD4-9787-8C191B1992CB}" presName="sibTrans" presStyleCnt="0"/>
      <dgm:spPr/>
    </dgm:pt>
    <dgm:pt modelId="{C5114DC4-D60B-4C5A-A99C-90D4B7E703AE}" type="pres">
      <dgm:prSet presAssocID="{114D3B00-352E-472B-848E-89D31F54FD56}" presName="compNode" presStyleCnt="0"/>
      <dgm:spPr/>
    </dgm:pt>
    <dgm:pt modelId="{4ECB01AD-DE91-4450-B691-655F73E8E13D}" type="pres">
      <dgm:prSet presAssocID="{114D3B00-352E-472B-848E-89D31F54FD56}" presName="bgRect" presStyleLbl="bgShp" presStyleIdx="5" presStyleCnt="6"/>
      <dgm:spPr/>
    </dgm:pt>
    <dgm:pt modelId="{43450063-1EFF-464F-87FD-0DA2C8C26CA4}" type="pres">
      <dgm:prSet presAssocID="{114D3B00-352E-472B-848E-89D31F54FD5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DB1BBBA-7023-4757-8D3B-4960E2E17676}" type="pres">
      <dgm:prSet presAssocID="{114D3B00-352E-472B-848E-89D31F54FD56}" presName="spaceRect" presStyleCnt="0"/>
      <dgm:spPr/>
    </dgm:pt>
    <dgm:pt modelId="{6B4CBED7-8DF4-4838-A458-FA35B06992F5}" type="pres">
      <dgm:prSet presAssocID="{114D3B00-352E-472B-848E-89D31F54FD5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A180703-4DFF-416F-9268-83F87C15E47F}" type="presOf" srcId="{DAADC95D-71F7-4505-B7AA-F9DE05431120}" destId="{54469CD9-EB4A-4BCE-B40F-9E6BE5F416A4}" srcOrd="0" destOrd="0" presId="urn:microsoft.com/office/officeart/2018/2/layout/IconVerticalSolidList"/>
    <dgm:cxn modelId="{A729592B-49CF-4FD5-8D86-66EAFCA148EF}" type="presOf" srcId="{5B2C83B7-40ED-4356-BDD5-9146AC94B9C0}" destId="{3B0DDA1E-5E20-4835-8EF9-0D18C25078D3}" srcOrd="0" destOrd="0" presId="urn:microsoft.com/office/officeart/2018/2/layout/IconVerticalSolidList"/>
    <dgm:cxn modelId="{A4556C6A-AA17-4CFB-8D43-836DAAF1C12D}" type="presOf" srcId="{35B21365-5706-4E5F-8286-16C7FEE6A1BC}" destId="{C163A805-6215-4859-8F92-E8C326FBBBCB}" srcOrd="0" destOrd="0" presId="urn:microsoft.com/office/officeart/2018/2/layout/IconVerticalSolidList"/>
    <dgm:cxn modelId="{6579A94A-64F9-453F-B79D-58A3C4A57E1B}" srcId="{5B2C83B7-40ED-4356-BDD5-9146AC94B9C0}" destId="{CB3FDEC8-CE42-43EF-BC22-EDDA9BE0D30A}" srcOrd="0" destOrd="0" parTransId="{4E8A69F8-01DB-405F-8485-FBD8702209FE}" sibTransId="{2DDE4CB0-D0A8-452C-9DB3-4F4EAF3681F6}"/>
    <dgm:cxn modelId="{0A9D0D4C-201C-4C47-A323-8A435C115786}" type="presOf" srcId="{C762199C-3E45-4703-9C66-3A2E50E02B83}" destId="{2F5CC5A0-1E40-46E4-8015-EB7652097968}" srcOrd="0" destOrd="0" presId="urn:microsoft.com/office/officeart/2018/2/layout/IconVerticalSolidList"/>
    <dgm:cxn modelId="{193B1B71-DB5D-4891-8E51-94A756B9C073}" srcId="{5B2C83B7-40ED-4356-BDD5-9146AC94B9C0}" destId="{66FB34A7-3CD9-4D37-9549-06DCAB449DF4}" srcOrd="2" destOrd="0" parTransId="{188EB880-E958-4EEE-93A4-1D06A1580A4F}" sibTransId="{807C9462-D47F-4D26-B49F-435F37072204}"/>
    <dgm:cxn modelId="{AD228D86-3997-4DD2-B48C-B7ADAC6369D1}" srcId="{5B2C83B7-40ED-4356-BDD5-9146AC94B9C0}" destId="{C762199C-3E45-4703-9C66-3A2E50E02B83}" srcOrd="4" destOrd="0" parTransId="{3884FD1E-2402-409E-8545-61875855122C}" sibTransId="{6AC8D2F7-C015-4DD4-9787-8C191B1992CB}"/>
    <dgm:cxn modelId="{722360A8-ECEB-45F9-9117-3B32F55A7EFC}" srcId="{5B2C83B7-40ED-4356-BDD5-9146AC94B9C0}" destId="{35B21365-5706-4E5F-8286-16C7FEE6A1BC}" srcOrd="1" destOrd="0" parTransId="{7A1B6074-BEFD-4B0C-91A7-ECE77D81E65A}" sibTransId="{60BE09C1-6BF9-4A77-ABFD-34488551F27B}"/>
    <dgm:cxn modelId="{1B0704D0-4C1B-4B31-A7BB-D814183C4178}" type="presOf" srcId="{66FB34A7-3CD9-4D37-9549-06DCAB449DF4}" destId="{E41DE053-8039-4B39-BE66-19EC339C4FFE}" srcOrd="0" destOrd="0" presId="urn:microsoft.com/office/officeart/2018/2/layout/IconVerticalSolidList"/>
    <dgm:cxn modelId="{C89931D6-D4B9-48B1-BD13-E03E5D20203C}" type="presOf" srcId="{114D3B00-352E-472B-848E-89D31F54FD56}" destId="{6B4CBED7-8DF4-4838-A458-FA35B06992F5}" srcOrd="0" destOrd="0" presId="urn:microsoft.com/office/officeart/2018/2/layout/IconVerticalSolidList"/>
    <dgm:cxn modelId="{22710FF2-2CF5-468A-955D-89EF0334F11C}" srcId="{5B2C83B7-40ED-4356-BDD5-9146AC94B9C0}" destId="{114D3B00-352E-472B-848E-89D31F54FD56}" srcOrd="5" destOrd="0" parTransId="{94A21741-68AF-49D4-9A9C-1487FC6A2A8C}" sibTransId="{C7C4ED7C-D731-43AB-8CC9-B42D083CC17B}"/>
    <dgm:cxn modelId="{0DCE4FF9-0CEE-4F0E-A5FF-24D18E53A88B}" type="presOf" srcId="{CB3FDEC8-CE42-43EF-BC22-EDDA9BE0D30A}" destId="{9F4B17C2-6129-42CC-A790-993F1BA56D8C}" srcOrd="0" destOrd="0" presId="urn:microsoft.com/office/officeart/2018/2/layout/IconVerticalSolidList"/>
    <dgm:cxn modelId="{B8C5BEFA-7D62-4870-9F72-DFD50C8C4653}" srcId="{5B2C83B7-40ED-4356-BDD5-9146AC94B9C0}" destId="{DAADC95D-71F7-4505-B7AA-F9DE05431120}" srcOrd="3" destOrd="0" parTransId="{37235B1F-BDD6-49A5-86DA-5773CF85FAB3}" sibTransId="{D2AA259C-660E-49D4-8A01-D203B62E1DE7}"/>
    <dgm:cxn modelId="{5192A6C1-1837-46E8-B443-C7A0A579BCF5}" type="presParOf" srcId="{3B0DDA1E-5E20-4835-8EF9-0D18C25078D3}" destId="{B60F36BC-EF41-42CE-8A55-F5522C24CF44}" srcOrd="0" destOrd="0" presId="urn:microsoft.com/office/officeart/2018/2/layout/IconVerticalSolidList"/>
    <dgm:cxn modelId="{24152290-07EF-4FD3-8739-3A49082EA174}" type="presParOf" srcId="{B60F36BC-EF41-42CE-8A55-F5522C24CF44}" destId="{9B69DC36-939E-4167-8142-0782DD3B0069}" srcOrd="0" destOrd="0" presId="urn:microsoft.com/office/officeart/2018/2/layout/IconVerticalSolidList"/>
    <dgm:cxn modelId="{A192A313-5C61-47F6-B338-495D7DE185A6}" type="presParOf" srcId="{B60F36BC-EF41-42CE-8A55-F5522C24CF44}" destId="{43982ED3-B0F0-4FAE-90E9-C212C29F1163}" srcOrd="1" destOrd="0" presId="urn:microsoft.com/office/officeart/2018/2/layout/IconVerticalSolidList"/>
    <dgm:cxn modelId="{2CF112F9-2C10-4385-83D8-A533FC4427D2}" type="presParOf" srcId="{B60F36BC-EF41-42CE-8A55-F5522C24CF44}" destId="{C8017337-41BC-4389-9789-2228F25ABF61}" srcOrd="2" destOrd="0" presId="urn:microsoft.com/office/officeart/2018/2/layout/IconVerticalSolidList"/>
    <dgm:cxn modelId="{47729424-D2FE-4D2E-B800-EEC18C1DF20F}" type="presParOf" srcId="{B60F36BC-EF41-42CE-8A55-F5522C24CF44}" destId="{9F4B17C2-6129-42CC-A790-993F1BA56D8C}" srcOrd="3" destOrd="0" presId="urn:microsoft.com/office/officeart/2018/2/layout/IconVerticalSolidList"/>
    <dgm:cxn modelId="{8783B021-E400-40AF-A837-A5F4F9F58FF9}" type="presParOf" srcId="{3B0DDA1E-5E20-4835-8EF9-0D18C25078D3}" destId="{551A14D5-4E2F-4AC0-8508-0D2BF66FF601}" srcOrd="1" destOrd="0" presId="urn:microsoft.com/office/officeart/2018/2/layout/IconVerticalSolidList"/>
    <dgm:cxn modelId="{A5ECEC50-F9A6-485D-BD01-5DDBBC289CDF}" type="presParOf" srcId="{3B0DDA1E-5E20-4835-8EF9-0D18C25078D3}" destId="{7EF16DEA-FB8D-40B7-BBE9-3B263CBC1B2D}" srcOrd="2" destOrd="0" presId="urn:microsoft.com/office/officeart/2018/2/layout/IconVerticalSolidList"/>
    <dgm:cxn modelId="{4C6EE6F4-0538-4F9D-BB4E-7AA9CEE607A7}" type="presParOf" srcId="{7EF16DEA-FB8D-40B7-BBE9-3B263CBC1B2D}" destId="{815A25DE-2AA1-417B-9772-F99192662EC6}" srcOrd="0" destOrd="0" presId="urn:microsoft.com/office/officeart/2018/2/layout/IconVerticalSolidList"/>
    <dgm:cxn modelId="{F559EBA1-CA09-4ED0-9283-AF0B798643B0}" type="presParOf" srcId="{7EF16DEA-FB8D-40B7-BBE9-3B263CBC1B2D}" destId="{02B4EFAC-4DA8-4681-9969-852D9781703A}" srcOrd="1" destOrd="0" presId="urn:microsoft.com/office/officeart/2018/2/layout/IconVerticalSolidList"/>
    <dgm:cxn modelId="{DFFA3C02-4D14-4753-BEA2-8B7E86A62E32}" type="presParOf" srcId="{7EF16DEA-FB8D-40B7-BBE9-3B263CBC1B2D}" destId="{0726A02E-99E0-4524-9497-307673700FDB}" srcOrd="2" destOrd="0" presId="urn:microsoft.com/office/officeart/2018/2/layout/IconVerticalSolidList"/>
    <dgm:cxn modelId="{C2F628DE-3C57-4927-A5A7-76BE39B626EB}" type="presParOf" srcId="{7EF16DEA-FB8D-40B7-BBE9-3B263CBC1B2D}" destId="{C163A805-6215-4859-8F92-E8C326FBBBCB}" srcOrd="3" destOrd="0" presId="urn:microsoft.com/office/officeart/2018/2/layout/IconVerticalSolidList"/>
    <dgm:cxn modelId="{E45FA353-888F-473C-8790-C4C66DBD4386}" type="presParOf" srcId="{3B0DDA1E-5E20-4835-8EF9-0D18C25078D3}" destId="{258F486C-CAD2-4E93-A6FB-5B19BA31EBAC}" srcOrd="3" destOrd="0" presId="urn:microsoft.com/office/officeart/2018/2/layout/IconVerticalSolidList"/>
    <dgm:cxn modelId="{6B55726F-E89B-4FF8-A2A9-D16EC66254EC}" type="presParOf" srcId="{3B0DDA1E-5E20-4835-8EF9-0D18C25078D3}" destId="{7892E366-FB7E-4439-9AF3-0502CB1D8332}" srcOrd="4" destOrd="0" presId="urn:microsoft.com/office/officeart/2018/2/layout/IconVerticalSolidList"/>
    <dgm:cxn modelId="{98C22DEC-7ABF-4FF7-8B85-6360D1A2813B}" type="presParOf" srcId="{7892E366-FB7E-4439-9AF3-0502CB1D8332}" destId="{BF036ADE-49F6-4F64-AB02-0D06540A16B6}" srcOrd="0" destOrd="0" presId="urn:microsoft.com/office/officeart/2018/2/layout/IconVerticalSolidList"/>
    <dgm:cxn modelId="{BDE9A4BD-70A5-4BEB-AB7E-63E679AA8864}" type="presParOf" srcId="{7892E366-FB7E-4439-9AF3-0502CB1D8332}" destId="{E7193C9D-B100-4C84-AA4C-F02F158E43BD}" srcOrd="1" destOrd="0" presId="urn:microsoft.com/office/officeart/2018/2/layout/IconVerticalSolidList"/>
    <dgm:cxn modelId="{7A505815-CD4E-4663-B0CC-05ED4F9497C6}" type="presParOf" srcId="{7892E366-FB7E-4439-9AF3-0502CB1D8332}" destId="{C5D893FF-DADE-4BF1-AF51-66F2C696A79B}" srcOrd="2" destOrd="0" presId="urn:microsoft.com/office/officeart/2018/2/layout/IconVerticalSolidList"/>
    <dgm:cxn modelId="{A08F2243-B9AE-4264-9086-81E77D314255}" type="presParOf" srcId="{7892E366-FB7E-4439-9AF3-0502CB1D8332}" destId="{E41DE053-8039-4B39-BE66-19EC339C4FFE}" srcOrd="3" destOrd="0" presId="urn:microsoft.com/office/officeart/2018/2/layout/IconVerticalSolidList"/>
    <dgm:cxn modelId="{45572946-5B6D-4D3B-AE5E-00B45D9B5287}" type="presParOf" srcId="{3B0DDA1E-5E20-4835-8EF9-0D18C25078D3}" destId="{E1D58056-3A8E-401B-ABE9-2F696759090D}" srcOrd="5" destOrd="0" presId="urn:microsoft.com/office/officeart/2018/2/layout/IconVerticalSolidList"/>
    <dgm:cxn modelId="{1F77C3B4-17F3-4A89-896F-4D70F94AD8B8}" type="presParOf" srcId="{3B0DDA1E-5E20-4835-8EF9-0D18C25078D3}" destId="{00BB0263-6334-4437-8B0F-9F81A80D7AF2}" srcOrd="6" destOrd="0" presId="urn:microsoft.com/office/officeart/2018/2/layout/IconVerticalSolidList"/>
    <dgm:cxn modelId="{9AC66477-9D41-493D-ACB9-39D5E9557B81}" type="presParOf" srcId="{00BB0263-6334-4437-8B0F-9F81A80D7AF2}" destId="{6FF5E7B9-CEE2-432A-944A-EE1D68B96EF3}" srcOrd="0" destOrd="0" presId="urn:microsoft.com/office/officeart/2018/2/layout/IconVerticalSolidList"/>
    <dgm:cxn modelId="{2A133CD7-64C4-496B-8722-D44415240486}" type="presParOf" srcId="{00BB0263-6334-4437-8B0F-9F81A80D7AF2}" destId="{F63AF05A-7229-4902-B632-62FA480B3D51}" srcOrd="1" destOrd="0" presId="urn:microsoft.com/office/officeart/2018/2/layout/IconVerticalSolidList"/>
    <dgm:cxn modelId="{43B21A52-A2C9-4288-B1AB-B8DE358654C2}" type="presParOf" srcId="{00BB0263-6334-4437-8B0F-9F81A80D7AF2}" destId="{507948CC-AF7D-4FDB-AD1D-00B6BF0295E2}" srcOrd="2" destOrd="0" presId="urn:microsoft.com/office/officeart/2018/2/layout/IconVerticalSolidList"/>
    <dgm:cxn modelId="{3E0B06C6-31B5-4D0F-80C2-13C620F9F437}" type="presParOf" srcId="{00BB0263-6334-4437-8B0F-9F81A80D7AF2}" destId="{54469CD9-EB4A-4BCE-B40F-9E6BE5F416A4}" srcOrd="3" destOrd="0" presId="urn:microsoft.com/office/officeart/2018/2/layout/IconVerticalSolidList"/>
    <dgm:cxn modelId="{68574E29-CFD2-4919-97EC-CDDC836BAD21}" type="presParOf" srcId="{3B0DDA1E-5E20-4835-8EF9-0D18C25078D3}" destId="{55B94B46-763F-46CF-B698-B4FDD019ECDA}" srcOrd="7" destOrd="0" presId="urn:microsoft.com/office/officeart/2018/2/layout/IconVerticalSolidList"/>
    <dgm:cxn modelId="{1C52E7AC-A678-44CA-9DF3-A23C9074F446}" type="presParOf" srcId="{3B0DDA1E-5E20-4835-8EF9-0D18C25078D3}" destId="{18C3D237-BDCC-4A64-A807-1FB6DAC53CF7}" srcOrd="8" destOrd="0" presId="urn:microsoft.com/office/officeart/2018/2/layout/IconVerticalSolidList"/>
    <dgm:cxn modelId="{F42A0817-A728-4015-B261-5C3A5E4FCC04}" type="presParOf" srcId="{18C3D237-BDCC-4A64-A807-1FB6DAC53CF7}" destId="{086C58D4-9579-4872-8D19-88427C04A439}" srcOrd="0" destOrd="0" presId="urn:microsoft.com/office/officeart/2018/2/layout/IconVerticalSolidList"/>
    <dgm:cxn modelId="{38DCD86F-D1B0-4724-B604-B5FFC09C6548}" type="presParOf" srcId="{18C3D237-BDCC-4A64-A807-1FB6DAC53CF7}" destId="{1EBCFC83-1FB7-43EC-A0C5-8CE48C293DAE}" srcOrd="1" destOrd="0" presId="urn:microsoft.com/office/officeart/2018/2/layout/IconVerticalSolidList"/>
    <dgm:cxn modelId="{7D33C2D6-3F00-4D1C-9ABD-257EEE8F3EB3}" type="presParOf" srcId="{18C3D237-BDCC-4A64-A807-1FB6DAC53CF7}" destId="{49685AC6-3D33-4973-9F96-5F33F07BA21D}" srcOrd="2" destOrd="0" presId="urn:microsoft.com/office/officeart/2018/2/layout/IconVerticalSolidList"/>
    <dgm:cxn modelId="{A6C0A9E6-211D-4A6C-A68E-EC70917D7929}" type="presParOf" srcId="{18C3D237-BDCC-4A64-A807-1FB6DAC53CF7}" destId="{2F5CC5A0-1E40-46E4-8015-EB7652097968}" srcOrd="3" destOrd="0" presId="urn:microsoft.com/office/officeart/2018/2/layout/IconVerticalSolidList"/>
    <dgm:cxn modelId="{A70FC2FC-F297-45F6-9106-FBA9979108C8}" type="presParOf" srcId="{3B0DDA1E-5E20-4835-8EF9-0D18C25078D3}" destId="{645F3F11-7477-4227-93D7-CDB409256FA2}" srcOrd="9" destOrd="0" presId="urn:microsoft.com/office/officeart/2018/2/layout/IconVerticalSolidList"/>
    <dgm:cxn modelId="{4BC6A677-1BC7-49E0-92AD-4C18B707C0C1}" type="presParOf" srcId="{3B0DDA1E-5E20-4835-8EF9-0D18C25078D3}" destId="{C5114DC4-D60B-4C5A-A99C-90D4B7E703AE}" srcOrd="10" destOrd="0" presId="urn:microsoft.com/office/officeart/2018/2/layout/IconVerticalSolidList"/>
    <dgm:cxn modelId="{1D4D7D43-186C-4272-A72E-0AD6DD47343F}" type="presParOf" srcId="{C5114DC4-D60B-4C5A-A99C-90D4B7E703AE}" destId="{4ECB01AD-DE91-4450-B691-655F73E8E13D}" srcOrd="0" destOrd="0" presId="urn:microsoft.com/office/officeart/2018/2/layout/IconVerticalSolidList"/>
    <dgm:cxn modelId="{174D6BCB-1931-451A-BA43-E39E26B6FEFA}" type="presParOf" srcId="{C5114DC4-D60B-4C5A-A99C-90D4B7E703AE}" destId="{43450063-1EFF-464F-87FD-0DA2C8C26CA4}" srcOrd="1" destOrd="0" presId="urn:microsoft.com/office/officeart/2018/2/layout/IconVerticalSolidList"/>
    <dgm:cxn modelId="{518FABC4-CA40-4B04-AD5A-2AF7FF6A7833}" type="presParOf" srcId="{C5114DC4-D60B-4C5A-A99C-90D4B7E703AE}" destId="{DDB1BBBA-7023-4757-8D3B-4960E2E17676}" srcOrd="2" destOrd="0" presId="urn:microsoft.com/office/officeart/2018/2/layout/IconVerticalSolidList"/>
    <dgm:cxn modelId="{681768E1-C182-4F1E-A27A-26CF24E6E606}" type="presParOf" srcId="{C5114DC4-D60B-4C5A-A99C-90D4B7E703AE}" destId="{6B4CBED7-8DF4-4838-A458-FA35B06992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12A7A-7654-4958-B031-E99FFFA53A33}">
      <dsp:nvSpPr>
        <dsp:cNvPr id="0" name=""/>
        <dsp:cNvSpPr/>
      </dsp:nvSpPr>
      <dsp:spPr>
        <a:xfrm>
          <a:off x="55523" y="128865"/>
          <a:ext cx="1094503" cy="10945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51AC4-842B-418B-A795-1B61301AC87A}">
      <dsp:nvSpPr>
        <dsp:cNvPr id="0" name=""/>
        <dsp:cNvSpPr/>
      </dsp:nvSpPr>
      <dsp:spPr>
        <a:xfrm>
          <a:off x="285368" y="358711"/>
          <a:ext cx="634811" cy="63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15418-A750-48CC-AA4B-8FFE9859BC1B}">
      <dsp:nvSpPr>
        <dsp:cNvPr id="0" name=""/>
        <dsp:cNvSpPr/>
      </dsp:nvSpPr>
      <dsp:spPr>
        <a:xfrm>
          <a:off x="1384563" y="128865"/>
          <a:ext cx="2579900" cy="1094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Fundamentals</a:t>
          </a:r>
        </a:p>
      </dsp:txBody>
      <dsp:txXfrm>
        <a:off x="1384563" y="128865"/>
        <a:ext cx="2579900" cy="1094503"/>
      </dsp:txXfrm>
    </dsp:sp>
    <dsp:sp modelId="{DDB18098-EDB6-4CC5-88D4-D8F2ED29018A}">
      <dsp:nvSpPr>
        <dsp:cNvPr id="0" name=""/>
        <dsp:cNvSpPr/>
      </dsp:nvSpPr>
      <dsp:spPr>
        <a:xfrm>
          <a:off x="4413992" y="128865"/>
          <a:ext cx="1094503" cy="10945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9337F-A0EF-4958-AF6E-5C9470EBFAEF}">
      <dsp:nvSpPr>
        <dsp:cNvPr id="0" name=""/>
        <dsp:cNvSpPr/>
      </dsp:nvSpPr>
      <dsp:spPr>
        <a:xfrm>
          <a:off x="4643837" y="358711"/>
          <a:ext cx="634811" cy="63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D8672-AC90-458F-8580-2720FC2B49E3}">
      <dsp:nvSpPr>
        <dsp:cNvPr id="0" name=""/>
        <dsp:cNvSpPr/>
      </dsp:nvSpPr>
      <dsp:spPr>
        <a:xfrm>
          <a:off x="5743031" y="128865"/>
          <a:ext cx="2579900" cy="1094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Process Details</a:t>
          </a:r>
        </a:p>
      </dsp:txBody>
      <dsp:txXfrm>
        <a:off x="5743031" y="128865"/>
        <a:ext cx="2579900" cy="1094503"/>
      </dsp:txXfrm>
    </dsp:sp>
    <dsp:sp modelId="{B4C570BD-CA15-4395-A2D8-7EBB227A7ACC}">
      <dsp:nvSpPr>
        <dsp:cNvPr id="0" name=""/>
        <dsp:cNvSpPr/>
      </dsp:nvSpPr>
      <dsp:spPr>
        <a:xfrm>
          <a:off x="55523" y="1724508"/>
          <a:ext cx="1094503" cy="10945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CBDA72-6D35-4172-965C-665E302E7D1C}">
      <dsp:nvSpPr>
        <dsp:cNvPr id="0" name=""/>
        <dsp:cNvSpPr/>
      </dsp:nvSpPr>
      <dsp:spPr>
        <a:xfrm>
          <a:off x="285368" y="1954353"/>
          <a:ext cx="634811" cy="63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6BE40-F562-43A3-8C4F-474CFEB9AD0B}">
      <dsp:nvSpPr>
        <dsp:cNvPr id="0" name=""/>
        <dsp:cNvSpPr/>
      </dsp:nvSpPr>
      <dsp:spPr>
        <a:xfrm>
          <a:off x="1384563" y="1724508"/>
          <a:ext cx="2579900" cy="1094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Applications</a:t>
          </a:r>
        </a:p>
      </dsp:txBody>
      <dsp:txXfrm>
        <a:off x="1384563" y="1724508"/>
        <a:ext cx="2579900" cy="1094503"/>
      </dsp:txXfrm>
    </dsp:sp>
    <dsp:sp modelId="{48E47D22-9096-478C-8514-561ABB226799}">
      <dsp:nvSpPr>
        <dsp:cNvPr id="0" name=""/>
        <dsp:cNvSpPr/>
      </dsp:nvSpPr>
      <dsp:spPr>
        <a:xfrm>
          <a:off x="4413992" y="1724508"/>
          <a:ext cx="1094503" cy="10945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6BB37-CBEA-477A-8B4A-4B088690411C}">
      <dsp:nvSpPr>
        <dsp:cNvPr id="0" name=""/>
        <dsp:cNvSpPr/>
      </dsp:nvSpPr>
      <dsp:spPr>
        <a:xfrm>
          <a:off x="4643837" y="1954353"/>
          <a:ext cx="634811" cy="6348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92B7B-6E89-4B52-8108-4987FA4D2F4B}">
      <dsp:nvSpPr>
        <dsp:cNvPr id="0" name=""/>
        <dsp:cNvSpPr/>
      </dsp:nvSpPr>
      <dsp:spPr>
        <a:xfrm>
          <a:off x="5743031" y="1724508"/>
          <a:ext cx="2579900" cy="1094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Advanced Topics</a:t>
          </a:r>
        </a:p>
      </dsp:txBody>
      <dsp:txXfrm>
        <a:off x="5743031" y="1724508"/>
        <a:ext cx="2579900" cy="1094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07F7E-71B8-45E6-BAAF-FE6F957E1062}">
      <dsp:nvSpPr>
        <dsp:cNvPr id="0" name=""/>
        <dsp:cNvSpPr/>
      </dsp:nvSpPr>
      <dsp:spPr>
        <a:xfrm>
          <a:off x="0" y="0"/>
          <a:ext cx="541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95AA4-244D-48CD-A6A2-DB70EB02CB15}">
      <dsp:nvSpPr>
        <dsp:cNvPr id="0" name=""/>
        <dsp:cNvSpPr/>
      </dsp:nvSpPr>
      <dsp:spPr>
        <a:xfrm>
          <a:off x="0" y="0"/>
          <a:ext cx="1083237" cy="150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Suspension</a:t>
          </a:r>
        </a:p>
      </dsp:txBody>
      <dsp:txXfrm>
        <a:off x="0" y="0"/>
        <a:ext cx="1083237" cy="1507537"/>
      </dsp:txXfrm>
    </dsp:sp>
    <dsp:sp modelId="{16F0F51D-C601-4C8F-A0D9-1CA81F0C2B75}">
      <dsp:nvSpPr>
        <dsp:cNvPr id="0" name=""/>
        <dsp:cNvSpPr/>
      </dsp:nvSpPr>
      <dsp:spPr>
        <a:xfrm>
          <a:off x="1164479" y="23555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Charged Particle</a:t>
          </a:r>
        </a:p>
      </dsp:txBody>
      <dsp:txXfrm>
        <a:off x="1164479" y="23555"/>
        <a:ext cx="4251705" cy="471105"/>
      </dsp:txXfrm>
    </dsp:sp>
    <dsp:sp modelId="{17879997-D100-44D0-BF6E-93B734146544}">
      <dsp:nvSpPr>
        <dsp:cNvPr id="0" name=""/>
        <dsp:cNvSpPr/>
      </dsp:nvSpPr>
      <dsp:spPr>
        <a:xfrm>
          <a:off x="1083237" y="494660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40C50-7111-4586-974D-DC5F95937DF3}">
      <dsp:nvSpPr>
        <dsp:cNvPr id="0" name=""/>
        <dsp:cNvSpPr/>
      </dsp:nvSpPr>
      <dsp:spPr>
        <a:xfrm>
          <a:off x="1164479" y="518216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Dielectric Medium</a:t>
          </a:r>
        </a:p>
      </dsp:txBody>
      <dsp:txXfrm>
        <a:off x="1164479" y="518216"/>
        <a:ext cx="4251705" cy="471105"/>
      </dsp:txXfrm>
    </dsp:sp>
    <dsp:sp modelId="{4C239CA7-4525-4FBE-B30E-69D007543BEB}">
      <dsp:nvSpPr>
        <dsp:cNvPr id="0" name=""/>
        <dsp:cNvSpPr/>
      </dsp:nvSpPr>
      <dsp:spPr>
        <a:xfrm>
          <a:off x="1083237" y="989321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7E8AA-2E5E-46E4-B269-F8A2DD58D0D3}">
      <dsp:nvSpPr>
        <dsp:cNvPr id="0" name=""/>
        <dsp:cNvSpPr/>
      </dsp:nvSpPr>
      <dsp:spPr>
        <a:xfrm>
          <a:off x="1164479" y="1012876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Stabilizing Agents</a:t>
          </a:r>
        </a:p>
      </dsp:txBody>
      <dsp:txXfrm>
        <a:off x="1164479" y="1012876"/>
        <a:ext cx="4251705" cy="471105"/>
      </dsp:txXfrm>
    </dsp:sp>
    <dsp:sp modelId="{357A68C9-ACAF-4223-B9A8-04CA0102121B}">
      <dsp:nvSpPr>
        <dsp:cNvPr id="0" name=""/>
        <dsp:cNvSpPr/>
      </dsp:nvSpPr>
      <dsp:spPr>
        <a:xfrm>
          <a:off x="1083237" y="1483982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E9BB5-2544-4F90-86BD-216BFD526C05}">
      <dsp:nvSpPr>
        <dsp:cNvPr id="0" name=""/>
        <dsp:cNvSpPr/>
      </dsp:nvSpPr>
      <dsp:spPr>
        <a:xfrm>
          <a:off x="0" y="1507537"/>
          <a:ext cx="541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F1ED3-3FF9-40F6-8D0E-7414630409C1}">
      <dsp:nvSpPr>
        <dsp:cNvPr id="0" name=""/>
        <dsp:cNvSpPr/>
      </dsp:nvSpPr>
      <dsp:spPr>
        <a:xfrm>
          <a:off x="0" y="1507537"/>
          <a:ext cx="1083237" cy="150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Electrode System</a:t>
          </a:r>
        </a:p>
      </dsp:txBody>
      <dsp:txXfrm>
        <a:off x="0" y="1507537"/>
        <a:ext cx="1083237" cy="1507537"/>
      </dsp:txXfrm>
    </dsp:sp>
    <dsp:sp modelId="{2FC13AA8-327E-40F9-A249-37CCEA5D53AA}">
      <dsp:nvSpPr>
        <dsp:cNvPr id="0" name=""/>
        <dsp:cNvSpPr/>
      </dsp:nvSpPr>
      <dsp:spPr>
        <a:xfrm>
          <a:off x="1164479" y="1531092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Working Electrode</a:t>
          </a:r>
        </a:p>
      </dsp:txBody>
      <dsp:txXfrm>
        <a:off x="1164479" y="1531092"/>
        <a:ext cx="4251705" cy="471105"/>
      </dsp:txXfrm>
    </dsp:sp>
    <dsp:sp modelId="{40642FCA-FC8F-42A3-8641-B6A49C6DE02A}">
      <dsp:nvSpPr>
        <dsp:cNvPr id="0" name=""/>
        <dsp:cNvSpPr/>
      </dsp:nvSpPr>
      <dsp:spPr>
        <a:xfrm>
          <a:off x="1083237" y="2002198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0DDEE-05C8-4199-ACAF-84EF32892967}">
      <dsp:nvSpPr>
        <dsp:cNvPr id="0" name=""/>
        <dsp:cNvSpPr/>
      </dsp:nvSpPr>
      <dsp:spPr>
        <a:xfrm>
          <a:off x="1164479" y="2025753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Counter Electrode</a:t>
          </a:r>
        </a:p>
      </dsp:txBody>
      <dsp:txXfrm>
        <a:off x="1164479" y="2025753"/>
        <a:ext cx="4251705" cy="471105"/>
      </dsp:txXfrm>
    </dsp:sp>
    <dsp:sp modelId="{845B2CB1-E8AB-4946-BF1B-3C53E91A6F85}">
      <dsp:nvSpPr>
        <dsp:cNvPr id="0" name=""/>
        <dsp:cNvSpPr/>
      </dsp:nvSpPr>
      <dsp:spPr>
        <a:xfrm>
          <a:off x="1083237" y="2496858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ADA69-E919-42DF-89B3-11D13B5C621C}">
      <dsp:nvSpPr>
        <dsp:cNvPr id="0" name=""/>
        <dsp:cNvSpPr/>
      </dsp:nvSpPr>
      <dsp:spPr>
        <a:xfrm>
          <a:off x="1164479" y="2520414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Electrode Materials</a:t>
          </a:r>
        </a:p>
      </dsp:txBody>
      <dsp:txXfrm>
        <a:off x="1164479" y="2520414"/>
        <a:ext cx="4251705" cy="471105"/>
      </dsp:txXfrm>
    </dsp:sp>
    <dsp:sp modelId="{460269A5-6D78-42DC-A3F9-627BA11DECEB}">
      <dsp:nvSpPr>
        <dsp:cNvPr id="0" name=""/>
        <dsp:cNvSpPr/>
      </dsp:nvSpPr>
      <dsp:spPr>
        <a:xfrm>
          <a:off x="1083237" y="2991519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07F7E-71B8-45E6-BAAF-FE6F957E1062}">
      <dsp:nvSpPr>
        <dsp:cNvPr id="0" name=""/>
        <dsp:cNvSpPr/>
      </dsp:nvSpPr>
      <dsp:spPr>
        <a:xfrm>
          <a:off x="0" y="0"/>
          <a:ext cx="541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95AA4-244D-48CD-A6A2-DB70EB02CB15}">
      <dsp:nvSpPr>
        <dsp:cNvPr id="0" name=""/>
        <dsp:cNvSpPr/>
      </dsp:nvSpPr>
      <dsp:spPr>
        <a:xfrm>
          <a:off x="0" y="0"/>
          <a:ext cx="1083237" cy="150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Neue Haas Grotesk Text Pro"/>
            </a:rPr>
            <a:t>Power Supply</a:t>
          </a:r>
          <a:endParaRPr lang="en-US" sz="2200" kern="1200"/>
        </a:p>
      </dsp:txBody>
      <dsp:txXfrm>
        <a:off x="0" y="0"/>
        <a:ext cx="1083237" cy="1507537"/>
      </dsp:txXfrm>
    </dsp:sp>
    <dsp:sp modelId="{16F0F51D-C601-4C8F-A0D9-1CA81F0C2B75}">
      <dsp:nvSpPr>
        <dsp:cNvPr id="0" name=""/>
        <dsp:cNvSpPr/>
      </dsp:nvSpPr>
      <dsp:spPr>
        <a:xfrm>
          <a:off x="1164479" y="23555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Neue Haas Grotesk Text Pro"/>
            </a:rPr>
            <a:t>DC Voltage Source</a:t>
          </a:r>
          <a:endParaRPr lang="en-US" sz="2100" kern="1200"/>
        </a:p>
      </dsp:txBody>
      <dsp:txXfrm>
        <a:off x="1164479" y="23555"/>
        <a:ext cx="4251705" cy="471105"/>
      </dsp:txXfrm>
    </dsp:sp>
    <dsp:sp modelId="{17879997-D100-44D0-BF6E-93B734146544}">
      <dsp:nvSpPr>
        <dsp:cNvPr id="0" name=""/>
        <dsp:cNvSpPr/>
      </dsp:nvSpPr>
      <dsp:spPr>
        <a:xfrm>
          <a:off x="1083237" y="494660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40C50-7111-4586-974D-DC5F95937DF3}">
      <dsp:nvSpPr>
        <dsp:cNvPr id="0" name=""/>
        <dsp:cNvSpPr/>
      </dsp:nvSpPr>
      <dsp:spPr>
        <a:xfrm>
          <a:off x="1164479" y="518216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Neue Haas Grotesk Text Pro"/>
            </a:rPr>
            <a:t>Current Control</a:t>
          </a:r>
          <a:endParaRPr lang="en-US" sz="2100" kern="1200"/>
        </a:p>
      </dsp:txBody>
      <dsp:txXfrm>
        <a:off x="1164479" y="518216"/>
        <a:ext cx="4251705" cy="471105"/>
      </dsp:txXfrm>
    </dsp:sp>
    <dsp:sp modelId="{4C239CA7-4525-4FBE-B30E-69D007543BEB}">
      <dsp:nvSpPr>
        <dsp:cNvPr id="0" name=""/>
        <dsp:cNvSpPr/>
      </dsp:nvSpPr>
      <dsp:spPr>
        <a:xfrm>
          <a:off x="1083237" y="989321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7E8AA-2E5E-46E4-B269-F8A2DD58D0D3}">
      <dsp:nvSpPr>
        <dsp:cNvPr id="0" name=""/>
        <dsp:cNvSpPr/>
      </dsp:nvSpPr>
      <dsp:spPr>
        <a:xfrm>
          <a:off x="1164479" y="1012876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Neue Haas Grotesk Text Pro"/>
            </a:rPr>
            <a:t>Monitoring Systems </a:t>
          </a:r>
        </a:p>
      </dsp:txBody>
      <dsp:txXfrm>
        <a:off x="1164479" y="1012876"/>
        <a:ext cx="4251705" cy="471105"/>
      </dsp:txXfrm>
    </dsp:sp>
    <dsp:sp modelId="{357A68C9-ACAF-4223-B9A8-04CA0102121B}">
      <dsp:nvSpPr>
        <dsp:cNvPr id="0" name=""/>
        <dsp:cNvSpPr/>
      </dsp:nvSpPr>
      <dsp:spPr>
        <a:xfrm>
          <a:off x="1083237" y="1483982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D481A-39C1-4B42-8150-008F0752D166}">
      <dsp:nvSpPr>
        <dsp:cNvPr id="0" name=""/>
        <dsp:cNvSpPr/>
      </dsp:nvSpPr>
      <dsp:spPr>
        <a:xfrm>
          <a:off x="0" y="1507537"/>
          <a:ext cx="541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E7B00-ADF8-41EF-BB72-3FFD10C95F11}">
      <dsp:nvSpPr>
        <dsp:cNvPr id="0" name=""/>
        <dsp:cNvSpPr/>
      </dsp:nvSpPr>
      <dsp:spPr>
        <a:xfrm>
          <a:off x="0" y="1507537"/>
          <a:ext cx="1083237" cy="150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Neue Haas Grotesk Text Pro"/>
            </a:rPr>
            <a:t>EPD Cell</a:t>
          </a:r>
          <a:endParaRPr lang="en-US" sz="2200" kern="1200"/>
        </a:p>
      </dsp:txBody>
      <dsp:txXfrm>
        <a:off x="0" y="1507537"/>
        <a:ext cx="1083237" cy="1507537"/>
      </dsp:txXfrm>
    </dsp:sp>
    <dsp:sp modelId="{2FC13AA8-327E-40F9-A249-37CCEA5D53AA}">
      <dsp:nvSpPr>
        <dsp:cNvPr id="0" name=""/>
        <dsp:cNvSpPr/>
      </dsp:nvSpPr>
      <dsp:spPr>
        <a:xfrm>
          <a:off x="1164479" y="1531092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Neue Haas Grotesk Text Pro"/>
            </a:rPr>
            <a:t>Cell Geometry</a:t>
          </a:r>
          <a:endParaRPr lang="en-US" sz="2100" kern="1200"/>
        </a:p>
      </dsp:txBody>
      <dsp:txXfrm>
        <a:off x="1164479" y="1531092"/>
        <a:ext cx="4251705" cy="471105"/>
      </dsp:txXfrm>
    </dsp:sp>
    <dsp:sp modelId="{40642FCA-FC8F-42A3-8641-B6A49C6DE02A}">
      <dsp:nvSpPr>
        <dsp:cNvPr id="0" name=""/>
        <dsp:cNvSpPr/>
      </dsp:nvSpPr>
      <dsp:spPr>
        <a:xfrm>
          <a:off x="1083237" y="2002198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0DDEE-05C8-4199-ACAF-84EF32892967}">
      <dsp:nvSpPr>
        <dsp:cNvPr id="0" name=""/>
        <dsp:cNvSpPr/>
      </dsp:nvSpPr>
      <dsp:spPr>
        <a:xfrm>
          <a:off x="1164479" y="2025753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Neue Haas Grotesk Text Pro"/>
            </a:rPr>
            <a:t>Electrode Spacing</a:t>
          </a:r>
          <a:endParaRPr lang="en-US" sz="2100" kern="1200"/>
        </a:p>
      </dsp:txBody>
      <dsp:txXfrm>
        <a:off x="1164479" y="2025753"/>
        <a:ext cx="4251705" cy="471105"/>
      </dsp:txXfrm>
    </dsp:sp>
    <dsp:sp modelId="{845B2CB1-E8AB-4946-BF1B-3C53E91A6F85}">
      <dsp:nvSpPr>
        <dsp:cNvPr id="0" name=""/>
        <dsp:cNvSpPr/>
      </dsp:nvSpPr>
      <dsp:spPr>
        <a:xfrm>
          <a:off x="1083237" y="2496858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ADA69-E919-42DF-89B3-11D13B5C621C}">
      <dsp:nvSpPr>
        <dsp:cNvPr id="0" name=""/>
        <dsp:cNvSpPr/>
      </dsp:nvSpPr>
      <dsp:spPr>
        <a:xfrm>
          <a:off x="1164479" y="2520414"/>
          <a:ext cx="4251705" cy="47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Neue Haas Grotesk Text Pro"/>
            </a:rPr>
            <a:t>Temperature Control</a:t>
          </a:r>
          <a:endParaRPr lang="en-US" sz="2100" kern="1200"/>
        </a:p>
      </dsp:txBody>
      <dsp:txXfrm>
        <a:off x="1164479" y="2520414"/>
        <a:ext cx="4251705" cy="471105"/>
      </dsp:txXfrm>
    </dsp:sp>
    <dsp:sp modelId="{460269A5-6D78-42DC-A3F9-627BA11DECEB}">
      <dsp:nvSpPr>
        <dsp:cNvPr id="0" name=""/>
        <dsp:cNvSpPr/>
      </dsp:nvSpPr>
      <dsp:spPr>
        <a:xfrm>
          <a:off x="1083237" y="2991519"/>
          <a:ext cx="4332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9DC36-939E-4167-8142-0782DD3B0069}">
      <dsp:nvSpPr>
        <dsp:cNvPr id="0" name=""/>
        <dsp:cNvSpPr/>
      </dsp:nvSpPr>
      <dsp:spPr>
        <a:xfrm>
          <a:off x="0" y="1381"/>
          <a:ext cx="4661647" cy="5885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82ED3-B0F0-4FAE-90E9-C212C29F1163}">
      <dsp:nvSpPr>
        <dsp:cNvPr id="0" name=""/>
        <dsp:cNvSpPr/>
      </dsp:nvSpPr>
      <dsp:spPr>
        <a:xfrm>
          <a:off x="178023" y="133795"/>
          <a:ext cx="323679" cy="3236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B17C2-6129-42CC-A790-993F1BA56D8C}">
      <dsp:nvSpPr>
        <dsp:cNvPr id="0" name=""/>
        <dsp:cNvSpPr/>
      </dsp:nvSpPr>
      <dsp:spPr>
        <a:xfrm>
          <a:off x="679725" y="1381"/>
          <a:ext cx="3981921" cy="588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84" tIns="62284" rIns="62284" bIns="622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Suspension of charged particle in liquid medium</a:t>
          </a:r>
        </a:p>
      </dsp:txBody>
      <dsp:txXfrm>
        <a:off x="679725" y="1381"/>
        <a:ext cx="3981921" cy="588507"/>
      </dsp:txXfrm>
    </dsp:sp>
    <dsp:sp modelId="{815A25DE-2AA1-417B-9772-F99192662EC6}">
      <dsp:nvSpPr>
        <dsp:cNvPr id="0" name=""/>
        <dsp:cNvSpPr/>
      </dsp:nvSpPr>
      <dsp:spPr>
        <a:xfrm>
          <a:off x="0" y="737015"/>
          <a:ext cx="4661647" cy="5885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4EFAC-4DA8-4681-9969-852D9781703A}">
      <dsp:nvSpPr>
        <dsp:cNvPr id="0" name=""/>
        <dsp:cNvSpPr/>
      </dsp:nvSpPr>
      <dsp:spPr>
        <a:xfrm>
          <a:off x="178023" y="869429"/>
          <a:ext cx="323679" cy="3236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3A805-6215-4859-8F92-E8C326FBBBCB}">
      <dsp:nvSpPr>
        <dsp:cNvPr id="0" name=""/>
        <dsp:cNvSpPr/>
      </dsp:nvSpPr>
      <dsp:spPr>
        <a:xfrm>
          <a:off x="679725" y="737015"/>
          <a:ext cx="3981921" cy="588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84" tIns="62284" rIns="62284" bIns="622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Application of electric field</a:t>
          </a:r>
        </a:p>
      </dsp:txBody>
      <dsp:txXfrm>
        <a:off x="679725" y="737015"/>
        <a:ext cx="3981921" cy="588507"/>
      </dsp:txXfrm>
    </dsp:sp>
    <dsp:sp modelId="{BF036ADE-49F6-4F64-AB02-0D06540A16B6}">
      <dsp:nvSpPr>
        <dsp:cNvPr id="0" name=""/>
        <dsp:cNvSpPr/>
      </dsp:nvSpPr>
      <dsp:spPr>
        <a:xfrm>
          <a:off x="0" y="1472649"/>
          <a:ext cx="4661647" cy="5885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93C9D-B100-4C84-AA4C-F02F158E43BD}">
      <dsp:nvSpPr>
        <dsp:cNvPr id="0" name=""/>
        <dsp:cNvSpPr/>
      </dsp:nvSpPr>
      <dsp:spPr>
        <a:xfrm>
          <a:off x="178023" y="1605063"/>
          <a:ext cx="323679" cy="3236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DE053-8039-4B39-BE66-19EC339C4FFE}">
      <dsp:nvSpPr>
        <dsp:cNvPr id="0" name=""/>
        <dsp:cNvSpPr/>
      </dsp:nvSpPr>
      <dsp:spPr>
        <a:xfrm>
          <a:off x="679725" y="1472649"/>
          <a:ext cx="3981921" cy="588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84" tIns="62284" rIns="62284" bIns="622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Migration of charged particle toward oppositely charged electrode</a:t>
          </a:r>
        </a:p>
      </dsp:txBody>
      <dsp:txXfrm>
        <a:off x="679725" y="1472649"/>
        <a:ext cx="3981921" cy="588507"/>
      </dsp:txXfrm>
    </dsp:sp>
    <dsp:sp modelId="{6FF5E7B9-CEE2-432A-944A-EE1D68B96EF3}">
      <dsp:nvSpPr>
        <dsp:cNvPr id="0" name=""/>
        <dsp:cNvSpPr/>
      </dsp:nvSpPr>
      <dsp:spPr>
        <a:xfrm>
          <a:off x="0" y="2208283"/>
          <a:ext cx="4661647" cy="5885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AF05A-7229-4902-B632-62FA480B3D51}">
      <dsp:nvSpPr>
        <dsp:cNvPr id="0" name=""/>
        <dsp:cNvSpPr/>
      </dsp:nvSpPr>
      <dsp:spPr>
        <a:xfrm>
          <a:off x="178023" y="2340697"/>
          <a:ext cx="323679" cy="3236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69CD9-EB4A-4BCE-B40F-9E6BE5F416A4}">
      <dsp:nvSpPr>
        <dsp:cNvPr id="0" name=""/>
        <dsp:cNvSpPr/>
      </dsp:nvSpPr>
      <dsp:spPr>
        <a:xfrm>
          <a:off x="679725" y="2208283"/>
          <a:ext cx="3981921" cy="588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84" tIns="62284" rIns="62284" bIns="622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Accumulation at electrode surface</a:t>
          </a:r>
        </a:p>
      </dsp:txBody>
      <dsp:txXfrm>
        <a:off x="679725" y="2208283"/>
        <a:ext cx="3981921" cy="588507"/>
      </dsp:txXfrm>
    </dsp:sp>
    <dsp:sp modelId="{086C58D4-9579-4872-8D19-88427C04A439}">
      <dsp:nvSpPr>
        <dsp:cNvPr id="0" name=""/>
        <dsp:cNvSpPr/>
      </dsp:nvSpPr>
      <dsp:spPr>
        <a:xfrm>
          <a:off x="0" y="2943917"/>
          <a:ext cx="4661647" cy="5885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CFC83-1FB7-43EC-A0C5-8CE48C293DAE}">
      <dsp:nvSpPr>
        <dsp:cNvPr id="0" name=""/>
        <dsp:cNvSpPr/>
      </dsp:nvSpPr>
      <dsp:spPr>
        <a:xfrm>
          <a:off x="178023" y="3076331"/>
          <a:ext cx="323679" cy="3236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CC5A0-1E40-46E4-8015-EB7652097968}">
      <dsp:nvSpPr>
        <dsp:cNvPr id="0" name=""/>
        <dsp:cNvSpPr/>
      </dsp:nvSpPr>
      <dsp:spPr>
        <a:xfrm>
          <a:off x="679725" y="2943917"/>
          <a:ext cx="3981921" cy="588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84" tIns="62284" rIns="62284" bIns="622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Particle deposition &amp; film formation</a:t>
          </a:r>
        </a:p>
      </dsp:txBody>
      <dsp:txXfrm>
        <a:off x="679725" y="2943917"/>
        <a:ext cx="3981921" cy="588507"/>
      </dsp:txXfrm>
    </dsp:sp>
    <dsp:sp modelId="{4ECB01AD-DE91-4450-B691-655F73E8E13D}">
      <dsp:nvSpPr>
        <dsp:cNvPr id="0" name=""/>
        <dsp:cNvSpPr/>
      </dsp:nvSpPr>
      <dsp:spPr>
        <a:xfrm>
          <a:off x="0" y="3679551"/>
          <a:ext cx="4661647" cy="5885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50063-1EFF-464F-87FD-0DA2C8C26CA4}">
      <dsp:nvSpPr>
        <dsp:cNvPr id="0" name=""/>
        <dsp:cNvSpPr/>
      </dsp:nvSpPr>
      <dsp:spPr>
        <a:xfrm>
          <a:off x="178023" y="3811965"/>
          <a:ext cx="323679" cy="32367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CBED7-8DF4-4838-A458-FA35B06992F5}">
      <dsp:nvSpPr>
        <dsp:cNvPr id="0" name=""/>
        <dsp:cNvSpPr/>
      </dsp:nvSpPr>
      <dsp:spPr>
        <a:xfrm>
          <a:off x="679725" y="3679551"/>
          <a:ext cx="3981921" cy="588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84" tIns="62284" rIns="62284" bIns="622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Applicable to </a:t>
          </a:r>
          <a:r>
            <a:rPr lang="en-US" sz="1600" kern="1200">
              <a:latin typeface="Neue Haas Grotesk Text Pro"/>
            </a:rPr>
            <a:t>electrically</a:t>
          </a:r>
          <a:r>
            <a:rPr lang="en-US" sz="1600" kern="1200"/>
            <a:t> conductive surface</a:t>
          </a:r>
        </a:p>
      </dsp:txBody>
      <dsp:txXfrm>
        <a:off x="679725" y="3679551"/>
        <a:ext cx="3981921" cy="588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8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7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8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6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3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0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4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2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1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69" r:id="rId6"/>
    <p:sldLayoutId id="2147483865" r:id="rId7"/>
    <p:sldLayoutId id="2147483866" r:id="rId8"/>
    <p:sldLayoutId id="2147483867" r:id="rId9"/>
    <p:sldLayoutId id="2147483868" r:id="rId10"/>
    <p:sldLayoutId id="21474838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position Images – Browse 21,824 Stock Photos, Vectors, and Video | Adobe  Stock">
            <a:extLst>
              <a:ext uri="{FF2B5EF4-FFF2-40B4-BE49-F238E27FC236}">
                <a16:creationId xmlns:a16="http://schemas.microsoft.com/office/drawing/2014/main" id="{CF73D7D6-3106-BA6D-648A-67BA4A2C4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56"/>
          <a:stretch>
            <a:fillRect/>
          </a:stretch>
        </p:blipFill>
        <p:spPr>
          <a:xfrm>
            <a:off x="20" y="10"/>
            <a:ext cx="12191980" cy="6856539"/>
          </a:xfrm>
          <a:prstGeom prst="rect">
            <a:avLst/>
          </a:prstGeom>
        </p:spPr>
      </p:pic>
      <p:sp useBgFill="1">
        <p:nvSpPr>
          <p:cNvPr id="57" name="Freeform: Shape 56">
            <a:extLst>
              <a:ext uri="{FF2B5EF4-FFF2-40B4-BE49-F238E27FC236}">
                <a16:creationId xmlns:a16="http://schemas.microsoft.com/office/drawing/2014/main" id="{4C17FB6D-1600-4E66-7284-B891E8CAE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509220 h 6858000"/>
              <a:gd name="connsiteX3" fmla="*/ 12101547 w 12192000"/>
              <a:gd name="connsiteY3" fmla="*/ 2423585 h 6858000"/>
              <a:gd name="connsiteX4" fmla="*/ 9486146 w 12192000"/>
              <a:gd name="connsiteY4" fmla="*/ 1397525 h 6858000"/>
              <a:gd name="connsiteX5" fmla="*/ 9252903 w 12192000"/>
              <a:gd name="connsiteY5" fmla="*/ 1400410 h 6858000"/>
              <a:gd name="connsiteX6" fmla="*/ 7112548 w 12192000"/>
              <a:gd name="connsiteY6" fmla="*/ 2129232 h 6858000"/>
              <a:gd name="connsiteX7" fmla="*/ 7029340 w 12192000"/>
              <a:gd name="connsiteY7" fmla="*/ 2191218 h 6858000"/>
              <a:gd name="connsiteX8" fmla="*/ 1081914 w 12192000"/>
              <a:gd name="connsiteY8" fmla="*/ 6858000 h 6858000"/>
              <a:gd name="connsiteX9" fmla="*/ 0 w 12192000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2509220"/>
                </a:lnTo>
                <a:lnTo>
                  <a:pt x="12101547" y="2423585"/>
                </a:lnTo>
                <a:cubicBezTo>
                  <a:pt x="11368081" y="1762881"/>
                  <a:pt x="10433134" y="1413255"/>
                  <a:pt x="9486146" y="1397525"/>
                </a:cubicBezTo>
                <a:cubicBezTo>
                  <a:pt x="9408445" y="1396235"/>
                  <a:pt x="9330662" y="1397191"/>
                  <a:pt x="9252903" y="1400410"/>
                </a:cubicBezTo>
                <a:cubicBezTo>
                  <a:pt x="8506417" y="1431302"/>
                  <a:pt x="7762104" y="1670525"/>
                  <a:pt x="7112548" y="2129232"/>
                </a:cubicBezTo>
                <a:lnTo>
                  <a:pt x="7029340" y="2191218"/>
                </a:lnTo>
                <a:lnTo>
                  <a:pt x="1081914" y="6858000"/>
                </a:lnTo>
                <a:lnTo>
                  <a:pt x="0" y="685800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880" y="519704"/>
            <a:ext cx="4808561" cy="1555842"/>
          </a:xfrm>
        </p:spPr>
        <p:txBody>
          <a:bodyPr>
            <a:normAutofit fontScale="90000"/>
          </a:bodyPr>
          <a:lstStyle/>
          <a:p>
            <a:r>
              <a:rPr lang="en-US" sz="4000"/>
              <a:t>Electrophoretic </a:t>
            </a:r>
            <a:br>
              <a:rPr lang="en-US" sz="4000"/>
            </a:br>
            <a:r>
              <a:rPr lang="en-US" sz="4000"/>
              <a:t>Deposition</a:t>
            </a:r>
            <a:br>
              <a:rPr lang="en-US"/>
            </a:br>
            <a:r>
              <a:rPr lang="en-US" sz="2600"/>
              <a:t>Thin Film Synthesis Method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138" y="2345343"/>
            <a:ext cx="3263106" cy="310916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800" b="1" dirty="0"/>
              <a:t>MME 408 </a:t>
            </a:r>
          </a:p>
          <a:p>
            <a:r>
              <a:rPr lang="en-US" sz="1800" dirty="0"/>
              <a:t>Student ID :</a:t>
            </a:r>
          </a:p>
          <a:p>
            <a:r>
              <a:rPr lang="en-US" sz="1800" dirty="0"/>
              <a:t>2011049</a:t>
            </a:r>
          </a:p>
          <a:p>
            <a:r>
              <a:rPr lang="en-US" sz="1800" dirty="0"/>
              <a:t>2011050</a:t>
            </a:r>
          </a:p>
          <a:p>
            <a:r>
              <a:rPr lang="en-US" sz="1800" dirty="0"/>
              <a:t>2011051</a:t>
            </a:r>
          </a:p>
          <a:p>
            <a:r>
              <a:rPr lang="en-US" sz="1800" dirty="0"/>
              <a:t>2011052</a:t>
            </a:r>
          </a:p>
          <a:p>
            <a:r>
              <a:rPr lang="en-US" sz="1800" dirty="0"/>
              <a:t>2011053 Md. </a:t>
            </a:r>
            <a:r>
              <a:rPr lang="en-US" sz="1800"/>
              <a:t>Atik Faisal</a:t>
            </a:r>
          </a:p>
          <a:p>
            <a:r>
              <a:rPr lang="en-US" sz="1800" dirty="0"/>
              <a:t>2011054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34829-DFF5-87C5-3C90-50E4F7AD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31497"/>
            <a:ext cx="8606346" cy="1257299"/>
          </a:xfrm>
        </p:spPr>
        <p:txBody>
          <a:bodyPr anchor="ctr">
            <a:normAutofit/>
          </a:bodyPr>
          <a:lstStyle/>
          <a:p>
            <a:r>
              <a:rPr lang="en-US" sz="4800"/>
              <a:t>What is EPD?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B9371-D2F8-1819-090F-8F365999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2736850"/>
            <a:ext cx="6851375" cy="2978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A colloidal processing technique</a:t>
            </a:r>
          </a:p>
          <a:p>
            <a:r>
              <a:rPr lang="en-US" sz="2400"/>
              <a:t>Uses electrophoresis to deposit charged particles onto substrate from suspension </a:t>
            </a:r>
          </a:p>
          <a:p>
            <a:r>
              <a:rPr lang="en-US" sz="2400"/>
              <a:t>Performed under an applied electric field</a:t>
            </a:r>
          </a:p>
        </p:txBody>
      </p:sp>
      <p:pic>
        <p:nvPicPr>
          <p:cNvPr id="12" name="Picture 11" descr="Electronics protoboard">
            <a:extLst>
              <a:ext uri="{FF2B5EF4-FFF2-40B4-BE49-F238E27FC236}">
                <a16:creationId xmlns:a16="http://schemas.microsoft.com/office/drawing/2014/main" id="{5BA824D8-3317-C34D-78E6-4B7A7604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73" r="-11" b="-11"/>
          <a:stretch>
            <a:fillRect/>
          </a:stretch>
        </p:blipFill>
        <p:spPr>
          <a:xfrm>
            <a:off x="5797434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4365309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4E6B-29F7-59EB-E090-56084565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771" y="757547"/>
            <a:ext cx="8886884" cy="953669"/>
          </a:xfrm>
        </p:spPr>
        <p:txBody>
          <a:bodyPr>
            <a:normAutofit/>
          </a:bodyPr>
          <a:lstStyle/>
          <a:p>
            <a:r>
              <a:rPr lang="en-US" sz="3600"/>
              <a:t>Characteristics of EPD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29C41-D493-A3C2-ECF7-0FAE432D2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116" y="2393465"/>
            <a:ext cx="11264153" cy="2318497"/>
          </a:xfrm>
        </p:spPr>
      </p:pic>
    </p:spTree>
    <p:extLst>
      <p:ext uri="{BB962C8B-B14F-4D97-AF65-F5344CB8AC3E}">
        <p14:creationId xmlns:p14="http://schemas.microsoft.com/office/powerpoint/2010/main" val="5463025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CC8CFE-31F3-0DA5-6AC8-9A74170BF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9FB23B6-1F34-5B6A-2697-938FB355B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8249A-ED5F-D164-074C-D5972C2B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817" y="1143001"/>
            <a:ext cx="7917227" cy="574157"/>
          </a:xfrm>
        </p:spPr>
        <p:txBody>
          <a:bodyPr anchor="t">
            <a:normAutofit/>
          </a:bodyPr>
          <a:lstStyle/>
          <a:p>
            <a:pPr algn="ctr"/>
            <a:r>
              <a:rPr lang="en-US" sz="280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B0DBC2-B9C9-8BC6-4F54-897B7EA9A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878956"/>
              </p:ext>
            </p:extLst>
          </p:nvPr>
        </p:nvGraphicFramePr>
        <p:xfrm>
          <a:off x="1913862" y="2400300"/>
          <a:ext cx="8378456" cy="2947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391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FCAB-F983-902B-5FCD-E7717533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196" y="893709"/>
            <a:ext cx="8886884" cy="953669"/>
          </a:xfrm>
        </p:spPr>
        <p:txBody>
          <a:bodyPr/>
          <a:lstStyle/>
          <a:p>
            <a:pPr algn="ctr"/>
            <a:r>
              <a:rPr lang="en-US"/>
              <a:t>Process 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4C6FBB-D4B1-382E-7ED7-B36F8FEEA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419638"/>
              </p:ext>
            </p:extLst>
          </p:nvPr>
        </p:nvGraphicFramePr>
        <p:xfrm>
          <a:off x="462457" y="2371609"/>
          <a:ext cx="5416185" cy="3015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B189FE1F-80AF-59C1-9A0A-8D58EC1B9A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155246"/>
              </p:ext>
            </p:extLst>
          </p:nvPr>
        </p:nvGraphicFramePr>
        <p:xfrm>
          <a:off x="6401640" y="2369400"/>
          <a:ext cx="5416185" cy="3015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923371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4C0A69-DF40-05F2-32F5-0D4A878D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1EB26-5C5D-404C-B273-CEA93813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888" y="3589250"/>
            <a:ext cx="5029200" cy="1962150"/>
          </a:xfrm>
        </p:spPr>
        <p:txBody>
          <a:bodyPr anchor="ctr">
            <a:normAutofit/>
          </a:bodyPr>
          <a:lstStyle/>
          <a:p>
            <a:r>
              <a:rPr lang="en-US" sz="4400"/>
              <a:t>Critical Parameters: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84B599-31B1-493A-22F8-6DFB5B08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AB4B-0AEF-1A9E-3A79-DB6D41880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5148" y="1580030"/>
            <a:ext cx="5703793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Applied Voltage (10-200V)</a:t>
            </a:r>
          </a:p>
          <a:p>
            <a:pPr marL="0" indent="0">
              <a:buNone/>
            </a:pPr>
            <a:r>
              <a:rPr lang="en-US" sz="2000"/>
              <a:t>    Affects deposition Rate and film uniformity</a:t>
            </a:r>
          </a:p>
          <a:p>
            <a:r>
              <a:rPr lang="en-US" sz="2400" b="1"/>
              <a:t>Deposition Time (1-30 minutes)</a:t>
            </a:r>
          </a:p>
          <a:p>
            <a:pPr marL="0" indent="0">
              <a:buNone/>
            </a:pPr>
            <a:r>
              <a:rPr lang="en-US" sz="2000"/>
              <a:t>    Controls film thickness and density</a:t>
            </a:r>
          </a:p>
          <a:p>
            <a:r>
              <a:rPr lang="en-US" sz="2400" b="1"/>
              <a:t>Particle Concentration (0.5-20 g/L)</a:t>
            </a:r>
          </a:p>
          <a:p>
            <a:pPr marL="0" indent="0">
              <a:buNone/>
            </a:pPr>
            <a:r>
              <a:rPr lang="en-US" sz="2000"/>
              <a:t>    Influences Deposition kinetics</a:t>
            </a:r>
          </a:p>
          <a:p>
            <a:r>
              <a:rPr lang="en-US" sz="2400" b="1"/>
              <a:t>Current Density (1-100 mA/cm2)</a:t>
            </a:r>
          </a:p>
          <a:p>
            <a:pPr marL="0" indent="0">
              <a:buNone/>
            </a:pPr>
            <a:r>
              <a:rPr lang="en-US" sz="2000"/>
              <a:t>    Indicates process efficiency </a:t>
            </a:r>
          </a:p>
        </p:txBody>
      </p:sp>
    </p:spTree>
    <p:extLst>
      <p:ext uri="{BB962C8B-B14F-4D97-AF65-F5344CB8AC3E}">
        <p14:creationId xmlns:p14="http://schemas.microsoft.com/office/powerpoint/2010/main" val="1190066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B2BC11-3AA0-8791-5B1B-4172FCB36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2DE86A-8209-3F4F-796A-17BEE794E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54C92-2524-53A6-CD2D-DA92A85D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67" y="756318"/>
            <a:ext cx="8179248" cy="799500"/>
          </a:xfrm>
        </p:spPr>
        <p:txBody>
          <a:bodyPr anchor="t">
            <a:noAutofit/>
          </a:bodyPr>
          <a:lstStyle/>
          <a:p>
            <a:r>
              <a:rPr lang="en-US" sz="4000"/>
              <a:t>Electrophoresis Fundamentals 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72FBCB-64BA-624F-2987-A7D9CB75B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551061"/>
              </p:ext>
            </p:extLst>
          </p:nvPr>
        </p:nvGraphicFramePr>
        <p:xfrm>
          <a:off x="1143000" y="2095502"/>
          <a:ext cx="4661647" cy="4269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4" name="Picture 63" descr="A diagram of a physics experiment&#10;&#10;AI-generated content may be incorrect.">
            <a:extLst>
              <a:ext uri="{FF2B5EF4-FFF2-40B4-BE49-F238E27FC236}">
                <a16:creationId xmlns:a16="http://schemas.microsoft.com/office/drawing/2014/main" id="{EDBD0AB9-5B09-0820-F409-557DA0297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4232" y="2294694"/>
            <a:ext cx="3343730" cy="387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6047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0B3B3-961F-1EAC-3D43-5A6780F0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637" y="456632"/>
            <a:ext cx="7703663" cy="12573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4800"/>
              <a:t>Mechanism</a:t>
            </a:r>
            <a:br>
              <a:rPr lang="en-US" sz="4800"/>
            </a:br>
            <a:r>
              <a:rPr lang="en-US"/>
              <a:t>Charge Development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A9F1F42-4254-D2B7-CE1C-5F4EF3065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192" y="1710232"/>
            <a:ext cx="9670275" cy="4182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Charge arises from :</a:t>
            </a:r>
          </a:p>
          <a:p>
            <a:r>
              <a:rPr lang="en-US" sz="2400"/>
              <a:t>Ion Adsorption</a:t>
            </a:r>
          </a:p>
          <a:p>
            <a:r>
              <a:rPr lang="en-US" sz="2400"/>
              <a:t>Dissociation</a:t>
            </a:r>
          </a:p>
          <a:p>
            <a:r>
              <a:rPr lang="en-US" sz="2400"/>
              <a:t>Electron transfer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Surface Charge control VITAL for EPD success</a:t>
            </a:r>
          </a:p>
          <a:p>
            <a:endParaRPr lang="en-US" sz="240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8099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ACE50-A01D-AB64-7E80-3E7CD6B8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BE308B-8A02-10AB-B00D-AF253FDB3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5EDE1-1F76-045F-45E9-CF58580D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666" y="411808"/>
            <a:ext cx="7703663" cy="1257300"/>
          </a:xfrm>
        </p:spPr>
        <p:txBody>
          <a:bodyPr anchor="ctr">
            <a:normAutofit fontScale="90000"/>
          </a:bodyPr>
          <a:lstStyle/>
          <a:p>
            <a:pPr algn="r"/>
            <a:r>
              <a:rPr lang="en-US" sz="5400"/>
              <a:t>Mechanism</a:t>
            </a:r>
            <a:br>
              <a:rPr lang="en-US" sz="5400"/>
            </a:br>
            <a:r>
              <a:rPr lang="en-US" sz="3600"/>
              <a:t>Charge Development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8CFB09E-7CA0-FAF5-8DF7-ABF293936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F7A7A06-47AC-C334-B6C1-E48AC1853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045" y="2169674"/>
            <a:ext cx="9670275" cy="4182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Aqueous Solution : </a:t>
            </a:r>
          </a:p>
          <a:p>
            <a:pPr marL="285750" indent="-285750"/>
            <a:r>
              <a:rPr lang="en-US"/>
              <a:t>Charge depends on pH </a:t>
            </a:r>
          </a:p>
          <a:p>
            <a:pPr marL="285750" indent="-285750"/>
            <a:r>
              <a:rPr lang="en-US"/>
              <a:t>Point of Zero charge </a:t>
            </a:r>
            <a:r>
              <a:rPr lang="en-US">
                <a:ea typeface="+mn-lt"/>
                <a:cs typeface="+mn-lt"/>
              </a:rPr>
              <a:t>e pH value where the surface 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concentration of (S–O-) and S–OH2+ are equal</a:t>
            </a:r>
            <a:endParaRPr lang="en-US"/>
          </a:p>
          <a:p>
            <a:pPr marL="285750" indent="-285750"/>
            <a:r>
              <a:rPr lang="en-US">
                <a:ea typeface="+mn-lt"/>
                <a:cs typeface="+mn-lt"/>
              </a:rPr>
              <a:t> Negative at pH &gt; </a:t>
            </a:r>
            <a:r>
              <a:rPr lang="en-US" err="1">
                <a:ea typeface="+mn-lt"/>
                <a:cs typeface="+mn-lt"/>
              </a:rPr>
              <a:t>pHpzc</a:t>
            </a:r>
            <a:r>
              <a:rPr lang="en-US">
                <a:ea typeface="+mn-lt"/>
                <a:cs typeface="+mn-lt"/>
              </a:rPr>
              <a:t> and positive at pH &lt; </a:t>
            </a:r>
            <a:r>
              <a:rPr lang="en-US" err="1">
                <a:ea typeface="+mn-lt"/>
                <a:cs typeface="+mn-lt"/>
              </a:rPr>
              <a:t>pHpzc</a:t>
            </a:r>
            <a:endParaRPr lang="en-US" err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000" b="1"/>
              <a:t>Non-Aqueous Solution: </a:t>
            </a:r>
          </a:p>
          <a:p>
            <a:pPr marL="285750" indent="-285750"/>
            <a:r>
              <a:rPr lang="en-US"/>
              <a:t>Charge depends on donor/acceptor number</a:t>
            </a:r>
          </a:p>
          <a:p>
            <a:pPr marL="285750" indent="-285750"/>
            <a:r>
              <a:rPr lang="en-US"/>
              <a:t>Not enough free </a:t>
            </a:r>
            <a:r>
              <a:rPr lang="en-US" err="1"/>
              <a:t>pprotons</a:t>
            </a:r>
            <a:r>
              <a:rPr lang="en-US"/>
              <a:t>/hydroxyl ions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8CFBE4B-035B-6FEB-C29D-1E188E9D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AB400-3D78-BE79-1F83-5FDA8888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79" t="471" r="621" b="20833"/>
          <a:stretch>
            <a:fillRect/>
          </a:stretch>
        </p:blipFill>
        <p:spPr>
          <a:xfrm>
            <a:off x="6929578" y="2449033"/>
            <a:ext cx="3923334" cy="93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38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3E57FA7-FC0E-BBE3-7D63-183AD7D5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1E5B6C2-78FB-7E80-635C-539384B6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diagram of a cathodean&#10;&#10;AI-generated content may be incorrect.">
            <a:extLst>
              <a:ext uri="{FF2B5EF4-FFF2-40B4-BE49-F238E27FC236}">
                <a16:creationId xmlns:a16="http://schemas.microsoft.com/office/drawing/2014/main" id="{7322A3B8-18BA-DB53-599F-E4E86251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6" r="1613" b="-560"/>
          <a:stretch>
            <a:fillRect/>
          </a:stretch>
        </p:blipFill>
        <p:spPr>
          <a:xfrm>
            <a:off x="348367" y="880329"/>
            <a:ext cx="11484515" cy="51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76413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1BFA9-B990-15CC-AAE9-AA93C258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833E014-824B-E240-6DB8-71F2A0449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31FA9-7A43-93E9-F919-C0D75A22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08" y="456632"/>
            <a:ext cx="9855192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5300"/>
              <a:t>Mechanism</a:t>
            </a:r>
            <a:br>
              <a:rPr lang="en-US" sz="5300"/>
            </a:br>
            <a:r>
              <a:rPr lang="en-US" sz="3100"/>
              <a:t>Electric Double Layer &amp; Electrophoretic Mobility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7DD2BC7-73A7-473A-B13D-9CCD69B36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E74C2-9F69-8402-3D58-4AE8743A5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674995"/>
            <a:ext cx="9210200" cy="41828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Neue Haas Grotesk Text Pro"/>
                <a:ea typeface="Calibri"/>
                <a:cs typeface="Calibri"/>
              </a:rPr>
              <a:t>After charging – Formation of </a:t>
            </a:r>
            <a:r>
              <a:rPr lang="en-US" sz="2400" b="1">
                <a:latin typeface="Neue Haas Grotesk Text Pro"/>
                <a:ea typeface="Calibri"/>
                <a:cs typeface="Calibri"/>
              </a:rPr>
              <a:t>Electrical Double Layer </a:t>
            </a:r>
            <a:endParaRPr lang="en-US" b="1"/>
          </a:p>
          <a:p>
            <a:r>
              <a:rPr lang="en-US" sz="2400">
                <a:latin typeface="Neue Haas Grotesk Text Pro"/>
                <a:ea typeface="Calibri"/>
                <a:cs typeface="Calibri"/>
              </a:rPr>
              <a:t>The layer attracts Counter ions </a:t>
            </a:r>
          </a:p>
          <a:p>
            <a:endParaRPr lang="en-US" sz="2400">
              <a:latin typeface="Neue Haas Grotesk Text Pro"/>
              <a:ea typeface="Calibri"/>
              <a:cs typeface="Calibri"/>
            </a:endParaRPr>
          </a:p>
          <a:p>
            <a:r>
              <a:rPr lang="en-US" sz="2400">
                <a:latin typeface="Neue Haas Grotesk Text Pro"/>
                <a:ea typeface="Calibri"/>
                <a:cs typeface="Calibri"/>
              </a:rPr>
              <a:t>Application of electric field- particles move-</a:t>
            </a:r>
          </a:p>
          <a:p>
            <a:pPr>
              <a:buNone/>
            </a:pPr>
            <a:r>
              <a:rPr lang="en-US" sz="2400" b="1">
                <a:latin typeface="Neue Haas Grotesk Text Pro"/>
                <a:ea typeface="Calibri"/>
                <a:cs typeface="Calibri"/>
              </a:rPr>
              <a:t>Electrophoretic Mobility </a:t>
            </a:r>
            <a:endParaRPr lang="en-US" sz="2400" b="1">
              <a:latin typeface="Neue Haas Grotesk Text Pro"/>
            </a:endParaRPr>
          </a:p>
          <a:p>
            <a:pPr>
              <a:buNone/>
            </a:pPr>
            <a:endParaRPr lang="en-US" sz="2400">
              <a:latin typeface="Neue Haas Grotesk Text Pro"/>
              <a:ea typeface="Calibri"/>
              <a:cs typeface="Calibri"/>
            </a:endParaRPr>
          </a:p>
          <a:p>
            <a:pPr>
              <a:buNone/>
            </a:pPr>
            <a:endParaRPr lang="en-US" sz="2400">
              <a:latin typeface="Neue Haas Grotesk Text Pro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410768F-5CF2-98D2-6D92-823D8CFF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5439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2D6D1-1F50-81EA-A232-66CE87AC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61B70B1-C14E-769D-ED4E-3F5F34E2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A2D82-C685-6FC3-BC5A-103717D0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90" y="456632"/>
            <a:ext cx="10079310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5300"/>
              <a:t>Mechanism</a:t>
            </a:r>
            <a:br>
              <a:rPr lang="en-US" sz="5300"/>
            </a:br>
            <a:r>
              <a:rPr lang="en-US" sz="3100"/>
              <a:t>Electric Double Layer &amp; Electrophoretic Mobility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F475353-80EE-2574-AA8D-0C7760D8A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99EA492-6B3C-6E07-4DCC-27892681B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28466"/>
            <a:ext cx="9210200" cy="4182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320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n-US" sz="320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n-US" sz="3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5855B27-30CE-AD1F-E5AB-F4509C32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diagram of a diagram of a double layer and potential drop across the double layer&#10;&#10;AI-generated content may be incorrect.">
            <a:extLst>
              <a:ext uri="{FF2B5EF4-FFF2-40B4-BE49-F238E27FC236}">
                <a16:creationId xmlns:a16="http://schemas.microsoft.com/office/drawing/2014/main" id="{4CFA526B-18C7-2812-263C-25200ECCE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853" y="2223527"/>
            <a:ext cx="6914029" cy="4159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C00A76-31BC-E65A-5F2F-EEBF9E688002}"/>
              </a:ext>
            </a:extLst>
          </p:cNvPr>
          <p:cNvSpPr txBox="1"/>
          <p:nvPr/>
        </p:nvSpPr>
        <p:spPr>
          <a:xfrm>
            <a:off x="657412" y="2573617"/>
            <a:ext cx="439134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Double layer contains: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Surface Charge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Stern Layer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Diffused charge</a:t>
            </a:r>
          </a:p>
          <a:p>
            <a:endParaRPr lang="en-US" sz="2000"/>
          </a:p>
          <a:p>
            <a:pPr>
              <a:spcBef>
                <a:spcPct val="0"/>
              </a:spcBef>
            </a:pPr>
            <a:r>
              <a:rPr lang="en-US" sz="2000"/>
              <a:t>--The graph shows potential drop across the layer</a:t>
            </a:r>
          </a:p>
          <a:p>
            <a:pPr>
              <a:spcBef>
                <a:spcPct val="0"/>
              </a:spcBef>
            </a:pPr>
            <a:endParaRPr lang="en-US" sz="2000"/>
          </a:p>
          <a:p>
            <a:r>
              <a:rPr lang="en-US" sz="2000"/>
              <a:t>--The edge of stern layer –</a:t>
            </a:r>
          </a:p>
          <a:p>
            <a:r>
              <a:rPr lang="en-US" sz="2000" b="1"/>
              <a:t>Zeta Potential -</a:t>
            </a:r>
            <a:r>
              <a:rPr lang="en-US" sz="2000"/>
              <a:t>key factor in mobility</a:t>
            </a:r>
          </a:p>
        </p:txBody>
      </p:sp>
    </p:spTree>
    <p:extLst>
      <p:ext uri="{BB962C8B-B14F-4D97-AF65-F5344CB8AC3E}">
        <p14:creationId xmlns:p14="http://schemas.microsoft.com/office/powerpoint/2010/main" val="1573189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7E8EB-9779-E8AE-86F2-100B78E0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32367"/>
            <a:ext cx="7608074" cy="1257299"/>
          </a:xfrm>
        </p:spPr>
        <p:txBody>
          <a:bodyPr anchor="ctr">
            <a:normAutofit fontScale="90000"/>
          </a:bodyPr>
          <a:lstStyle/>
          <a:p>
            <a:r>
              <a:rPr lang="en-US" sz="5600"/>
              <a:t>Mechanism</a:t>
            </a:r>
            <a:br>
              <a:rPr lang="en-US" sz="4100"/>
            </a:br>
            <a:r>
              <a:rPr lang="en-US" sz="3600"/>
              <a:t>Particle Deposition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25E526-838B-DBE7-6600-D159BFBCE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5827306" y="3434599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CD8E-AB31-DDE7-1616-910CCFA73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848909"/>
            <a:ext cx="6788523" cy="29781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100" b="1"/>
              <a:t>Two Step Process:</a:t>
            </a:r>
          </a:p>
          <a:p>
            <a:r>
              <a:rPr lang="en-US" sz="2100" b="1"/>
              <a:t>Migration</a:t>
            </a:r>
          </a:p>
          <a:p>
            <a:pPr marL="0" indent="0">
              <a:buNone/>
            </a:pPr>
            <a:r>
              <a:rPr lang="en-US" sz="2100"/>
              <a:t>     Depends on Field Strength and Particle Movement </a:t>
            </a:r>
          </a:p>
          <a:p>
            <a:r>
              <a:rPr lang="en-US" sz="2100" b="1"/>
              <a:t>Deposition</a:t>
            </a:r>
          </a:p>
          <a:p>
            <a:pPr marL="0" indent="0">
              <a:buNone/>
            </a:pPr>
            <a:r>
              <a:rPr lang="en-US" sz="2100"/>
              <a:t>     It involves particle aggregation and charge loss</a:t>
            </a:r>
          </a:p>
          <a:p>
            <a:pPr marL="0" indent="0">
              <a:buNone/>
            </a:pP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02018990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30E9-5F79-BFBD-C6B1-2A06F3C1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8814-7883-FE11-9FDE-3C625332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47" y="398959"/>
            <a:ext cx="8886884" cy="95366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/>
              <a:t>Mechanism</a:t>
            </a:r>
            <a:br>
              <a:rPr lang="en-US" sz="3100"/>
            </a:br>
            <a:r>
              <a:rPr lang="en-US" sz="3100"/>
              <a:t>Particle Deposition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40A4-C052-9C22-78FD-FF3EB1F41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95" y="1579401"/>
            <a:ext cx="5185894" cy="9770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/>
              <a:t>1.Flocculation : </a:t>
            </a:r>
          </a:p>
          <a:p>
            <a:pPr marL="0" indent="0">
              <a:buNone/>
            </a:pPr>
            <a:r>
              <a:rPr lang="en-US" sz="1700"/>
              <a:t>Particles accumulation due to incoming pressure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diagram of a diagram of a cell&#10;&#10;AI-generated content may be incorrect.">
            <a:extLst>
              <a:ext uri="{FF2B5EF4-FFF2-40B4-BE49-F238E27FC236}">
                <a16:creationId xmlns:a16="http://schemas.microsoft.com/office/drawing/2014/main" id="{29BC8C94-E84E-8E6C-1C06-3649AE887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47" y="2545416"/>
            <a:ext cx="3962400" cy="15430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7B5321-DD9D-42E5-496A-E2C05EBA6773}"/>
              </a:ext>
            </a:extLst>
          </p:cNvPr>
          <p:cNvSpPr txBox="1">
            <a:spLocks/>
          </p:cNvSpPr>
          <p:nvPr/>
        </p:nvSpPr>
        <p:spPr>
          <a:xfrm>
            <a:off x="583513" y="4219506"/>
            <a:ext cx="5006600" cy="965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2.Charge Neutralization : </a:t>
            </a:r>
          </a:p>
          <a:p>
            <a:pPr marL="0" indent="0">
              <a:buNone/>
            </a:pPr>
            <a:r>
              <a:rPr lang="en-US" sz="1700"/>
              <a:t>Contact with electrode neutralizes particles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EF23803B-61AB-054B-6059-FD15C93D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93" y="5186363"/>
            <a:ext cx="4029075" cy="143827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C42BA38-3FEB-EE26-E152-154198FA7283}"/>
              </a:ext>
            </a:extLst>
          </p:cNvPr>
          <p:cNvSpPr txBox="1">
            <a:spLocks/>
          </p:cNvSpPr>
          <p:nvPr/>
        </p:nvSpPr>
        <p:spPr>
          <a:xfrm>
            <a:off x="6320925" y="1350802"/>
            <a:ext cx="5410011" cy="9770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3.Electrochemical Coagulation : </a:t>
            </a:r>
          </a:p>
          <a:p>
            <a:pPr marL="0" indent="0">
              <a:buNone/>
            </a:pPr>
            <a:r>
              <a:rPr lang="en-US" sz="1700"/>
              <a:t>Electrode's electric field changes ion concentration, lowering repulsion and coagulating particles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pic>
        <p:nvPicPr>
          <p:cNvPr id="12" name="Picture 11" descr="A diagram of a cell&#10;&#10;AI-generated content may be incorrect.">
            <a:extLst>
              <a:ext uri="{FF2B5EF4-FFF2-40B4-BE49-F238E27FC236}">
                <a16:creationId xmlns:a16="http://schemas.microsoft.com/office/drawing/2014/main" id="{EB09F872-9C5D-1533-1201-32E270BCC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124" y="2659716"/>
            <a:ext cx="2695575" cy="131445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EAD88C1-0410-5B4D-80DD-5EB7EEE02DA8}"/>
              </a:ext>
            </a:extLst>
          </p:cNvPr>
          <p:cNvSpPr txBox="1">
            <a:spLocks/>
          </p:cNvSpPr>
          <p:nvPr/>
        </p:nvSpPr>
        <p:spPr>
          <a:xfrm>
            <a:off x="6320924" y="4096242"/>
            <a:ext cx="5746187" cy="108912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4.Electrical Double Layer Distortion and Thinning : </a:t>
            </a:r>
          </a:p>
          <a:p>
            <a:pPr marL="0" indent="0">
              <a:buNone/>
            </a:pPr>
            <a:r>
              <a:rPr lang="en-US" sz="1700"/>
              <a:t>Flow and field distort the double layer, reducing repulsion and helping in settling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pic>
        <p:nvPicPr>
          <p:cNvPr id="14" name="Picture 13" descr="A diagram of a cell&#10;&#10;AI-generated content may be incorrect.">
            <a:extLst>
              <a:ext uri="{FF2B5EF4-FFF2-40B4-BE49-F238E27FC236}">
                <a16:creationId xmlns:a16="http://schemas.microsoft.com/office/drawing/2014/main" id="{853E0B76-DC5F-32A6-DFD9-92EE47ACB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137" y="5203732"/>
            <a:ext cx="24955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25162"/>
      </p:ext>
    </p:extLst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FAB1F-B213-BF0C-2603-4F4343BE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739588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sz="4500"/>
              <a:t>Process steps: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6C86B-9AB2-1DB5-BD06-45B58B04C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131372"/>
            <a:ext cx="7240706" cy="339464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b="1">
                <a:ea typeface="+mn-lt"/>
                <a:cs typeface="+mn-lt"/>
              </a:rPr>
              <a:t>1. Suspension Prep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Stable, charged, and well-dispersed colloid</a:t>
            </a:r>
            <a:endParaRPr lang="en-US"/>
          </a:p>
          <a:p>
            <a:pPr>
              <a:lnSpc>
                <a:spcPct val="110000"/>
              </a:lnSpc>
              <a:buNone/>
            </a:pPr>
            <a:r>
              <a:rPr lang="en-US" b="1">
                <a:ea typeface="+mn-lt"/>
                <a:cs typeface="+mn-lt"/>
              </a:rPr>
              <a:t>2. Electrode Setup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Substrate + counter-electrode in suspension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Connected to DC power (polarity depends on charge)</a:t>
            </a:r>
            <a:endParaRPr lang="en-US"/>
          </a:p>
          <a:p>
            <a:pPr>
              <a:lnSpc>
                <a:spcPct val="110000"/>
              </a:lnSpc>
              <a:buNone/>
            </a:pPr>
            <a:r>
              <a:rPr lang="en-US" b="1">
                <a:ea typeface="+mn-lt"/>
                <a:cs typeface="+mn-lt"/>
              </a:rPr>
              <a:t>3. Deposition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Voltage drives particle migration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Thin film forms on substrate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Controlled by time, voltage, suspension</a:t>
            </a:r>
            <a:endParaRPr lang="en-US"/>
          </a:p>
          <a:p>
            <a:pPr>
              <a:lnSpc>
                <a:spcPct val="110000"/>
              </a:lnSpc>
              <a:buNone/>
            </a:pPr>
            <a:r>
              <a:rPr lang="en-US" b="1">
                <a:ea typeface="+mn-lt"/>
                <a:cs typeface="+mn-lt"/>
              </a:rPr>
              <a:t>4. Post-Treatment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Drying or annealing to enhance film quality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9681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51418-751C-0C71-2B90-1C656A7D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740161"/>
            <a:ext cx="7608074" cy="1257299"/>
          </a:xfrm>
        </p:spPr>
        <p:txBody>
          <a:bodyPr anchor="ctr">
            <a:normAutofit/>
          </a:bodyPr>
          <a:lstStyle/>
          <a:p>
            <a:r>
              <a:rPr lang="en-US" sz="4500"/>
              <a:t>Traditional Applications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25E526-838B-DBE7-6600-D159BFBCE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5827306" y="3434599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5EBC-8EF6-73E9-A22D-B40FCBD7A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11027"/>
            <a:ext cx="6631641" cy="297815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1"/>
              <a:t>Ceramic Films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     Wear resistant, thermal and electrical insulator</a:t>
            </a:r>
          </a:p>
          <a:p>
            <a:pPr>
              <a:lnSpc>
                <a:spcPct val="110000"/>
              </a:lnSpc>
            </a:pPr>
            <a:r>
              <a:rPr lang="en-US" sz="2000" b="1"/>
              <a:t>Protective Films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    Environmental barrier, corrosion &amp; chemical resistance</a:t>
            </a:r>
          </a:p>
          <a:p>
            <a:pPr>
              <a:lnSpc>
                <a:spcPct val="110000"/>
              </a:lnSpc>
            </a:pPr>
            <a:r>
              <a:rPr lang="en-US" sz="2000" b="1"/>
              <a:t>Electronic Components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    Resistor coating, dielectric layer</a:t>
            </a:r>
          </a:p>
          <a:p>
            <a:pPr>
              <a:lnSpc>
                <a:spcPct val="110000"/>
              </a:lnSpc>
            </a:pPr>
            <a:r>
              <a:rPr lang="en-US" sz="2000" b="1"/>
              <a:t>Automotive Industry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     Paint primer coat, functional coat and decorative coat</a:t>
            </a:r>
          </a:p>
        </p:txBody>
      </p:sp>
    </p:spTree>
    <p:extLst>
      <p:ext uri="{BB962C8B-B14F-4D97-AF65-F5344CB8AC3E}">
        <p14:creationId xmlns:p14="http://schemas.microsoft.com/office/powerpoint/2010/main" val="3249512778"/>
      </p:ext>
    </p:extLst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B49D5-E780-05FE-5976-9B30B5BD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049" y="460015"/>
            <a:ext cx="7703663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4800"/>
              <a:t>Advanced Applications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2543C-AC36-67F1-4830-59F301F9E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947" y="1995666"/>
            <a:ext cx="7600569" cy="31157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b="1">
                <a:latin typeface="Segoe UI Historic"/>
                <a:ea typeface="Segoe UI Historic"/>
                <a:cs typeface="Segoe UI Historic"/>
              </a:rPr>
              <a:t>Functional Thin Films: </a:t>
            </a:r>
            <a:endParaRPr lang="en-US" b="1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Used in solid oxide fuel cells, sensors, solar cells, and electronic devices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171450" indent="-171450">
              <a:lnSpc>
                <a:spcPct val="110000"/>
              </a:lnSpc>
            </a:pPr>
            <a:r>
              <a:rPr lang="en-US" b="1">
                <a:latin typeface="Segoe UI Historic"/>
                <a:ea typeface="Segoe UI Historic"/>
                <a:cs typeface="Segoe UI Historic"/>
              </a:rPr>
              <a:t>MOF Thin Films: </a:t>
            </a:r>
            <a:endParaRPr lang="en-US" b="1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EPD has been used to deposit MOF microcrystalline onto conductive glass, retaining their structure and enabling electrochemical applications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171450" indent="-171450">
              <a:lnSpc>
                <a:spcPct val="110000"/>
              </a:lnSpc>
            </a:pPr>
            <a:r>
              <a:rPr lang="en-US" b="1">
                <a:latin typeface="Segoe UI Historic"/>
                <a:ea typeface="Segoe UI Historic"/>
                <a:cs typeface="Segoe UI Historic"/>
              </a:rPr>
              <a:t>Graphene Oxide Films: </a:t>
            </a:r>
            <a:endParaRPr lang="en-US" b="1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EPD allows rapid, uniform deposition of graphene oxide films, with controllable reduction and improved conductivity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171450" indent="-171450">
              <a:lnSpc>
                <a:spcPct val="110000"/>
              </a:lnSpc>
            </a:pPr>
            <a:r>
              <a:rPr lang="en-US" b="1">
                <a:latin typeface="Segoe UI Historic"/>
                <a:ea typeface="Segoe UI Historic"/>
                <a:cs typeface="Segoe UI Historic"/>
              </a:rPr>
              <a:t>Solid Oxide Fuel Cells: 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EPD is favored for depositing dense, gas-tight electrolyte films with thicknesses of several micrometers, improving cell performance</a:t>
            </a: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948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703CA-F5C1-7174-59B0-407C5426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854408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-US" sz="3600"/>
              <a:t>Advantages: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9F1DE-646D-5CAD-C3B2-226E5054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301084"/>
            <a:ext cx="9466616" cy="33946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Uniform Coating: 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EPD enables highly uniform, pinhole-free coatings, even on complex geometries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Thickness Control: 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Film thickness can be precisely controlled by adjusting deposition parameters (time, voltage, particle concentration)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Material Versatility: 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Suitable for a broad range of materials—ceramics, polymers, MOFs, graphene, and more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Scalability and Cost-Effectiveness: </a:t>
            </a:r>
            <a:endParaRPr lang="en-US">
              <a:latin typeface="Neue Haas Grotesk Text Pro"/>
              <a:ea typeface="Segoe UI Historic"/>
              <a:cs typeface="Segoe UI Historic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Segoe UI Historic"/>
                <a:ea typeface="Segoe UI Historic"/>
                <a:cs typeface="Segoe UI Historic"/>
              </a:rPr>
              <a:t>Simple equipment and process make EPD attractive for large-scale and industrial applications2.</a:t>
            </a:r>
            <a:endParaRPr lang="en-US"/>
          </a:p>
        </p:txBody>
      </p:sp>
      <p:pic>
        <p:nvPicPr>
          <p:cNvPr id="845" name="Graphic 844" descr="Layers Design with solid fill">
            <a:extLst>
              <a:ext uri="{FF2B5EF4-FFF2-40B4-BE49-F238E27FC236}">
                <a16:creationId xmlns:a16="http://schemas.microsoft.com/office/drawing/2014/main" id="{00FF8954-6365-EDAC-BA7F-9BC6E579C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0800" y="2242930"/>
            <a:ext cx="549966" cy="538923"/>
          </a:xfrm>
          <a:prstGeom prst="rect">
            <a:avLst/>
          </a:prstGeom>
        </p:spPr>
      </p:pic>
      <p:pic>
        <p:nvPicPr>
          <p:cNvPr id="846" name="Graphic 845" descr="Steering Wheel outline">
            <a:extLst>
              <a:ext uri="{FF2B5EF4-FFF2-40B4-BE49-F238E27FC236}">
                <a16:creationId xmlns:a16="http://schemas.microsoft.com/office/drawing/2014/main" id="{47DAEE6F-FF72-D6AB-ADDB-4AEAFCB1E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9756" y="3093278"/>
            <a:ext cx="549967" cy="561010"/>
          </a:xfrm>
          <a:prstGeom prst="rect">
            <a:avLst/>
          </a:prstGeom>
        </p:spPr>
      </p:pic>
      <p:pic>
        <p:nvPicPr>
          <p:cNvPr id="847" name="Graphic 846" descr="World with solid fill">
            <a:extLst>
              <a:ext uri="{FF2B5EF4-FFF2-40B4-BE49-F238E27FC236}">
                <a16:creationId xmlns:a16="http://schemas.microsoft.com/office/drawing/2014/main" id="{5DBE7F2C-38AD-D274-FF9C-FBDFD86ED6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0801" y="4363279"/>
            <a:ext cx="516834" cy="417445"/>
          </a:xfrm>
          <a:prstGeom prst="rect">
            <a:avLst/>
          </a:prstGeom>
        </p:spPr>
      </p:pic>
      <p:pic>
        <p:nvPicPr>
          <p:cNvPr id="848" name="Graphic 847" descr="Money with solid fill">
            <a:extLst>
              <a:ext uri="{FF2B5EF4-FFF2-40B4-BE49-F238E27FC236}">
                <a16:creationId xmlns:a16="http://schemas.microsoft.com/office/drawing/2014/main" id="{864E406C-BC55-DF1C-1A22-F8D18BB559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9757" y="5114235"/>
            <a:ext cx="538923" cy="46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52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40680-E07D-0AAD-4D02-ED2958DD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072" y="469759"/>
            <a:ext cx="7703663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4800"/>
              <a:t>Disadvantages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C6F5-DA81-146A-D7AA-079A66C64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365" y="2016941"/>
            <a:ext cx="5564184" cy="310452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Substrate &amp; Particle Limits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Needs conductive substrate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Only works with charged particles</a:t>
            </a:r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Process Sensitivities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pH-sensitive behavior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Solvent compatibility issues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Side Reactions &amp; Stability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Electrolysis interference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Suspension stability problems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Coating Challenges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Hard to coat insulators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Edge deposition effects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03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B877991-7289-1671-37F4-A702394A4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0770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4F0AD4-7619-011B-2FA7-793E0764A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65114C3-015C-6D16-DD63-F1A2D3D8F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5524" y="-119829"/>
            <a:ext cx="12204742" cy="6152857"/>
          </a:xfrm>
          <a:custGeom>
            <a:avLst/>
            <a:gdLst>
              <a:gd name="connsiteX0" fmla="*/ 2879413 w 12204742"/>
              <a:gd name="connsiteY0" fmla="*/ 2336 h 6152857"/>
              <a:gd name="connsiteX1" fmla="*/ 140766 w 12204742"/>
              <a:gd name="connsiteY1" fmla="*/ 1212659 h 6152857"/>
              <a:gd name="connsiteX2" fmla="*/ 0 w 12204742"/>
              <a:gd name="connsiteY2" fmla="*/ 1366844 h 6152857"/>
              <a:gd name="connsiteX3" fmla="*/ 83541 w 12204742"/>
              <a:gd name="connsiteY3" fmla="*/ 6152857 h 6152857"/>
              <a:gd name="connsiteX4" fmla="*/ 12204742 w 12204742"/>
              <a:gd name="connsiteY4" fmla="*/ 5941281 h 6152857"/>
              <a:gd name="connsiteX5" fmla="*/ 5349696 w 12204742"/>
              <a:gd name="connsiteY5" fmla="*/ 753031 h 6152857"/>
              <a:gd name="connsiteX6" fmla="*/ 5265419 w 12204742"/>
              <a:gd name="connsiteY6" fmla="*/ 692507 h 6152857"/>
              <a:gd name="connsiteX7" fmla="*/ 3112670 w 12204742"/>
              <a:gd name="connsiteY7" fmla="*/ 1150 h 6152857"/>
              <a:gd name="connsiteX8" fmla="*/ 2879413 w 12204742"/>
              <a:gd name="connsiteY8" fmla="*/ 2336 h 615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4742" h="6152857">
                <a:moveTo>
                  <a:pt x="2879413" y="2336"/>
                </a:moveTo>
                <a:cubicBezTo>
                  <a:pt x="1869738" y="36741"/>
                  <a:pt x="880393" y="450749"/>
                  <a:pt x="140766" y="1212659"/>
                </a:cubicBezTo>
                <a:lnTo>
                  <a:pt x="0" y="1366844"/>
                </a:lnTo>
                <a:lnTo>
                  <a:pt x="83541" y="6152857"/>
                </a:lnTo>
                <a:lnTo>
                  <a:pt x="12204742" y="5941281"/>
                </a:lnTo>
                <a:lnTo>
                  <a:pt x="5349696" y="753031"/>
                </a:lnTo>
                <a:lnTo>
                  <a:pt x="5265419" y="692507"/>
                </a:lnTo>
                <a:cubicBezTo>
                  <a:pt x="4607957" y="245206"/>
                  <a:pt x="3859582" y="19009"/>
                  <a:pt x="3112670" y="1150"/>
                </a:cubicBezTo>
                <a:cubicBezTo>
                  <a:pt x="3034867" y="-711"/>
                  <a:pt x="2957079" y="-310"/>
                  <a:pt x="2879413" y="2336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A23D3-4EF4-E92A-2D0F-BA6CA3BC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0" y="1722440"/>
            <a:ext cx="6196885" cy="165528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7628367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777</Words>
  <Application>Microsoft Office PowerPoint</Application>
  <PresentationFormat>Widescreen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Neue Haas Grotesk Text Pro</vt:lpstr>
      <vt:lpstr>Segoe UI Historic</vt:lpstr>
      <vt:lpstr>SwellVTI</vt:lpstr>
      <vt:lpstr>Electrophoretic  Deposition Thin Film Synthesis Method</vt:lpstr>
      <vt:lpstr>What is EPD?</vt:lpstr>
      <vt:lpstr>Characteristics of EPD</vt:lpstr>
      <vt:lpstr>Overview</vt:lpstr>
      <vt:lpstr>Process Components</vt:lpstr>
      <vt:lpstr>Critical Parameters:</vt:lpstr>
      <vt:lpstr>Electrophoresis Fundamentals : </vt:lpstr>
      <vt:lpstr>Mechanism Charge Development</vt:lpstr>
      <vt:lpstr>Mechanism Charge Development</vt:lpstr>
      <vt:lpstr>PowerPoint Presentation</vt:lpstr>
      <vt:lpstr>Mechanism Electric Double Layer &amp; Electrophoretic Mobility</vt:lpstr>
      <vt:lpstr>Mechanism Electric Double Layer &amp; Electrophoretic Mobility</vt:lpstr>
      <vt:lpstr>Mechanism Particle Deposition</vt:lpstr>
      <vt:lpstr>Mechanism Particle Deposition</vt:lpstr>
      <vt:lpstr>Process steps:</vt:lpstr>
      <vt:lpstr>Traditional Applications</vt:lpstr>
      <vt:lpstr>Advanced Applications</vt:lpstr>
      <vt:lpstr>Advantages: </vt:lpstr>
      <vt:lpstr>Disadvantages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2010104 - Md. Amanullah Asif</cp:lastModifiedBy>
  <cp:revision>3</cp:revision>
  <dcterms:created xsi:type="dcterms:W3CDTF">2025-06-21T07:15:32Z</dcterms:created>
  <dcterms:modified xsi:type="dcterms:W3CDTF">2025-11-12T04:15:03Z</dcterms:modified>
</cp:coreProperties>
</file>